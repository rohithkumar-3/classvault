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8.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9.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10.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3"/>
    <p:sldMasterId id="2147483661" r:id="rId4"/>
    <p:sldMasterId id="2147483675" r:id="rId5"/>
    <p:sldMasterId id="2147483727" r:id="rId6"/>
    <p:sldMasterId id="2147483739" r:id="rId7"/>
    <p:sldMasterId id="2147483751" r:id="rId8"/>
    <p:sldMasterId id="2147483763" r:id="rId9"/>
    <p:sldMasterId id="2147483775" r:id="rId10"/>
    <p:sldMasterId id="2147483787" r:id="rId11"/>
    <p:sldMasterId id="2147483799" r:id="rId12"/>
    <p:sldMasterId id="2147483811" r:id="rId13"/>
  </p:sldMasterIdLst>
  <p:notesMasterIdLst>
    <p:notesMasterId r:id="rId153"/>
  </p:notesMasterIdLst>
  <p:sldIdLst>
    <p:sldId id="685" r:id="rId14"/>
    <p:sldId id="686" r:id="rId15"/>
    <p:sldId id="774" r:id="rId16"/>
    <p:sldId id="642" r:id="rId17"/>
    <p:sldId id="688" r:id="rId18"/>
    <p:sldId id="689" r:id="rId19"/>
    <p:sldId id="691" r:id="rId20"/>
    <p:sldId id="693" r:id="rId21"/>
    <p:sldId id="647" r:id="rId22"/>
    <p:sldId id="695" r:id="rId23"/>
    <p:sldId id="696" r:id="rId24"/>
    <p:sldId id="697" r:id="rId25"/>
    <p:sldId id="775" r:id="rId26"/>
    <p:sldId id="698" r:id="rId27"/>
    <p:sldId id="699" r:id="rId28"/>
    <p:sldId id="702" r:id="rId29"/>
    <p:sldId id="700" r:id="rId30"/>
    <p:sldId id="701" r:id="rId31"/>
    <p:sldId id="703" r:id="rId32"/>
    <p:sldId id="704" r:id="rId33"/>
    <p:sldId id="705" r:id="rId34"/>
    <p:sldId id="706" r:id="rId35"/>
    <p:sldId id="707" r:id="rId36"/>
    <p:sldId id="776" r:id="rId37"/>
    <p:sldId id="708" r:id="rId38"/>
    <p:sldId id="709" r:id="rId39"/>
    <p:sldId id="710" r:id="rId40"/>
    <p:sldId id="711" r:id="rId41"/>
    <p:sldId id="712" r:id="rId42"/>
    <p:sldId id="777" r:id="rId43"/>
    <p:sldId id="713" r:id="rId44"/>
    <p:sldId id="714" r:id="rId45"/>
    <p:sldId id="715" r:id="rId46"/>
    <p:sldId id="643" r:id="rId47"/>
    <p:sldId id="720" r:id="rId48"/>
    <p:sldId id="721" r:id="rId49"/>
    <p:sldId id="722" r:id="rId50"/>
    <p:sldId id="724" r:id="rId51"/>
    <p:sldId id="725" r:id="rId52"/>
    <p:sldId id="726" r:id="rId53"/>
    <p:sldId id="782" r:id="rId54"/>
    <p:sldId id="727" r:id="rId55"/>
    <p:sldId id="728" r:id="rId56"/>
    <p:sldId id="737" r:id="rId57"/>
    <p:sldId id="738" r:id="rId58"/>
    <p:sldId id="739" r:id="rId59"/>
    <p:sldId id="740" r:id="rId60"/>
    <p:sldId id="741" r:id="rId61"/>
    <p:sldId id="743" r:id="rId62"/>
    <p:sldId id="794" r:id="rId63"/>
    <p:sldId id="747" r:id="rId64"/>
    <p:sldId id="744" r:id="rId65"/>
    <p:sldId id="790" r:id="rId66"/>
    <p:sldId id="748" r:id="rId67"/>
    <p:sldId id="749" r:id="rId68"/>
    <p:sldId id="750" r:id="rId69"/>
    <p:sldId id="752" r:id="rId70"/>
    <p:sldId id="753" r:id="rId71"/>
    <p:sldId id="792" r:id="rId72"/>
    <p:sldId id="793" r:id="rId73"/>
    <p:sldId id="795" r:id="rId74"/>
    <p:sldId id="796" r:id="rId75"/>
    <p:sldId id="797" r:id="rId76"/>
    <p:sldId id="798" r:id="rId77"/>
    <p:sldId id="799" r:id="rId78"/>
    <p:sldId id="800" r:id="rId79"/>
    <p:sldId id="801" r:id="rId80"/>
    <p:sldId id="802" r:id="rId81"/>
    <p:sldId id="803" r:id="rId82"/>
    <p:sldId id="804" r:id="rId83"/>
    <p:sldId id="805" r:id="rId84"/>
    <p:sldId id="807" r:id="rId85"/>
    <p:sldId id="808" r:id="rId86"/>
    <p:sldId id="825" r:id="rId87"/>
    <p:sldId id="826" r:id="rId88"/>
    <p:sldId id="809" r:id="rId89"/>
    <p:sldId id="810" r:id="rId90"/>
    <p:sldId id="811" r:id="rId91"/>
    <p:sldId id="812" r:id="rId92"/>
    <p:sldId id="813" r:id="rId93"/>
    <p:sldId id="814" r:id="rId94"/>
    <p:sldId id="815" r:id="rId95"/>
    <p:sldId id="816" r:id="rId96"/>
    <p:sldId id="817" r:id="rId97"/>
    <p:sldId id="818" r:id="rId98"/>
    <p:sldId id="819" r:id="rId99"/>
    <p:sldId id="820" r:id="rId100"/>
    <p:sldId id="821" r:id="rId101"/>
    <p:sldId id="822" r:id="rId102"/>
    <p:sldId id="823" r:id="rId103"/>
    <p:sldId id="827" r:id="rId104"/>
    <p:sldId id="833" r:id="rId105"/>
    <p:sldId id="829" r:id="rId106"/>
    <p:sldId id="830" r:id="rId107"/>
    <p:sldId id="828" r:id="rId108"/>
    <p:sldId id="831" r:id="rId109"/>
    <p:sldId id="834" r:id="rId110"/>
    <p:sldId id="835" r:id="rId111"/>
    <p:sldId id="836" r:id="rId112"/>
    <p:sldId id="837" r:id="rId113"/>
    <p:sldId id="838" r:id="rId114"/>
    <p:sldId id="839" r:id="rId115"/>
    <p:sldId id="840" r:id="rId116"/>
    <p:sldId id="841" r:id="rId117"/>
    <p:sldId id="842" r:id="rId118"/>
    <p:sldId id="843" r:id="rId119"/>
    <p:sldId id="844" r:id="rId120"/>
    <p:sldId id="845" r:id="rId121"/>
    <p:sldId id="846" r:id="rId122"/>
    <p:sldId id="847" r:id="rId123"/>
    <p:sldId id="848" r:id="rId124"/>
    <p:sldId id="849" r:id="rId125"/>
    <p:sldId id="850" r:id="rId126"/>
    <p:sldId id="851" r:id="rId127"/>
    <p:sldId id="852" r:id="rId128"/>
    <p:sldId id="853" r:id="rId129"/>
    <p:sldId id="854" r:id="rId130"/>
    <p:sldId id="855" r:id="rId131"/>
    <p:sldId id="856" r:id="rId132"/>
    <p:sldId id="857" r:id="rId133"/>
    <p:sldId id="858" r:id="rId134"/>
    <p:sldId id="859" r:id="rId135"/>
    <p:sldId id="860" r:id="rId136"/>
    <p:sldId id="861" r:id="rId137"/>
    <p:sldId id="862" r:id="rId138"/>
    <p:sldId id="863" r:id="rId139"/>
    <p:sldId id="864" r:id="rId140"/>
    <p:sldId id="865" r:id="rId141"/>
    <p:sldId id="866" r:id="rId142"/>
    <p:sldId id="867" r:id="rId143"/>
    <p:sldId id="868" r:id="rId144"/>
    <p:sldId id="869" r:id="rId145"/>
    <p:sldId id="870" r:id="rId146"/>
    <p:sldId id="871" r:id="rId147"/>
    <p:sldId id="872" r:id="rId148"/>
    <p:sldId id="873" r:id="rId149"/>
    <p:sldId id="874" r:id="rId150"/>
    <p:sldId id="875" r:id="rId151"/>
    <p:sldId id="876" r:id="rId152"/>
  </p:sldIdLst>
  <p:sldSz cx="9144000" cy="6858000" type="screen4x3"/>
  <p:notesSz cx="6858000" cy="9144000"/>
  <p:defaultTextStyle>
    <a:defPPr>
      <a:defRPr lang="en-US"/>
    </a:defPPr>
    <a:lvl1pPr algn="l" rtl="0" eaLnBrk="0" fontAlgn="base" hangingPunct="0">
      <a:spcBef>
        <a:spcPct val="0"/>
      </a:spcBef>
      <a:spcAft>
        <a:spcPct val="0"/>
      </a:spcAft>
      <a:defRPr b="1" i="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b="1" i="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b="1" i="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b="1" i="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b="1" i="1" kern="1200">
        <a:solidFill>
          <a:schemeClr val="tx1"/>
        </a:solidFill>
        <a:latin typeface="Times New Roman" panose="02020603050405020304" pitchFamily="18" charset="0"/>
        <a:ea typeface="+mn-ea"/>
        <a:cs typeface="+mn-cs"/>
      </a:defRPr>
    </a:lvl5pPr>
    <a:lvl6pPr marL="2286000" algn="l" defTabSz="914400" rtl="0" eaLnBrk="1" latinLnBrk="0" hangingPunct="1">
      <a:defRPr b="1" i="1" kern="1200">
        <a:solidFill>
          <a:schemeClr val="tx1"/>
        </a:solidFill>
        <a:latin typeface="Times New Roman" panose="02020603050405020304" pitchFamily="18" charset="0"/>
        <a:ea typeface="+mn-ea"/>
        <a:cs typeface="+mn-cs"/>
      </a:defRPr>
    </a:lvl6pPr>
    <a:lvl7pPr marL="2743200" algn="l" defTabSz="914400" rtl="0" eaLnBrk="1" latinLnBrk="0" hangingPunct="1">
      <a:defRPr b="1" i="1" kern="1200">
        <a:solidFill>
          <a:schemeClr val="tx1"/>
        </a:solidFill>
        <a:latin typeface="Times New Roman" panose="02020603050405020304" pitchFamily="18" charset="0"/>
        <a:ea typeface="+mn-ea"/>
        <a:cs typeface="+mn-cs"/>
      </a:defRPr>
    </a:lvl7pPr>
    <a:lvl8pPr marL="3200400" algn="l" defTabSz="914400" rtl="0" eaLnBrk="1" latinLnBrk="0" hangingPunct="1">
      <a:defRPr b="1" i="1" kern="1200">
        <a:solidFill>
          <a:schemeClr val="tx1"/>
        </a:solidFill>
        <a:latin typeface="Times New Roman" panose="02020603050405020304" pitchFamily="18" charset="0"/>
        <a:ea typeface="+mn-ea"/>
        <a:cs typeface="+mn-cs"/>
      </a:defRPr>
    </a:lvl8pPr>
    <a:lvl9pPr marL="3657600" algn="l" defTabSz="914400" rtl="0" eaLnBrk="1" latinLnBrk="0" hangingPunct="1">
      <a:defRPr b="1" i="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D9ECFF"/>
    <a:srgbClr val="99CCFF"/>
    <a:srgbClr val="FFFF00"/>
    <a:srgbClr val="F2F3B7"/>
    <a:srgbClr val="EAEC8C"/>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3" autoAdjust="0"/>
    <p:restoredTop sz="94712" autoAdjust="0"/>
  </p:normalViewPr>
  <p:slideViewPr>
    <p:cSldViewPr>
      <p:cViewPr varScale="1">
        <p:scale>
          <a:sx n="87" d="100"/>
          <a:sy n="87" d="100"/>
        </p:scale>
        <p:origin x="122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917"/>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04.xml"/><Relationship Id="rId21" Type="http://schemas.openxmlformats.org/officeDocument/2006/relationships/slide" Target="slides/slide8.xml"/><Relationship Id="rId42" Type="http://schemas.openxmlformats.org/officeDocument/2006/relationships/slide" Target="slides/slide29.xml"/><Relationship Id="rId63" Type="http://schemas.openxmlformats.org/officeDocument/2006/relationships/slide" Target="slides/slide50.xml"/><Relationship Id="rId84" Type="http://schemas.openxmlformats.org/officeDocument/2006/relationships/slide" Target="slides/slide71.xml"/><Relationship Id="rId138" Type="http://schemas.openxmlformats.org/officeDocument/2006/relationships/slide" Target="slides/slide125.xml"/><Relationship Id="rId107" Type="http://schemas.openxmlformats.org/officeDocument/2006/relationships/slide" Target="slides/slide94.xml"/><Relationship Id="rId11" Type="http://schemas.openxmlformats.org/officeDocument/2006/relationships/slideMaster" Target="slideMasters/slideMaster9.xml"/><Relationship Id="rId32" Type="http://schemas.openxmlformats.org/officeDocument/2006/relationships/slide" Target="slides/slide19.xml"/><Relationship Id="rId53" Type="http://schemas.openxmlformats.org/officeDocument/2006/relationships/slide" Target="slides/slide40.xml"/><Relationship Id="rId74" Type="http://schemas.openxmlformats.org/officeDocument/2006/relationships/slide" Target="slides/slide61.xml"/><Relationship Id="rId128" Type="http://schemas.openxmlformats.org/officeDocument/2006/relationships/slide" Target="slides/slide115.xml"/><Relationship Id="rId149" Type="http://schemas.openxmlformats.org/officeDocument/2006/relationships/slide" Target="slides/slide136.xml"/><Relationship Id="rId5" Type="http://schemas.openxmlformats.org/officeDocument/2006/relationships/slideMaster" Target="slideMasters/slideMaster3.xml"/><Relationship Id="rId95" Type="http://schemas.openxmlformats.org/officeDocument/2006/relationships/slide" Target="slides/slide82.xml"/><Relationship Id="rId22" Type="http://schemas.openxmlformats.org/officeDocument/2006/relationships/slide" Target="slides/slide9.xml"/><Relationship Id="rId43" Type="http://schemas.openxmlformats.org/officeDocument/2006/relationships/slide" Target="slides/slide30.xml"/><Relationship Id="rId64" Type="http://schemas.openxmlformats.org/officeDocument/2006/relationships/slide" Target="slides/slide51.xml"/><Relationship Id="rId118" Type="http://schemas.openxmlformats.org/officeDocument/2006/relationships/slide" Target="slides/slide105.xml"/><Relationship Id="rId139" Type="http://schemas.openxmlformats.org/officeDocument/2006/relationships/slide" Target="slides/slide126.xml"/><Relationship Id="rId80" Type="http://schemas.openxmlformats.org/officeDocument/2006/relationships/slide" Target="slides/slide67.xml"/><Relationship Id="rId85" Type="http://schemas.openxmlformats.org/officeDocument/2006/relationships/slide" Target="slides/slide72.xml"/><Relationship Id="rId150" Type="http://schemas.openxmlformats.org/officeDocument/2006/relationships/slide" Target="slides/slide137.xml"/><Relationship Id="rId155" Type="http://schemas.openxmlformats.org/officeDocument/2006/relationships/viewProps" Target="viewProps.xml"/><Relationship Id="rId12" Type="http://schemas.openxmlformats.org/officeDocument/2006/relationships/slideMaster" Target="slideMasters/slideMaster10.xml"/><Relationship Id="rId17" Type="http://schemas.openxmlformats.org/officeDocument/2006/relationships/slide" Target="slides/slide4.xml"/><Relationship Id="rId33" Type="http://schemas.openxmlformats.org/officeDocument/2006/relationships/slide" Target="slides/slide20.xml"/><Relationship Id="rId38" Type="http://schemas.openxmlformats.org/officeDocument/2006/relationships/slide" Target="slides/slide25.xml"/><Relationship Id="rId59" Type="http://schemas.openxmlformats.org/officeDocument/2006/relationships/slide" Target="slides/slide46.xml"/><Relationship Id="rId103" Type="http://schemas.openxmlformats.org/officeDocument/2006/relationships/slide" Target="slides/slide90.xml"/><Relationship Id="rId108" Type="http://schemas.openxmlformats.org/officeDocument/2006/relationships/slide" Target="slides/slide95.xml"/><Relationship Id="rId124" Type="http://schemas.openxmlformats.org/officeDocument/2006/relationships/slide" Target="slides/slide111.xml"/><Relationship Id="rId129" Type="http://schemas.openxmlformats.org/officeDocument/2006/relationships/slide" Target="slides/slide116.xml"/><Relationship Id="rId54" Type="http://schemas.openxmlformats.org/officeDocument/2006/relationships/slide" Target="slides/slide41.xml"/><Relationship Id="rId70" Type="http://schemas.openxmlformats.org/officeDocument/2006/relationships/slide" Target="slides/slide57.xml"/><Relationship Id="rId75" Type="http://schemas.openxmlformats.org/officeDocument/2006/relationships/slide" Target="slides/slide62.xml"/><Relationship Id="rId91" Type="http://schemas.openxmlformats.org/officeDocument/2006/relationships/slide" Target="slides/slide78.xml"/><Relationship Id="rId96" Type="http://schemas.openxmlformats.org/officeDocument/2006/relationships/slide" Target="slides/slide83.xml"/><Relationship Id="rId140" Type="http://schemas.openxmlformats.org/officeDocument/2006/relationships/slide" Target="slides/slide127.xml"/><Relationship Id="rId145" Type="http://schemas.openxmlformats.org/officeDocument/2006/relationships/slide" Target="slides/slide132.xml"/><Relationship Id="rId1" Type="http://schemas.openxmlformats.org/officeDocument/2006/relationships/customXml" Target="../customXml/item1.xml"/><Relationship Id="rId6" Type="http://schemas.openxmlformats.org/officeDocument/2006/relationships/slideMaster" Target="slideMasters/slideMaster4.xml"/><Relationship Id="rId23" Type="http://schemas.openxmlformats.org/officeDocument/2006/relationships/slide" Target="slides/slide10.xml"/><Relationship Id="rId28" Type="http://schemas.openxmlformats.org/officeDocument/2006/relationships/slide" Target="slides/slide15.xml"/><Relationship Id="rId49" Type="http://schemas.openxmlformats.org/officeDocument/2006/relationships/slide" Target="slides/slide36.xml"/><Relationship Id="rId114" Type="http://schemas.openxmlformats.org/officeDocument/2006/relationships/slide" Target="slides/slide101.xml"/><Relationship Id="rId119" Type="http://schemas.openxmlformats.org/officeDocument/2006/relationships/slide" Target="slides/slide106.xml"/><Relationship Id="rId44" Type="http://schemas.openxmlformats.org/officeDocument/2006/relationships/slide" Target="slides/slide31.xml"/><Relationship Id="rId60" Type="http://schemas.openxmlformats.org/officeDocument/2006/relationships/slide" Target="slides/slide47.xml"/><Relationship Id="rId65" Type="http://schemas.openxmlformats.org/officeDocument/2006/relationships/slide" Target="slides/slide52.xml"/><Relationship Id="rId81" Type="http://schemas.openxmlformats.org/officeDocument/2006/relationships/slide" Target="slides/slide68.xml"/><Relationship Id="rId86" Type="http://schemas.openxmlformats.org/officeDocument/2006/relationships/slide" Target="slides/slide73.xml"/><Relationship Id="rId130" Type="http://schemas.openxmlformats.org/officeDocument/2006/relationships/slide" Target="slides/slide117.xml"/><Relationship Id="rId135" Type="http://schemas.openxmlformats.org/officeDocument/2006/relationships/slide" Target="slides/slide122.xml"/><Relationship Id="rId151" Type="http://schemas.openxmlformats.org/officeDocument/2006/relationships/slide" Target="slides/slide138.xml"/><Relationship Id="rId156" Type="http://schemas.openxmlformats.org/officeDocument/2006/relationships/theme" Target="theme/theme1.xml"/><Relationship Id="rId13" Type="http://schemas.openxmlformats.org/officeDocument/2006/relationships/slideMaster" Target="slideMasters/slideMaster11.xml"/><Relationship Id="rId18" Type="http://schemas.openxmlformats.org/officeDocument/2006/relationships/slide" Target="slides/slide5.xml"/><Relationship Id="rId39" Type="http://schemas.openxmlformats.org/officeDocument/2006/relationships/slide" Target="slides/slide26.xml"/><Relationship Id="rId109" Type="http://schemas.openxmlformats.org/officeDocument/2006/relationships/slide" Target="slides/slide96.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slide" Target="slides/slide63.xml"/><Relationship Id="rId97" Type="http://schemas.openxmlformats.org/officeDocument/2006/relationships/slide" Target="slides/slide84.xml"/><Relationship Id="rId104" Type="http://schemas.openxmlformats.org/officeDocument/2006/relationships/slide" Target="slides/slide91.xml"/><Relationship Id="rId120" Type="http://schemas.openxmlformats.org/officeDocument/2006/relationships/slide" Target="slides/slide107.xml"/><Relationship Id="rId125" Type="http://schemas.openxmlformats.org/officeDocument/2006/relationships/slide" Target="slides/slide112.xml"/><Relationship Id="rId141" Type="http://schemas.openxmlformats.org/officeDocument/2006/relationships/slide" Target="slides/slide128.xml"/><Relationship Id="rId146" Type="http://schemas.openxmlformats.org/officeDocument/2006/relationships/slide" Target="slides/slide133.xml"/><Relationship Id="rId7" Type="http://schemas.openxmlformats.org/officeDocument/2006/relationships/slideMaster" Target="slideMasters/slideMaster5.xml"/><Relationship Id="rId71" Type="http://schemas.openxmlformats.org/officeDocument/2006/relationships/slide" Target="slides/slide58.xml"/><Relationship Id="rId92" Type="http://schemas.openxmlformats.org/officeDocument/2006/relationships/slide" Target="slides/slide79.xml"/><Relationship Id="rId2" Type="http://schemas.openxmlformats.org/officeDocument/2006/relationships/customXml" Target="../customXml/item2.xml"/><Relationship Id="rId29" Type="http://schemas.openxmlformats.org/officeDocument/2006/relationships/slide" Target="slides/slide16.xml"/><Relationship Id="rId24" Type="http://schemas.openxmlformats.org/officeDocument/2006/relationships/slide" Target="slides/slide11.xml"/><Relationship Id="rId40" Type="http://schemas.openxmlformats.org/officeDocument/2006/relationships/slide" Target="slides/slide27.xml"/><Relationship Id="rId45" Type="http://schemas.openxmlformats.org/officeDocument/2006/relationships/slide" Target="slides/slide32.xml"/><Relationship Id="rId66" Type="http://schemas.openxmlformats.org/officeDocument/2006/relationships/slide" Target="slides/slide53.xml"/><Relationship Id="rId87" Type="http://schemas.openxmlformats.org/officeDocument/2006/relationships/slide" Target="slides/slide74.xml"/><Relationship Id="rId110" Type="http://schemas.openxmlformats.org/officeDocument/2006/relationships/slide" Target="slides/slide97.xml"/><Relationship Id="rId115" Type="http://schemas.openxmlformats.org/officeDocument/2006/relationships/slide" Target="slides/slide102.xml"/><Relationship Id="rId131" Type="http://schemas.openxmlformats.org/officeDocument/2006/relationships/slide" Target="slides/slide118.xml"/><Relationship Id="rId136" Type="http://schemas.openxmlformats.org/officeDocument/2006/relationships/slide" Target="slides/slide123.xml"/><Relationship Id="rId157" Type="http://schemas.openxmlformats.org/officeDocument/2006/relationships/tableStyles" Target="tableStyles.xml"/><Relationship Id="rId61" Type="http://schemas.openxmlformats.org/officeDocument/2006/relationships/slide" Target="slides/slide48.xml"/><Relationship Id="rId82" Type="http://schemas.openxmlformats.org/officeDocument/2006/relationships/slide" Target="slides/slide69.xml"/><Relationship Id="rId152" Type="http://schemas.openxmlformats.org/officeDocument/2006/relationships/slide" Target="slides/slide139.xml"/><Relationship Id="rId19" Type="http://schemas.openxmlformats.org/officeDocument/2006/relationships/slide" Target="slides/slide6.xml"/><Relationship Id="rId14" Type="http://schemas.openxmlformats.org/officeDocument/2006/relationships/slide" Target="slides/slide1.xml"/><Relationship Id="rId30" Type="http://schemas.openxmlformats.org/officeDocument/2006/relationships/slide" Target="slides/slide17.xml"/><Relationship Id="rId35" Type="http://schemas.openxmlformats.org/officeDocument/2006/relationships/slide" Target="slides/slide22.xml"/><Relationship Id="rId56" Type="http://schemas.openxmlformats.org/officeDocument/2006/relationships/slide" Target="slides/slide43.xml"/><Relationship Id="rId77" Type="http://schemas.openxmlformats.org/officeDocument/2006/relationships/slide" Target="slides/slide64.xml"/><Relationship Id="rId100" Type="http://schemas.openxmlformats.org/officeDocument/2006/relationships/slide" Target="slides/slide87.xml"/><Relationship Id="rId105" Type="http://schemas.openxmlformats.org/officeDocument/2006/relationships/slide" Target="slides/slide92.xml"/><Relationship Id="rId126" Type="http://schemas.openxmlformats.org/officeDocument/2006/relationships/slide" Target="slides/slide113.xml"/><Relationship Id="rId147" Type="http://schemas.openxmlformats.org/officeDocument/2006/relationships/slide" Target="slides/slide134.xml"/><Relationship Id="rId8" Type="http://schemas.openxmlformats.org/officeDocument/2006/relationships/slideMaster" Target="slideMasters/slideMaster6.xml"/><Relationship Id="rId51" Type="http://schemas.openxmlformats.org/officeDocument/2006/relationships/slide" Target="slides/slide38.xml"/><Relationship Id="rId72" Type="http://schemas.openxmlformats.org/officeDocument/2006/relationships/slide" Target="slides/slide59.xml"/><Relationship Id="rId93" Type="http://schemas.openxmlformats.org/officeDocument/2006/relationships/slide" Target="slides/slide80.xml"/><Relationship Id="rId98" Type="http://schemas.openxmlformats.org/officeDocument/2006/relationships/slide" Target="slides/slide85.xml"/><Relationship Id="rId121" Type="http://schemas.openxmlformats.org/officeDocument/2006/relationships/slide" Target="slides/slide108.xml"/><Relationship Id="rId142" Type="http://schemas.openxmlformats.org/officeDocument/2006/relationships/slide" Target="slides/slide129.xml"/><Relationship Id="rId3" Type="http://schemas.openxmlformats.org/officeDocument/2006/relationships/slideMaster" Target="slideMasters/slideMaster1.xml"/><Relationship Id="rId25" Type="http://schemas.openxmlformats.org/officeDocument/2006/relationships/slide" Target="slides/slide12.xml"/><Relationship Id="rId46" Type="http://schemas.openxmlformats.org/officeDocument/2006/relationships/slide" Target="slides/slide33.xml"/><Relationship Id="rId67" Type="http://schemas.openxmlformats.org/officeDocument/2006/relationships/slide" Target="slides/slide54.xml"/><Relationship Id="rId116" Type="http://schemas.openxmlformats.org/officeDocument/2006/relationships/slide" Target="slides/slide103.xml"/><Relationship Id="rId137" Type="http://schemas.openxmlformats.org/officeDocument/2006/relationships/slide" Target="slides/slide124.xml"/><Relationship Id="rId20" Type="http://schemas.openxmlformats.org/officeDocument/2006/relationships/slide" Target="slides/slide7.xml"/><Relationship Id="rId41" Type="http://schemas.openxmlformats.org/officeDocument/2006/relationships/slide" Target="slides/slide28.xml"/><Relationship Id="rId62" Type="http://schemas.openxmlformats.org/officeDocument/2006/relationships/slide" Target="slides/slide49.xml"/><Relationship Id="rId83" Type="http://schemas.openxmlformats.org/officeDocument/2006/relationships/slide" Target="slides/slide70.xml"/><Relationship Id="rId88" Type="http://schemas.openxmlformats.org/officeDocument/2006/relationships/slide" Target="slides/slide75.xml"/><Relationship Id="rId111" Type="http://schemas.openxmlformats.org/officeDocument/2006/relationships/slide" Target="slides/slide98.xml"/><Relationship Id="rId132" Type="http://schemas.openxmlformats.org/officeDocument/2006/relationships/slide" Target="slides/slide119.xml"/><Relationship Id="rId153" Type="http://schemas.openxmlformats.org/officeDocument/2006/relationships/notesMaster" Target="notesMasters/notesMaster1.xml"/><Relationship Id="rId15" Type="http://schemas.openxmlformats.org/officeDocument/2006/relationships/slide" Target="slides/slide2.xml"/><Relationship Id="rId36" Type="http://schemas.openxmlformats.org/officeDocument/2006/relationships/slide" Target="slides/slide23.xml"/><Relationship Id="rId57" Type="http://schemas.openxmlformats.org/officeDocument/2006/relationships/slide" Target="slides/slide44.xml"/><Relationship Id="rId106" Type="http://schemas.openxmlformats.org/officeDocument/2006/relationships/slide" Target="slides/slide93.xml"/><Relationship Id="rId127" Type="http://schemas.openxmlformats.org/officeDocument/2006/relationships/slide" Target="slides/slide114.xml"/><Relationship Id="rId10" Type="http://schemas.openxmlformats.org/officeDocument/2006/relationships/slideMaster" Target="slideMasters/slideMaster8.xml"/><Relationship Id="rId31" Type="http://schemas.openxmlformats.org/officeDocument/2006/relationships/slide" Target="slides/slide18.xml"/><Relationship Id="rId52" Type="http://schemas.openxmlformats.org/officeDocument/2006/relationships/slide" Target="slides/slide39.xml"/><Relationship Id="rId73" Type="http://schemas.openxmlformats.org/officeDocument/2006/relationships/slide" Target="slides/slide60.xml"/><Relationship Id="rId78" Type="http://schemas.openxmlformats.org/officeDocument/2006/relationships/slide" Target="slides/slide65.xml"/><Relationship Id="rId94" Type="http://schemas.openxmlformats.org/officeDocument/2006/relationships/slide" Target="slides/slide81.xml"/><Relationship Id="rId99" Type="http://schemas.openxmlformats.org/officeDocument/2006/relationships/slide" Target="slides/slide86.xml"/><Relationship Id="rId101" Type="http://schemas.openxmlformats.org/officeDocument/2006/relationships/slide" Target="slides/slide88.xml"/><Relationship Id="rId122" Type="http://schemas.openxmlformats.org/officeDocument/2006/relationships/slide" Target="slides/slide109.xml"/><Relationship Id="rId143" Type="http://schemas.openxmlformats.org/officeDocument/2006/relationships/slide" Target="slides/slide130.xml"/><Relationship Id="rId148" Type="http://schemas.openxmlformats.org/officeDocument/2006/relationships/slide" Target="slides/slide135.xml"/><Relationship Id="rId4" Type="http://schemas.openxmlformats.org/officeDocument/2006/relationships/slideMaster" Target="slideMasters/slideMaster2.xml"/><Relationship Id="rId9" Type="http://schemas.openxmlformats.org/officeDocument/2006/relationships/slideMaster" Target="slideMasters/slideMaster7.xml"/><Relationship Id="rId26" Type="http://schemas.openxmlformats.org/officeDocument/2006/relationships/slide" Target="slides/slide13.xml"/><Relationship Id="rId47" Type="http://schemas.openxmlformats.org/officeDocument/2006/relationships/slide" Target="slides/slide34.xml"/><Relationship Id="rId68" Type="http://schemas.openxmlformats.org/officeDocument/2006/relationships/slide" Target="slides/slide55.xml"/><Relationship Id="rId89" Type="http://schemas.openxmlformats.org/officeDocument/2006/relationships/slide" Target="slides/slide76.xml"/><Relationship Id="rId112" Type="http://schemas.openxmlformats.org/officeDocument/2006/relationships/slide" Target="slides/slide99.xml"/><Relationship Id="rId133" Type="http://schemas.openxmlformats.org/officeDocument/2006/relationships/slide" Target="slides/slide120.xml"/><Relationship Id="rId154" Type="http://schemas.openxmlformats.org/officeDocument/2006/relationships/presProps" Target="presProps.xml"/><Relationship Id="rId16" Type="http://schemas.openxmlformats.org/officeDocument/2006/relationships/slide" Target="slides/slide3.xml"/><Relationship Id="rId37" Type="http://schemas.openxmlformats.org/officeDocument/2006/relationships/slide" Target="slides/slide24.xml"/><Relationship Id="rId58" Type="http://schemas.openxmlformats.org/officeDocument/2006/relationships/slide" Target="slides/slide45.xml"/><Relationship Id="rId79" Type="http://schemas.openxmlformats.org/officeDocument/2006/relationships/slide" Target="slides/slide66.xml"/><Relationship Id="rId102" Type="http://schemas.openxmlformats.org/officeDocument/2006/relationships/slide" Target="slides/slide89.xml"/><Relationship Id="rId123" Type="http://schemas.openxmlformats.org/officeDocument/2006/relationships/slide" Target="slides/slide110.xml"/><Relationship Id="rId144" Type="http://schemas.openxmlformats.org/officeDocument/2006/relationships/slide" Target="slides/slide131.xml"/><Relationship Id="rId90" Type="http://schemas.openxmlformats.org/officeDocument/2006/relationships/slide" Target="slides/slide77.xml"/><Relationship Id="rId27" Type="http://schemas.openxmlformats.org/officeDocument/2006/relationships/slide" Target="slides/slide14.xml"/><Relationship Id="rId48" Type="http://schemas.openxmlformats.org/officeDocument/2006/relationships/slide" Target="slides/slide35.xml"/><Relationship Id="rId69" Type="http://schemas.openxmlformats.org/officeDocument/2006/relationships/slide" Target="slides/slide56.xml"/><Relationship Id="rId113" Type="http://schemas.openxmlformats.org/officeDocument/2006/relationships/slide" Target="slides/slide100.xml"/><Relationship Id="rId134" Type="http://schemas.openxmlformats.org/officeDocument/2006/relationships/slide" Target="slides/slide12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082" name="Rectangle 2">
            <a:extLst>
              <a:ext uri="{FF2B5EF4-FFF2-40B4-BE49-F238E27FC236}">
                <a16:creationId xmlns:a16="http://schemas.microsoft.com/office/drawing/2014/main" id="{EC14EEBF-DD2F-2598-59B2-06442AC8BC4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i="0"/>
            </a:lvl1pPr>
          </a:lstStyle>
          <a:p>
            <a:pPr>
              <a:defRPr/>
            </a:pPr>
            <a:endParaRPr lang="en-US" altLang="en-US"/>
          </a:p>
        </p:txBody>
      </p:sp>
      <p:sp>
        <p:nvSpPr>
          <p:cNvPr id="686083" name="Rectangle 3">
            <a:extLst>
              <a:ext uri="{FF2B5EF4-FFF2-40B4-BE49-F238E27FC236}">
                <a16:creationId xmlns:a16="http://schemas.microsoft.com/office/drawing/2014/main" id="{8833502F-6D27-AC4D-5044-B0D43108D52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i="0"/>
            </a:lvl1pPr>
          </a:lstStyle>
          <a:p>
            <a:pPr>
              <a:defRPr/>
            </a:pPr>
            <a:endParaRPr lang="en-US" altLang="en-US"/>
          </a:p>
        </p:txBody>
      </p:sp>
      <p:sp>
        <p:nvSpPr>
          <p:cNvPr id="20484" name="Rectangle 4">
            <a:extLst>
              <a:ext uri="{FF2B5EF4-FFF2-40B4-BE49-F238E27FC236}">
                <a16:creationId xmlns:a16="http://schemas.microsoft.com/office/drawing/2014/main" id="{6EABEC25-61EA-C1D2-4A92-29D60CC06F55}"/>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86085" name="Rectangle 5">
            <a:extLst>
              <a:ext uri="{FF2B5EF4-FFF2-40B4-BE49-F238E27FC236}">
                <a16:creationId xmlns:a16="http://schemas.microsoft.com/office/drawing/2014/main" id="{BAD39438-527A-B62B-09DB-9E8AEDEA55A7}"/>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686086" name="Rectangle 6">
            <a:extLst>
              <a:ext uri="{FF2B5EF4-FFF2-40B4-BE49-F238E27FC236}">
                <a16:creationId xmlns:a16="http://schemas.microsoft.com/office/drawing/2014/main" id="{BC7A3E65-5E3F-5D7F-8CF7-05CFA5FA3425}"/>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i="0"/>
            </a:lvl1pPr>
          </a:lstStyle>
          <a:p>
            <a:pPr>
              <a:defRPr/>
            </a:pPr>
            <a:endParaRPr lang="en-US" altLang="en-US"/>
          </a:p>
        </p:txBody>
      </p:sp>
      <p:sp>
        <p:nvSpPr>
          <p:cNvPr id="686087" name="Rectangle 7">
            <a:extLst>
              <a:ext uri="{FF2B5EF4-FFF2-40B4-BE49-F238E27FC236}">
                <a16:creationId xmlns:a16="http://schemas.microsoft.com/office/drawing/2014/main" id="{FD7EC1DD-18C1-8745-03F0-3588AF3A3B03}"/>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i="0"/>
            </a:lvl1pPr>
          </a:lstStyle>
          <a:p>
            <a:fld id="{42F89CB1-8500-4B7A-A4F1-0C2EBF2D088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E7FE2C5-4216-6B46-4BB0-EEC75C18FAF4}"/>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119AF7BF-C0E0-4224-B51F-12F4D870787E}" type="slidenum">
              <a:rPr lang="en-US" altLang="en-US" b="0" i="0"/>
              <a:pPr/>
              <a:t>1</a:t>
            </a:fld>
            <a:endParaRPr lang="en-US" altLang="en-US" b="0" i="0"/>
          </a:p>
        </p:txBody>
      </p:sp>
      <p:sp>
        <p:nvSpPr>
          <p:cNvPr id="22531" name="Rectangle 2">
            <a:extLst>
              <a:ext uri="{FF2B5EF4-FFF2-40B4-BE49-F238E27FC236}">
                <a16:creationId xmlns:a16="http://schemas.microsoft.com/office/drawing/2014/main" id="{F405CDD1-D193-4BDE-B603-9D542491EB1C}"/>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C874C5E2-1F53-EBEA-C003-B48EF888029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721A40C2-78D2-A648-A312-8D5BF7D5D8A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85403BC-B35D-4E49-98F6-78487BABAE18}" type="slidenum">
              <a:rPr lang="en-US" altLang="en-US" b="0" i="0"/>
              <a:pPr/>
              <a:t>2</a:t>
            </a:fld>
            <a:endParaRPr lang="en-US" altLang="en-US" b="0" i="0"/>
          </a:p>
        </p:txBody>
      </p:sp>
      <p:sp>
        <p:nvSpPr>
          <p:cNvPr id="24579" name="Rectangle 2">
            <a:extLst>
              <a:ext uri="{FF2B5EF4-FFF2-40B4-BE49-F238E27FC236}">
                <a16:creationId xmlns:a16="http://schemas.microsoft.com/office/drawing/2014/main" id="{2933FB72-89AE-B87D-4733-679D627DD4CF}"/>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FC25DCF1-3AD8-EFCF-5B05-90677A2713F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2B39C143-7571-418F-1F1C-1227E2ED7D1F}"/>
              </a:ext>
            </a:extLst>
          </p:cNvPr>
          <p:cNvSpPr>
            <a:spLocks noGrp="1" noChangeArrowheads="1"/>
          </p:cNvSpPr>
          <p:nvPr>
            <p:ph type="sldNum" sz="quarter" idx="5"/>
          </p:nvPr>
        </p:nvSpPr>
        <p:spPr>
          <a:noFill/>
        </p:spPr>
        <p:txBody>
          <a:bodyPr/>
          <a:lstStyle>
            <a:lvl1pPr defTabSz="966788">
              <a:defRPr b="1" i="1">
                <a:solidFill>
                  <a:schemeClr val="tx1"/>
                </a:solidFill>
                <a:latin typeface="Times New Roman" panose="02020603050405020304" pitchFamily="18" charset="0"/>
              </a:defRPr>
            </a:lvl1pPr>
            <a:lvl2pPr marL="742950" indent="-285750" defTabSz="966788">
              <a:defRPr b="1" i="1">
                <a:solidFill>
                  <a:schemeClr val="tx1"/>
                </a:solidFill>
                <a:latin typeface="Times New Roman" panose="02020603050405020304" pitchFamily="18" charset="0"/>
              </a:defRPr>
            </a:lvl2pPr>
            <a:lvl3pPr marL="1143000" indent="-228600" defTabSz="966788">
              <a:defRPr b="1" i="1">
                <a:solidFill>
                  <a:schemeClr val="tx1"/>
                </a:solidFill>
                <a:latin typeface="Times New Roman" panose="02020603050405020304" pitchFamily="18" charset="0"/>
              </a:defRPr>
            </a:lvl3pPr>
            <a:lvl4pPr marL="1600200" indent="-228600" defTabSz="966788">
              <a:defRPr b="1" i="1">
                <a:solidFill>
                  <a:schemeClr val="tx1"/>
                </a:solidFill>
                <a:latin typeface="Times New Roman" panose="02020603050405020304" pitchFamily="18" charset="0"/>
              </a:defRPr>
            </a:lvl4pPr>
            <a:lvl5pPr marL="2057400" indent="-228600" defTabSz="966788">
              <a:defRPr b="1" i="1">
                <a:solidFill>
                  <a:schemeClr val="tx1"/>
                </a:solidFill>
                <a:latin typeface="Times New Roman" panose="02020603050405020304" pitchFamily="18" charset="0"/>
              </a:defRPr>
            </a:lvl5pPr>
            <a:lvl6pPr marL="2514600" indent="-228600" defTabSz="966788"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defTabSz="966788"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defTabSz="966788"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defTabSz="966788" eaLnBrk="0" fontAlgn="base" hangingPunct="0">
              <a:spcBef>
                <a:spcPct val="0"/>
              </a:spcBef>
              <a:spcAft>
                <a:spcPct val="0"/>
              </a:spcAft>
              <a:defRPr b="1" i="1">
                <a:solidFill>
                  <a:schemeClr val="tx1"/>
                </a:solidFill>
                <a:latin typeface="Times New Roman" panose="02020603050405020304" pitchFamily="18" charset="0"/>
              </a:defRPr>
            </a:lvl9pPr>
          </a:lstStyle>
          <a:p>
            <a:pPr eaLnBrk="0" hangingPunct="0"/>
            <a:fld id="{7812420B-EFFF-404A-B9BE-EB789DD6F6DA}" type="slidenum">
              <a:rPr lang="en-US" altLang="en-US" sz="1300" b="0" i="0">
                <a:solidFill>
                  <a:srgbClr val="000000"/>
                </a:solidFill>
              </a:rPr>
              <a:pPr eaLnBrk="0" hangingPunct="0"/>
              <a:t>3</a:t>
            </a:fld>
            <a:endParaRPr lang="en-US" altLang="en-US" sz="1300" b="0" i="0">
              <a:solidFill>
                <a:srgbClr val="000000"/>
              </a:solidFill>
            </a:endParaRPr>
          </a:p>
        </p:txBody>
      </p:sp>
      <p:sp>
        <p:nvSpPr>
          <p:cNvPr id="26627" name="Rectangle 2">
            <a:extLst>
              <a:ext uri="{FF2B5EF4-FFF2-40B4-BE49-F238E27FC236}">
                <a16:creationId xmlns:a16="http://schemas.microsoft.com/office/drawing/2014/main" id="{C01BA10D-9F9D-F19F-AF6E-F59BE170749C}"/>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CCC9F145-14E3-DD37-5FC1-C646CB996B1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84F2191-C629-1F42-D119-5741FCD5B45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EFE7D2AE-4663-4995-99AC-77358B0C1C96}" type="slidenum">
              <a:rPr lang="en-US" altLang="en-US" b="0" i="0"/>
              <a:pPr/>
              <a:t>4</a:t>
            </a:fld>
            <a:endParaRPr lang="en-US" altLang="en-US" b="0" i="0"/>
          </a:p>
        </p:txBody>
      </p:sp>
      <p:sp>
        <p:nvSpPr>
          <p:cNvPr id="28675" name="Rectangle 2">
            <a:extLst>
              <a:ext uri="{FF2B5EF4-FFF2-40B4-BE49-F238E27FC236}">
                <a16:creationId xmlns:a16="http://schemas.microsoft.com/office/drawing/2014/main" id="{728EAA91-408A-11CE-77C0-42791858BDE5}"/>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47B0BDF9-582C-11C3-583D-9DA6CFB420E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2EDE97E3-753A-F163-07B9-BD5DC86D636E}"/>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7EFF064-67D9-4B13-B691-E4E0772806EA}" type="slidenum">
              <a:rPr lang="en-US" altLang="en-US" b="0" i="0"/>
              <a:pPr/>
              <a:t>5</a:t>
            </a:fld>
            <a:endParaRPr lang="en-US" altLang="en-US" b="0" i="0"/>
          </a:p>
        </p:txBody>
      </p:sp>
      <p:sp>
        <p:nvSpPr>
          <p:cNvPr id="30723" name="Rectangle 2">
            <a:extLst>
              <a:ext uri="{FF2B5EF4-FFF2-40B4-BE49-F238E27FC236}">
                <a16:creationId xmlns:a16="http://schemas.microsoft.com/office/drawing/2014/main" id="{E12C7E81-CFC5-7858-FC49-6DF8681C573B}"/>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209883E2-BCBE-D3CA-8860-CC01CAAD539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C877BA3-36CD-D59E-DA80-941FF8C40EB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69AC364-7E62-4750-925A-5E082A9F95A5}" type="slidenum">
              <a:rPr lang="en-US" altLang="en-US" b="0" i="0"/>
              <a:pPr/>
              <a:t>6</a:t>
            </a:fld>
            <a:endParaRPr lang="en-US" altLang="en-US" b="0" i="0"/>
          </a:p>
        </p:txBody>
      </p:sp>
      <p:sp>
        <p:nvSpPr>
          <p:cNvPr id="32771" name="Rectangle 2">
            <a:extLst>
              <a:ext uri="{FF2B5EF4-FFF2-40B4-BE49-F238E27FC236}">
                <a16:creationId xmlns:a16="http://schemas.microsoft.com/office/drawing/2014/main" id="{4A7E78C9-CA36-8539-9B7D-EED64F5ECC0C}"/>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DE4AC9C-8668-8DFE-0FC5-D3B290260D6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B72B064-64D8-D0EF-05F5-158DF1AFBC9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6A329E9-DF1B-4923-9B19-B3B25F107F32}" type="slidenum">
              <a:rPr lang="en-US" altLang="en-US" b="0" i="0"/>
              <a:pPr/>
              <a:t>7</a:t>
            </a:fld>
            <a:endParaRPr lang="en-US" altLang="en-US" b="0" i="0"/>
          </a:p>
        </p:txBody>
      </p:sp>
      <p:sp>
        <p:nvSpPr>
          <p:cNvPr id="34819" name="Rectangle 2">
            <a:extLst>
              <a:ext uri="{FF2B5EF4-FFF2-40B4-BE49-F238E27FC236}">
                <a16:creationId xmlns:a16="http://schemas.microsoft.com/office/drawing/2014/main" id="{56A8B0B3-FAEE-3778-5271-7485C20FF5A9}"/>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D471934A-65EF-ACBB-196D-A0DC177D950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04C3089-BC5E-D864-9AFA-8AFD0DF8B6C4}"/>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7A9F3EB-3844-446B-93E8-D8BD9DA76C61}" type="slidenum">
              <a:rPr lang="en-US" altLang="en-US" b="0" i="0"/>
              <a:pPr/>
              <a:t>8</a:t>
            </a:fld>
            <a:endParaRPr lang="en-US" altLang="en-US" b="0" i="0"/>
          </a:p>
        </p:txBody>
      </p:sp>
      <p:sp>
        <p:nvSpPr>
          <p:cNvPr id="36867" name="Rectangle 2">
            <a:extLst>
              <a:ext uri="{FF2B5EF4-FFF2-40B4-BE49-F238E27FC236}">
                <a16:creationId xmlns:a16="http://schemas.microsoft.com/office/drawing/2014/main" id="{3CFDFA76-A446-BE11-096F-643C4B984895}"/>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8E432DD8-6A63-7B5B-AD4B-A129F0DD5CE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910A3C95-4516-3A78-DC95-A2185FEC739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3640A2E-A340-476D-AE71-E3D53100A6CB}" type="slidenum">
              <a:rPr lang="en-US" altLang="en-US" b="0" i="0"/>
              <a:pPr/>
              <a:t>9</a:t>
            </a:fld>
            <a:endParaRPr lang="en-US" altLang="en-US" b="0" i="0"/>
          </a:p>
        </p:txBody>
      </p:sp>
      <p:sp>
        <p:nvSpPr>
          <p:cNvPr id="38915" name="Rectangle 2">
            <a:extLst>
              <a:ext uri="{FF2B5EF4-FFF2-40B4-BE49-F238E27FC236}">
                <a16:creationId xmlns:a16="http://schemas.microsoft.com/office/drawing/2014/main" id="{3A69DC60-5626-CEAC-1D01-ED1B167B8D75}"/>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788219B9-731D-3F22-9A1B-24A2507C307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6BA34C45-2A11-8635-E8F2-932A37C18DE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4EE1F583-90E5-4D82-8AB3-C1FAB87C71A9}" type="slidenum">
              <a:rPr lang="en-US" altLang="en-US" b="0" i="0"/>
              <a:pPr/>
              <a:t>10</a:t>
            </a:fld>
            <a:endParaRPr lang="en-US" altLang="en-US" b="0" i="0"/>
          </a:p>
        </p:txBody>
      </p:sp>
      <p:sp>
        <p:nvSpPr>
          <p:cNvPr id="40963" name="Rectangle 2">
            <a:extLst>
              <a:ext uri="{FF2B5EF4-FFF2-40B4-BE49-F238E27FC236}">
                <a16:creationId xmlns:a16="http://schemas.microsoft.com/office/drawing/2014/main" id="{31FED176-6ACC-2DC1-0241-87BDAC8D2FD4}"/>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539D957-4C50-87AB-5801-07368DB17B5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1D05CFE-9257-9611-3C03-0363C42C7DF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2F6A863-5866-4D72-87F6-62EB39A1B018}" type="slidenum">
              <a:rPr lang="en-US" altLang="en-US" b="0" i="0"/>
              <a:pPr/>
              <a:t>11</a:t>
            </a:fld>
            <a:endParaRPr lang="en-US" altLang="en-US" b="0" i="0"/>
          </a:p>
        </p:txBody>
      </p:sp>
      <p:sp>
        <p:nvSpPr>
          <p:cNvPr id="43011" name="Rectangle 2">
            <a:extLst>
              <a:ext uri="{FF2B5EF4-FFF2-40B4-BE49-F238E27FC236}">
                <a16:creationId xmlns:a16="http://schemas.microsoft.com/office/drawing/2014/main" id="{73DA63ED-0133-EACC-C3F6-4DC343A02F83}"/>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45B0BC5D-CC1D-3F28-6A22-27D5D206400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81B59298-D3D2-AF59-B24B-26DA1D60711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85DD60C-F8D1-4466-9706-A628D441D40C}" type="slidenum">
              <a:rPr lang="en-US" altLang="en-US" b="0" i="0"/>
              <a:pPr/>
              <a:t>12</a:t>
            </a:fld>
            <a:endParaRPr lang="en-US" altLang="en-US" b="0" i="0"/>
          </a:p>
        </p:txBody>
      </p:sp>
      <p:sp>
        <p:nvSpPr>
          <p:cNvPr id="45059" name="Rectangle 2">
            <a:extLst>
              <a:ext uri="{FF2B5EF4-FFF2-40B4-BE49-F238E27FC236}">
                <a16:creationId xmlns:a16="http://schemas.microsoft.com/office/drawing/2014/main" id="{A6CC3401-C466-0EC6-5C72-49B239963079}"/>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5BCCF7F0-775B-99FF-B9DC-90531D463DF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58360900-8379-596C-3D8A-8B817C2A126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2C2CC4C-27FC-4556-9F74-D57DF33775EF}" type="slidenum">
              <a:rPr lang="en-US" altLang="en-US" b="0" i="0"/>
              <a:pPr/>
              <a:t>14</a:t>
            </a:fld>
            <a:endParaRPr lang="en-US" altLang="en-US" b="0" i="0"/>
          </a:p>
        </p:txBody>
      </p:sp>
      <p:sp>
        <p:nvSpPr>
          <p:cNvPr id="48131" name="Rectangle 2">
            <a:extLst>
              <a:ext uri="{FF2B5EF4-FFF2-40B4-BE49-F238E27FC236}">
                <a16:creationId xmlns:a16="http://schemas.microsoft.com/office/drawing/2014/main" id="{87977C2E-0E99-99B4-AEBC-C89C8CD18992}"/>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6A9BE03D-91FC-F363-A95F-A2EFF2FF3B9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1B2DECBA-DC64-7C60-A17E-5BEC0CF8FDA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52D9AB2B-CAD6-4644-B212-A6B073F926DC}" type="slidenum">
              <a:rPr lang="en-US" altLang="en-US" b="0" i="0"/>
              <a:pPr/>
              <a:t>15</a:t>
            </a:fld>
            <a:endParaRPr lang="en-US" altLang="en-US" b="0" i="0"/>
          </a:p>
        </p:txBody>
      </p:sp>
      <p:sp>
        <p:nvSpPr>
          <p:cNvPr id="50179" name="Rectangle 2">
            <a:extLst>
              <a:ext uri="{FF2B5EF4-FFF2-40B4-BE49-F238E27FC236}">
                <a16:creationId xmlns:a16="http://schemas.microsoft.com/office/drawing/2014/main" id="{E39CB55C-5585-D61B-823C-56C8E685D306}"/>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01BD72D8-2284-58D1-DB81-AF03B7444B15}"/>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B4324608-4553-C57F-D597-DE5EC1660F4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BF6EECE-846D-43E2-A75A-1BC47A47F98C}" type="slidenum">
              <a:rPr lang="en-US" altLang="en-US" b="0" i="0"/>
              <a:pPr/>
              <a:t>16</a:t>
            </a:fld>
            <a:endParaRPr lang="en-US" altLang="en-US" b="0" i="0"/>
          </a:p>
        </p:txBody>
      </p:sp>
      <p:sp>
        <p:nvSpPr>
          <p:cNvPr id="52227" name="Rectangle 2">
            <a:extLst>
              <a:ext uri="{FF2B5EF4-FFF2-40B4-BE49-F238E27FC236}">
                <a16:creationId xmlns:a16="http://schemas.microsoft.com/office/drawing/2014/main" id="{BC8244BC-F874-FF68-5264-31D39AE77BC1}"/>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C4F4C0F4-1D65-2ED1-4299-D0E525DB543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B8B3371C-3B49-528B-D8DB-A18B402CE10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12E5EBC-2FA2-4CBD-A791-0E41A2AE1008}" type="slidenum">
              <a:rPr lang="en-US" altLang="en-US" b="0" i="0"/>
              <a:pPr/>
              <a:t>17</a:t>
            </a:fld>
            <a:endParaRPr lang="en-US" altLang="en-US" b="0" i="0"/>
          </a:p>
        </p:txBody>
      </p:sp>
      <p:sp>
        <p:nvSpPr>
          <p:cNvPr id="54275" name="Rectangle 2">
            <a:extLst>
              <a:ext uri="{FF2B5EF4-FFF2-40B4-BE49-F238E27FC236}">
                <a16:creationId xmlns:a16="http://schemas.microsoft.com/office/drawing/2014/main" id="{635B0A99-2236-B69B-70E8-D84A863667CA}"/>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02AC94C0-F34C-79D0-5659-8A036E37BF1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0757E88A-AC02-0D29-BCA1-BFFF33ECC685}"/>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0DA818F-4538-475A-B8F0-82279879EA4E}" type="slidenum">
              <a:rPr lang="en-US" altLang="en-US" b="0" i="0"/>
              <a:pPr/>
              <a:t>18</a:t>
            </a:fld>
            <a:endParaRPr lang="en-US" altLang="en-US" b="0" i="0"/>
          </a:p>
        </p:txBody>
      </p:sp>
      <p:sp>
        <p:nvSpPr>
          <p:cNvPr id="56323" name="Rectangle 2">
            <a:extLst>
              <a:ext uri="{FF2B5EF4-FFF2-40B4-BE49-F238E27FC236}">
                <a16:creationId xmlns:a16="http://schemas.microsoft.com/office/drawing/2014/main" id="{78033E89-971B-653D-147A-D3C32DA751A4}"/>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220D3683-4B56-9E79-042A-C5DA736E4A9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AEBBF027-4261-9D40-DDCF-65227182E742}"/>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83494B4-FE94-4F67-BC80-CF15D9FCA5DC}" type="slidenum">
              <a:rPr lang="en-US" altLang="en-US" b="0" i="0"/>
              <a:pPr/>
              <a:t>19</a:t>
            </a:fld>
            <a:endParaRPr lang="en-US" altLang="en-US" b="0" i="0"/>
          </a:p>
        </p:txBody>
      </p:sp>
      <p:sp>
        <p:nvSpPr>
          <p:cNvPr id="58371" name="Rectangle 2">
            <a:extLst>
              <a:ext uri="{FF2B5EF4-FFF2-40B4-BE49-F238E27FC236}">
                <a16:creationId xmlns:a16="http://schemas.microsoft.com/office/drawing/2014/main" id="{A7947AC9-DAA8-6EBE-52BA-1524CE630BA7}"/>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ADE82C47-6E98-C6BF-FCD6-BA9758BBA95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137D8F74-209E-82AB-040C-30902CC64014}"/>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C549B4D-FBCD-436C-B836-5DBD73E360FD}" type="slidenum">
              <a:rPr lang="en-US" altLang="en-US" b="0" i="0"/>
              <a:pPr/>
              <a:t>20</a:t>
            </a:fld>
            <a:endParaRPr lang="en-US" altLang="en-US" b="0" i="0"/>
          </a:p>
        </p:txBody>
      </p:sp>
      <p:sp>
        <p:nvSpPr>
          <p:cNvPr id="60419" name="Rectangle 2">
            <a:extLst>
              <a:ext uri="{FF2B5EF4-FFF2-40B4-BE49-F238E27FC236}">
                <a16:creationId xmlns:a16="http://schemas.microsoft.com/office/drawing/2014/main" id="{B5ED6CEA-51C0-AB58-3619-5FC0709B9944}"/>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6C13027A-4E67-83B4-796E-2C7DD1851C0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2998988-CB3E-5E8D-6522-391CD5FB0B1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19C6C72-9C03-4FE9-80BA-A491D49EFDC8}" type="slidenum">
              <a:rPr lang="en-US" altLang="en-US" b="0" i="0"/>
              <a:pPr/>
              <a:t>21</a:t>
            </a:fld>
            <a:endParaRPr lang="en-US" altLang="en-US" b="0" i="0"/>
          </a:p>
        </p:txBody>
      </p:sp>
      <p:sp>
        <p:nvSpPr>
          <p:cNvPr id="62467" name="Rectangle 2">
            <a:extLst>
              <a:ext uri="{FF2B5EF4-FFF2-40B4-BE49-F238E27FC236}">
                <a16:creationId xmlns:a16="http://schemas.microsoft.com/office/drawing/2014/main" id="{8B63382A-A0C1-6419-2B69-3569369917D5}"/>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432D0418-9CF1-1620-9748-5AF44837974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BD261FA-3A1B-1C3C-662B-E5010C3908F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90A8722-85AE-46F5-8A2D-C91467AF3721}" type="slidenum">
              <a:rPr lang="en-US" altLang="en-US" b="0" i="0"/>
              <a:pPr/>
              <a:t>22</a:t>
            </a:fld>
            <a:endParaRPr lang="en-US" altLang="en-US" b="0" i="0"/>
          </a:p>
        </p:txBody>
      </p:sp>
      <p:sp>
        <p:nvSpPr>
          <p:cNvPr id="64515" name="Rectangle 2">
            <a:extLst>
              <a:ext uri="{FF2B5EF4-FFF2-40B4-BE49-F238E27FC236}">
                <a16:creationId xmlns:a16="http://schemas.microsoft.com/office/drawing/2014/main" id="{87980417-D1CE-5AB8-8061-E39904948929}"/>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A8D2A412-F3DF-C27A-81E3-414AD22101E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D76F7E01-7F1B-5866-4718-FC73891D0F6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DA4B27D-7464-4BFD-8FE2-64E03DB3DE12}" type="slidenum">
              <a:rPr lang="en-US" altLang="en-US" b="0" i="0"/>
              <a:pPr/>
              <a:t>23</a:t>
            </a:fld>
            <a:endParaRPr lang="en-US" altLang="en-US" b="0" i="0"/>
          </a:p>
        </p:txBody>
      </p:sp>
      <p:sp>
        <p:nvSpPr>
          <p:cNvPr id="66563" name="Rectangle 2">
            <a:extLst>
              <a:ext uri="{FF2B5EF4-FFF2-40B4-BE49-F238E27FC236}">
                <a16:creationId xmlns:a16="http://schemas.microsoft.com/office/drawing/2014/main" id="{09F42C2C-903A-D0BE-CFDF-FDF8088F9507}"/>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41D1D99A-07D2-AFC7-DE02-24DE2AFBF31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6F13DAE8-D40E-5671-7C7D-E683FCF7C1D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4E605CC-C417-4D0E-B12E-57EA26AFC832}" type="slidenum">
              <a:rPr lang="en-US" altLang="en-US" b="0" i="0">
                <a:solidFill>
                  <a:srgbClr val="000000"/>
                </a:solidFill>
              </a:rPr>
              <a:pPr/>
              <a:t>24</a:t>
            </a:fld>
            <a:endParaRPr lang="en-US" altLang="en-US" b="0" i="0">
              <a:solidFill>
                <a:srgbClr val="000000"/>
              </a:solidFill>
            </a:endParaRPr>
          </a:p>
        </p:txBody>
      </p:sp>
      <p:sp>
        <p:nvSpPr>
          <p:cNvPr id="68611" name="Rectangle 2">
            <a:extLst>
              <a:ext uri="{FF2B5EF4-FFF2-40B4-BE49-F238E27FC236}">
                <a16:creationId xmlns:a16="http://schemas.microsoft.com/office/drawing/2014/main" id="{7978A18C-6A96-D7C0-222F-5BD58C41C874}"/>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F192E1AD-FBF3-721A-4F72-958FAED8E19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5714C23-E063-2419-D8F0-F384483282FF}"/>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C4C5066-7BD4-4093-9E8F-D80A8BEB25C5}" type="slidenum">
              <a:rPr lang="en-US" altLang="en-US" b="0" i="0"/>
              <a:pPr/>
              <a:t>25</a:t>
            </a:fld>
            <a:endParaRPr lang="en-US" altLang="en-US" b="0" i="0"/>
          </a:p>
        </p:txBody>
      </p:sp>
      <p:sp>
        <p:nvSpPr>
          <p:cNvPr id="70659" name="Rectangle 2">
            <a:extLst>
              <a:ext uri="{FF2B5EF4-FFF2-40B4-BE49-F238E27FC236}">
                <a16:creationId xmlns:a16="http://schemas.microsoft.com/office/drawing/2014/main" id="{D87CA502-D8BE-54ED-72AF-4698CA2DF2CE}"/>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ACB7990D-A9EA-137A-4860-40EF442E7F4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2337E47A-8D43-B50F-E597-9C9ACFBAD71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2974FBE-F300-422F-AF64-922A52759FC4}" type="slidenum">
              <a:rPr lang="en-US" altLang="en-US" b="0" i="0"/>
              <a:pPr/>
              <a:t>26</a:t>
            </a:fld>
            <a:endParaRPr lang="en-US" altLang="en-US" b="0" i="0"/>
          </a:p>
        </p:txBody>
      </p:sp>
      <p:sp>
        <p:nvSpPr>
          <p:cNvPr id="72707" name="Rectangle 2">
            <a:extLst>
              <a:ext uri="{FF2B5EF4-FFF2-40B4-BE49-F238E27FC236}">
                <a16:creationId xmlns:a16="http://schemas.microsoft.com/office/drawing/2014/main" id="{BA88BBC9-2D7B-8D91-2D73-4451D4CFB048}"/>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0F5D3A44-0D2E-F9B6-8907-F708B3A25CF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2D7E411-CBEE-A111-9CB0-9495FD2EA99C}"/>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227F920-219F-4BDD-87F2-C7B67E0899C8}" type="slidenum">
              <a:rPr lang="en-US" altLang="en-US" b="0" i="0"/>
              <a:pPr/>
              <a:t>27</a:t>
            </a:fld>
            <a:endParaRPr lang="en-US" altLang="en-US" b="0" i="0"/>
          </a:p>
        </p:txBody>
      </p:sp>
      <p:sp>
        <p:nvSpPr>
          <p:cNvPr id="74755" name="Rectangle 2">
            <a:extLst>
              <a:ext uri="{FF2B5EF4-FFF2-40B4-BE49-F238E27FC236}">
                <a16:creationId xmlns:a16="http://schemas.microsoft.com/office/drawing/2014/main" id="{B5218C36-ECDD-3E9F-983F-5DC5BAAF7DFC}"/>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3B2A9AFE-1659-CFF2-236D-0BD76F1ADE1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AB34AE86-943C-438D-7C3B-EE7F6936081D}"/>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6A0305A-686A-405D-A5AA-C42F8F15DE37}" type="slidenum">
              <a:rPr lang="en-US" altLang="en-US" b="0" i="0"/>
              <a:pPr/>
              <a:t>28</a:t>
            </a:fld>
            <a:endParaRPr lang="en-US" altLang="en-US" b="0" i="0"/>
          </a:p>
        </p:txBody>
      </p:sp>
      <p:sp>
        <p:nvSpPr>
          <p:cNvPr id="76803" name="Rectangle 2">
            <a:extLst>
              <a:ext uri="{FF2B5EF4-FFF2-40B4-BE49-F238E27FC236}">
                <a16:creationId xmlns:a16="http://schemas.microsoft.com/office/drawing/2014/main" id="{C2A3E0B1-7226-3C5B-3D0E-2886A5134291}"/>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BC4463A2-D81E-DD59-DE8D-850B6F45B7B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668CA878-BD05-4396-5FC4-90DDAC41FD2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A7EB2369-06A1-4555-B78D-F8CB9BC64DAE}" type="slidenum">
              <a:rPr lang="en-US" altLang="en-US" b="0" i="0"/>
              <a:pPr/>
              <a:t>29</a:t>
            </a:fld>
            <a:endParaRPr lang="en-US" altLang="en-US" b="0" i="0"/>
          </a:p>
        </p:txBody>
      </p:sp>
      <p:sp>
        <p:nvSpPr>
          <p:cNvPr id="78851" name="Rectangle 2">
            <a:extLst>
              <a:ext uri="{FF2B5EF4-FFF2-40B4-BE49-F238E27FC236}">
                <a16:creationId xmlns:a16="http://schemas.microsoft.com/office/drawing/2014/main" id="{4935EA03-4B75-2694-8FC2-2892C50765B7}"/>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3C3B24B6-8613-906A-425F-4EC418C3F0F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43B9E62A-2634-C569-A17D-91C89F0289E2}"/>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753C661C-78FE-4842-A6A3-08EC2729F443}" type="slidenum">
              <a:rPr lang="en-US" altLang="en-US" b="0" i="0"/>
              <a:pPr/>
              <a:t>30</a:t>
            </a:fld>
            <a:endParaRPr lang="en-US" altLang="en-US" b="0" i="0"/>
          </a:p>
        </p:txBody>
      </p:sp>
      <p:sp>
        <p:nvSpPr>
          <p:cNvPr id="80899" name="Rectangle 2">
            <a:extLst>
              <a:ext uri="{FF2B5EF4-FFF2-40B4-BE49-F238E27FC236}">
                <a16:creationId xmlns:a16="http://schemas.microsoft.com/office/drawing/2014/main" id="{27F1CA2B-081F-42A6-7F89-ED0320BC54E9}"/>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4738832C-CBA8-A3A2-257E-519998618BC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683FE26A-9011-80E5-6B5B-29E5FAED62EA}"/>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3C1C622-62C1-43CF-ADC3-2671CBFBBDCD}" type="slidenum">
              <a:rPr lang="en-US" altLang="en-US" b="0" i="0"/>
              <a:pPr/>
              <a:t>31</a:t>
            </a:fld>
            <a:endParaRPr lang="en-US" altLang="en-US" b="0" i="0"/>
          </a:p>
        </p:txBody>
      </p:sp>
      <p:sp>
        <p:nvSpPr>
          <p:cNvPr id="82947" name="Rectangle 2">
            <a:extLst>
              <a:ext uri="{FF2B5EF4-FFF2-40B4-BE49-F238E27FC236}">
                <a16:creationId xmlns:a16="http://schemas.microsoft.com/office/drawing/2014/main" id="{61461C8F-7C10-C069-C97E-7410169CE2B5}"/>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B0949B03-F1E9-C650-2D70-7AECE787E1A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DB0AC9E5-3FD5-2DD7-D012-8DA0BFD2AAF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3222795-9F5D-4480-9B8B-B942C8E772C3}" type="slidenum">
              <a:rPr lang="en-US" altLang="en-US" b="0" i="0"/>
              <a:pPr/>
              <a:t>32</a:t>
            </a:fld>
            <a:endParaRPr lang="en-US" altLang="en-US" b="0" i="0"/>
          </a:p>
        </p:txBody>
      </p:sp>
      <p:sp>
        <p:nvSpPr>
          <p:cNvPr id="84995" name="Rectangle 2">
            <a:extLst>
              <a:ext uri="{FF2B5EF4-FFF2-40B4-BE49-F238E27FC236}">
                <a16:creationId xmlns:a16="http://schemas.microsoft.com/office/drawing/2014/main" id="{27DD974F-0DDE-C8E1-595F-0D10BE942B5A}"/>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3BBB56F9-535B-3860-4FAF-2D5525A45C8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2EEDDB9A-9C6D-EBE1-49D1-851D0ED1836C}"/>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A85BF10C-E1B5-4920-AFAC-DCF44B27D3BB}" type="slidenum">
              <a:rPr lang="en-US" altLang="en-US" b="0" i="0"/>
              <a:pPr/>
              <a:t>33</a:t>
            </a:fld>
            <a:endParaRPr lang="en-US" altLang="en-US" b="0" i="0"/>
          </a:p>
        </p:txBody>
      </p:sp>
      <p:sp>
        <p:nvSpPr>
          <p:cNvPr id="87043" name="Rectangle 2">
            <a:extLst>
              <a:ext uri="{FF2B5EF4-FFF2-40B4-BE49-F238E27FC236}">
                <a16:creationId xmlns:a16="http://schemas.microsoft.com/office/drawing/2014/main" id="{2767262E-3DF1-1709-8BEE-E99234C1CB50}"/>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B2B9FE6F-8095-A727-6D44-12585CC0C60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963292C3-566C-5764-AF08-2A8B11046FBC}"/>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66E2A1A-55F0-43BC-B58A-CD1D338159F4}" type="slidenum">
              <a:rPr lang="en-US" altLang="en-US" b="0" i="0"/>
              <a:pPr/>
              <a:t>34</a:t>
            </a:fld>
            <a:endParaRPr lang="en-US" altLang="en-US" b="0" i="0"/>
          </a:p>
        </p:txBody>
      </p:sp>
      <p:sp>
        <p:nvSpPr>
          <p:cNvPr id="89091" name="Rectangle 2">
            <a:extLst>
              <a:ext uri="{FF2B5EF4-FFF2-40B4-BE49-F238E27FC236}">
                <a16:creationId xmlns:a16="http://schemas.microsoft.com/office/drawing/2014/main" id="{BD61832C-76EC-6D9E-F669-356A493440CA}"/>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CA7662E4-262C-4CF7-6D94-76A23F994DB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061E90E8-0598-922C-15F1-07397A427C2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41AAC062-6544-49B6-969F-BD4EE1DC1B41}" type="slidenum">
              <a:rPr lang="en-US" altLang="en-US" b="0" i="0"/>
              <a:pPr/>
              <a:t>35</a:t>
            </a:fld>
            <a:endParaRPr lang="en-US" altLang="en-US" b="0" i="0"/>
          </a:p>
        </p:txBody>
      </p:sp>
      <p:sp>
        <p:nvSpPr>
          <p:cNvPr id="91139" name="Rectangle 2">
            <a:extLst>
              <a:ext uri="{FF2B5EF4-FFF2-40B4-BE49-F238E27FC236}">
                <a16:creationId xmlns:a16="http://schemas.microsoft.com/office/drawing/2014/main" id="{3139B14C-97E8-7A9F-2E05-43306880B155}"/>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38848B52-81AA-E9C3-82FD-C829839A015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2E6978C9-017B-A06D-BABE-59E06F3224B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74A1F61-2933-428D-A235-3E88BBCC3A4E}" type="slidenum">
              <a:rPr lang="en-US" altLang="en-US" b="0" i="0"/>
              <a:pPr/>
              <a:t>36</a:t>
            </a:fld>
            <a:endParaRPr lang="en-US" altLang="en-US" b="0" i="0"/>
          </a:p>
        </p:txBody>
      </p:sp>
      <p:sp>
        <p:nvSpPr>
          <p:cNvPr id="93187" name="Rectangle 2">
            <a:extLst>
              <a:ext uri="{FF2B5EF4-FFF2-40B4-BE49-F238E27FC236}">
                <a16:creationId xmlns:a16="http://schemas.microsoft.com/office/drawing/2014/main" id="{401FD47D-849D-AB3E-15FA-28E34A24312D}"/>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4362E00D-88AB-EE91-466D-69241FDBBDC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BBBC640-86AF-CD8A-48A4-73533E09D485}"/>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94839B5B-345C-40CD-B467-50E16FC87EBB}" type="slidenum">
              <a:rPr lang="en-US" altLang="en-US" b="0" i="0"/>
              <a:pPr/>
              <a:t>37</a:t>
            </a:fld>
            <a:endParaRPr lang="en-US" altLang="en-US" b="0" i="0"/>
          </a:p>
        </p:txBody>
      </p:sp>
      <p:sp>
        <p:nvSpPr>
          <p:cNvPr id="95235" name="Rectangle 2">
            <a:extLst>
              <a:ext uri="{FF2B5EF4-FFF2-40B4-BE49-F238E27FC236}">
                <a16:creationId xmlns:a16="http://schemas.microsoft.com/office/drawing/2014/main" id="{530B7EEA-D2AF-F56B-7D96-D153DD6D3F27}"/>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DCA86C65-3D96-F3A9-EAAD-8F219DB0E10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5F8FBF38-A4DF-0288-FDC9-758C86293A9A}"/>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E63C5EE-8249-435E-9D32-16CD93AD0A08}" type="slidenum">
              <a:rPr lang="en-US" altLang="en-US" b="0" i="0"/>
              <a:pPr/>
              <a:t>38</a:t>
            </a:fld>
            <a:endParaRPr lang="en-US" altLang="en-US" b="0" i="0"/>
          </a:p>
        </p:txBody>
      </p:sp>
      <p:sp>
        <p:nvSpPr>
          <p:cNvPr id="97283" name="Rectangle 2">
            <a:extLst>
              <a:ext uri="{FF2B5EF4-FFF2-40B4-BE49-F238E27FC236}">
                <a16:creationId xmlns:a16="http://schemas.microsoft.com/office/drawing/2014/main" id="{0CC3A318-D5A5-E8D4-FC22-0C438A5DB886}"/>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C0385E04-B1DD-88B4-869F-AD21C6811EE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DDA71CC-7EB3-6B85-0A58-A2936FB32AF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136201A7-25D0-47BF-9FA1-1BDB90AA439B}" type="slidenum">
              <a:rPr lang="en-US" altLang="en-US" b="0" i="0"/>
              <a:pPr/>
              <a:t>39</a:t>
            </a:fld>
            <a:endParaRPr lang="en-US" altLang="en-US" b="0" i="0"/>
          </a:p>
        </p:txBody>
      </p:sp>
      <p:sp>
        <p:nvSpPr>
          <p:cNvPr id="99331" name="Rectangle 2">
            <a:extLst>
              <a:ext uri="{FF2B5EF4-FFF2-40B4-BE49-F238E27FC236}">
                <a16:creationId xmlns:a16="http://schemas.microsoft.com/office/drawing/2014/main" id="{9BC9A1B7-E61A-491B-99FC-15CD2B2A7669}"/>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79DB7558-89F8-AF56-3224-0C38F01F47B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D6DBB5F6-3F90-7F8F-3543-221F513195C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014C52E-D728-4454-9C01-446E7B49C957}" type="slidenum">
              <a:rPr lang="en-US" altLang="en-US" b="0" i="0"/>
              <a:pPr/>
              <a:t>40</a:t>
            </a:fld>
            <a:endParaRPr lang="en-US" altLang="en-US" b="0" i="0"/>
          </a:p>
        </p:txBody>
      </p:sp>
      <p:sp>
        <p:nvSpPr>
          <p:cNvPr id="101379" name="Rectangle 2">
            <a:extLst>
              <a:ext uri="{FF2B5EF4-FFF2-40B4-BE49-F238E27FC236}">
                <a16:creationId xmlns:a16="http://schemas.microsoft.com/office/drawing/2014/main" id="{BB14D0AC-D2CF-C1F4-7223-E77DE59B194B}"/>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A45A6F94-A908-586D-9AD3-0F137AF11BC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0BEA7A19-C103-6C0A-4390-8A537706653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E51D871-C590-4A45-B612-3CEBF4EC9D84}" type="slidenum">
              <a:rPr lang="en-US" altLang="en-US" b="0" i="0"/>
              <a:pPr/>
              <a:t>42</a:t>
            </a:fld>
            <a:endParaRPr lang="en-US" altLang="en-US" b="0" i="0"/>
          </a:p>
        </p:txBody>
      </p:sp>
      <p:sp>
        <p:nvSpPr>
          <p:cNvPr id="104451" name="Rectangle 2">
            <a:extLst>
              <a:ext uri="{FF2B5EF4-FFF2-40B4-BE49-F238E27FC236}">
                <a16:creationId xmlns:a16="http://schemas.microsoft.com/office/drawing/2014/main" id="{778CD824-F3EB-A1EC-3FD9-D4AC3DD62E57}"/>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2A001235-AB91-F8C8-0876-F8243441BA2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B827C549-BE70-99BC-2E02-87F66AD3ABC5}"/>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1696CCB-47A0-4ECD-A30C-8FF646A4A714}" type="slidenum">
              <a:rPr lang="en-US" altLang="en-US" b="0" i="0"/>
              <a:pPr/>
              <a:t>43</a:t>
            </a:fld>
            <a:endParaRPr lang="en-US" altLang="en-US" b="0" i="0"/>
          </a:p>
        </p:txBody>
      </p:sp>
      <p:sp>
        <p:nvSpPr>
          <p:cNvPr id="106499" name="Rectangle 2">
            <a:extLst>
              <a:ext uri="{FF2B5EF4-FFF2-40B4-BE49-F238E27FC236}">
                <a16:creationId xmlns:a16="http://schemas.microsoft.com/office/drawing/2014/main" id="{355F3E72-9105-71D2-3E0F-9BE224983199}"/>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D4F11E44-B2A3-1B11-C573-5F598E3615A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F2E8384A-6F9F-B269-EB06-F14C96CC9E3F}"/>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86BE58D-8E1F-4EAE-8100-BE3550B3D317}" type="slidenum">
              <a:rPr lang="en-US" altLang="en-US" b="0" i="0"/>
              <a:pPr/>
              <a:t>44</a:t>
            </a:fld>
            <a:endParaRPr lang="en-US" altLang="en-US" b="0" i="0"/>
          </a:p>
        </p:txBody>
      </p:sp>
      <p:sp>
        <p:nvSpPr>
          <p:cNvPr id="108547" name="Rectangle 2">
            <a:extLst>
              <a:ext uri="{FF2B5EF4-FFF2-40B4-BE49-F238E27FC236}">
                <a16:creationId xmlns:a16="http://schemas.microsoft.com/office/drawing/2014/main" id="{2E7C95A3-7918-E8C5-9FF4-E571CE1EE59F}"/>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C615CF80-2411-D4F7-307D-58502AF0C99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3AAF2C1B-E02C-6745-21F0-1AC8A499CAD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9A0ED05C-0D16-4B11-B663-70A3D91B7645}" type="slidenum">
              <a:rPr lang="en-US" altLang="en-US" b="0" i="0"/>
              <a:pPr/>
              <a:t>45</a:t>
            </a:fld>
            <a:endParaRPr lang="en-US" altLang="en-US" b="0" i="0"/>
          </a:p>
        </p:txBody>
      </p:sp>
      <p:sp>
        <p:nvSpPr>
          <p:cNvPr id="110595" name="Rectangle 2">
            <a:extLst>
              <a:ext uri="{FF2B5EF4-FFF2-40B4-BE49-F238E27FC236}">
                <a16:creationId xmlns:a16="http://schemas.microsoft.com/office/drawing/2014/main" id="{6D397C3F-44E9-2FF6-0CD7-BE1B9FA6322E}"/>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546DB863-6C1E-6D42-1FD6-838996FB3C2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AD17D441-37A8-DAB5-0E86-E3EDC818C0BA}"/>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D22B7A5-8D44-44F5-B990-7249B1A77FB8}" type="slidenum">
              <a:rPr lang="en-US" altLang="en-US" b="0" i="0"/>
              <a:pPr/>
              <a:t>46</a:t>
            </a:fld>
            <a:endParaRPr lang="en-US" altLang="en-US" b="0" i="0"/>
          </a:p>
        </p:txBody>
      </p:sp>
      <p:sp>
        <p:nvSpPr>
          <p:cNvPr id="112643" name="Rectangle 2">
            <a:extLst>
              <a:ext uri="{FF2B5EF4-FFF2-40B4-BE49-F238E27FC236}">
                <a16:creationId xmlns:a16="http://schemas.microsoft.com/office/drawing/2014/main" id="{B423CD4C-862E-B754-5444-3AD7FE4F011B}"/>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6DDDBE2F-0922-0B6E-7876-6DC45728BC2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640AE87B-2CEF-15CF-EE29-F85D345B8461}"/>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9892B6E5-BF3E-49D9-BF5F-D34D55D4F3D9}" type="slidenum">
              <a:rPr lang="en-US" altLang="en-US" b="0" i="0"/>
              <a:pPr/>
              <a:t>47</a:t>
            </a:fld>
            <a:endParaRPr lang="en-US" altLang="en-US" b="0" i="0"/>
          </a:p>
        </p:txBody>
      </p:sp>
      <p:sp>
        <p:nvSpPr>
          <p:cNvPr id="114691" name="Rectangle 2">
            <a:extLst>
              <a:ext uri="{FF2B5EF4-FFF2-40B4-BE49-F238E27FC236}">
                <a16:creationId xmlns:a16="http://schemas.microsoft.com/office/drawing/2014/main" id="{0C0B0369-9C88-DEE7-0694-85AD65F26C93}"/>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E1B77AF7-6CF2-C966-20D7-3D1772212C8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8851F04E-9F7C-87E0-3796-E3FAE6A0FC2D}"/>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5292D57A-1E5B-41C9-BF60-7DB7B0A0DD81}" type="slidenum">
              <a:rPr lang="en-US" altLang="en-US" b="0" i="0"/>
              <a:pPr/>
              <a:t>48</a:t>
            </a:fld>
            <a:endParaRPr lang="en-US" altLang="en-US" b="0" i="0"/>
          </a:p>
        </p:txBody>
      </p:sp>
      <p:sp>
        <p:nvSpPr>
          <p:cNvPr id="116739" name="Rectangle 2">
            <a:extLst>
              <a:ext uri="{FF2B5EF4-FFF2-40B4-BE49-F238E27FC236}">
                <a16:creationId xmlns:a16="http://schemas.microsoft.com/office/drawing/2014/main" id="{45F3BF21-8202-D372-5022-0A11FAEA75E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A02936D0-3903-2A5F-8DE1-0BE5721D8B6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A708CD72-8F26-13FE-C815-99A1FD80146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59396E94-2DD2-420C-A536-1A1A89D9B965}" type="slidenum">
              <a:rPr lang="en-US" altLang="en-US" b="0" i="0"/>
              <a:pPr/>
              <a:t>49</a:t>
            </a:fld>
            <a:endParaRPr lang="en-US" altLang="en-US" b="0" i="0"/>
          </a:p>
        </p:txBody>
      </p:sp>
      <p:sp>
        <p:nvSpPr>
          <p:cNvPr id="118787" name="Rectangle 2">
            <a:extLst>
              <a:ext uri="{FF2B5EF4-FFF2-40B4-BE49-F238E27FC236}">
                <a16:creationId xmlns:a16="http://schemas.microsoft.com/office/drawing/2014/main" id="{A90AAE88-5A68-2189-0AA1-079D43C3A939}"/>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FB36EFDA-7017-5DA6-3656-82597E1C475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F891656C-15A3-0E91-3E18-2C5421C4712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A9C64BD-24BE-45B4-8CE8-AC51A0D051DD}" type="slidenum">
              <a:rPr lang="en-US" altLang="en-US" b="0" i="0"/>
              <a:pPr/>
              <a:t>51</a:t>
            </a:fld>
            <a:endParaRPr lang="en-US" altLang="en-US" b="0" i="0"/>
          </a:p>
        </p:txBody>
      </p:sp>
      <p:sp>
        <p:nvSpPr>
          <p:cNvPr id="121859" name="Rectangle 2">
            <a:extLst>
              <a:ext uri="{FF2B5EF4-FFF2-40B4-BE49-F238E27FC236}">
                <a16:creationId xmlns:a16="http://schemas.microsoft.com/office/drawing/2014/main" id="{4D63CD1E-9AAD-A4F3-9875-90926BEB1AFB}"/>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59DDB304-815B-2B69-BD8F-BA7A69BE831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4AE982B1-96AE-81B0-E3A0-3B7EE34AE7C5}"/>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31ED3B8-D698-45EB-985F-65C18F2F60DC}" type="slidenum">
              <a:rPr lang="en-US" altLang="en-US" b="0" i="0"/>
              <a:pPr/>
              <a:t>52</a:t>
            </a:fld>
            <a:endParaRPr lang="en-US" altLang="en-US" b="0" i="0"/>
          </a:p>
        </p:txBody>
      </p:sp>
      <p:sp>
        <p:nvSpPr>
          <p:cNvPr id="123907" name="Rectangle 2">
            <a:extLst>
              <a:ext uri="{FF2B5EF4-FFF2-40B4-BE49-F238E27FC236}">
                <a16:creationId xmlns:a16="http://schemas.microsoft.com/office/drawing/2014/main" id="{3A3730BC-0AAD-B0CB-89FE-4F605EAA87CC}"/>
              </a:ext>
            </a:extLst>
          </p:cNvPr>
          <p:cNvSpPr>
            <a:spLocks noGrp="1" noRot="1" noChangeAspect="1" noChangeArrowheads="1" noTextEdit="1"/>
          </p:cNvSpPr>
          <p:nvPr>
            <p:ph type="sldImg"/>
          </p:nvPr>
        </p:nvSpPr>
        <p:spPr>
          <a:ln/>
        </p:spPr>
      </p:sp>
      <p:sp>
        <p:nvSpPr>
          <p:cNvPr id="123908" name="Rectangle 3">
            <a:extLst>
              <a:ext uri="{FF2B5EF4-FFF2-40B4-BE49-F238E27FC236}">
                <a16:creationId xmlns:a16="http://schemas.microsoft.com/office/drawing/2014/main" id="{3C58A9DB-ACA2-3C0E-A86A-A05DACBB0F7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16B838B0-D5B3-5A4F-BCC1-089D6FB7437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03BF51FB-5A7E-4C9C-98BA-07F9129C8AC5}" type="slidenum">
              <a:rPr lang="en-US" altLang="en-US" b="0" i="0">
                <a:solidFill>
                  <a:srgbClr val="000000"/>
                </a:solidFill>
              </a:rPr>
              <a:pPr/>
              <a:t>53</a:t>
            </a:fld>
            <a:endParaRPr lang="en-US" altLang="en-US" b="0" i="0">
              <a:solidFill>
                <a:srgbClr val="000000"/>
              </a:solidFill>
            </a:endParaRPr>
          </a:p>
        </p:txBody>
      </p:sp>
      <p:sp>
        <p:nvSpPr>
          <p:cNvPr id="125955" name="Rectangle 2">
            <a:extLst>
              <a:ext uri="{FF2B5EF4-FFF2-40B4-BE49-F238E27FC236}">
                <a16:creationId xmlns:a16="http://schemas.microsoft.com/office/drawing/2014/main" id="{E9D1769A-51E9-8DA8-9444-21508BB82E68}"/>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12612A67-C0B3-8E07-EC83-8DB17DB877F0}"/>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A9A72BB5-E663-BDD6-0A47-9A952F0EB8A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9DFA9EBA-9B8B-4599-BB8A-DF01B1616B4F}" type="slidenum">
              <a:rPr lang="en-US" altLang="en-US" b="0" i="0"/>
              <a:pPr/>
              <a:t>54</a:t>
            </a:fld>
            <a:endParaRPr lang="en-US" altLang="en-US" b="0" i="0"/>
          </a:p>
        </p:txBody>
      </p:sp>
      <p:sp>
        <p:nvSpPr>
          <p:cNvPr id="128003" name="Rectangle 2">
            <a:extLst>
              <a:ext uri="{FF2B5EF4-FFF2-40B4-BE49-F238E27FC236}">
                <a16:creationId xmlns:a16="http://schemas.microsoft.com/office/drawing/2014/main" id="{A267F763-0D91-627C-B901-8302457875A2}"/>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E8FBE3F6-3D79-F410-3C4E-1740D6AAF1E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E9754CAF-9224-C6E9-CA7A-E2783D9DE41E}"/>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1B26A756-EE96-47F4-AFDB-838F77E7F3DD}" type="slidenum">
              <a:rPr lang="en-US" altLang="en-US" b="0" i="0"/>
              <a:pPr/>
              <a:t>55</a:t>
            </a:fld>
            <a:endParaRPr lang="en-US" altLang="en-US" b="0" i="0"/>
          </a:p>
        </p:txBody>
      </p:sp>
      <p:sp>
        <p:nvSpPr>
          <p:cNvPr id="130051" name="Rectangle 2">
            <a:extLst>
              <a:ext uri="{FF2B5EF4-FFF2-40B4-BE49-F238E27FC236}">
                <a16:creationId xmlns:a16="http://schemas.microsoft.com/office/drawing/2014/main" id="{9CBF9F53-04F6-829F-895F-4CAE77F96707}"/>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9C3BE1AC-B5B6-D8E0-A62C-E110BCEC7DC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3468C393-4E5C-EF03-615A-AD7B1978D191}"/>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13745437-87C1-435D-96E3-761D211C67F5}" type="slidenum">
              <a:rPr lang="en-US" altLang="en-US" b="0" i="0"/>
              <a:pPr/>
              <a:t>56</a:t>
            </a:fld>
            <a:endParaRPr lang="en-US" altLang="en-US" b="0" i="0"/>
          </a:p>
        </p:txBody>
      </p:sp>
      <p:sp>
        <p:nvSpPr>
          <p:cNvPr id="132099" name="Rectangle 2">
            <a:extLst>
              <a:ext uri="{FF2B5EF4-FFF2-40B4-BE49-F238E27FC236}">
                <a16:creationId xmlns:a16="http://schemas.microsoft.com/office/drawing/2014/main" id="{DDAF4CE5-B33C-D1B2-779B-7D30DD05FDB8}"/>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69EB146B-CC7A-8ADC-DF45-E1B63D60C76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B39CEDA6-AFE7-FA1F-602E-3EA088543FEB}"/>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1FF1D85-E5C3-4628-8537-E12450CA49BC}" type="slidenum">
              <a:rPr lang="en-US" altLang="en-US" b="0" i="0"/>
              <a:pPr/>
              <a:t>57</a:t>
            </a:fld>
            <a:endParaRPr lang="en-US" altLang="en-US" b="0" i="0"/>
          </a:p>
        </p:txBody>
      </p:sp>
      <p:sp>
        <p:nvSpPr>
          <p:cNvPr id="134147" name="Rectangle 2">
            <a:extLst>
              <a:ext uri="{FF2B5EF4-FFF2-40B4-BE49-F238E27FC236}">
                <a16:creationId xmlns:a16="http://schemas.microsoft.com/office/drawing/2014/main" id="{09572402-DCD4-FDC1-9383-C3B96CA786E1}"/>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EA95FA49-7176-AF97-5A1E-5D8CB74C8B8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F08A3167-BFC7-F26A-448D-A9EFF9F0949F}"/>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A8C455FF-97FD-435F-98E2-59C74811BD23}" type="slidenum">
              <a:rPr lang="en-US" altLang="en-US" b="0" i="0"/>
              <a:pPr/>
              <a:t>58</a:t>
            </a:fld>
            <a:endParaRPr lang="en-US" altLang="en-US" b="0" i="0"/>
          </a:p>
        </p:txBody>
      </p:sp>
      <p:sp>
        <p:nvSpPr>
          <p:cNvPr id="136195" name="Rectangle 2">
            <a:extLst>
              <a:ext uri="{FF2B5EF4-FFF2-40B4-BE49-F238E27FC236}">
                <a16:creationId xmlns:a16="http://schemas.microsoft.com/office/drawing/2014/main" id="{B507C346-7933-435F-62C0-D1DA6C6B1F6C}"/>
              </a:ext>
            </a:extLst>
          </p:cNvPr>
          <p:cNvSpPr>
            <a:spLocks noGrp="1" noRot="1" noChangeAspect="1" noChangeArrowheads="1" noTextEdit="1"/>
          </p:cNvSpPr>
          <p:nvPr>
            <p:ph type="sldImg"/>
          </p:nvPr>
        </p:nvSpPr>
        <p:spPr>
          <a:ln/>
        </p:spPr>
      </p:sp>
      <p:sp>
        <p:nvSpPr>
          <p:cNvPr id="136196" name="Rectangle 3">
            <a:extLst>
              <a:ext uri="{FF2B5EF4-FFF2-40B4-BE49-F238E27FC236}">
                <a16:creationId xmlns:a16="http://schemas.microsoft.com/office/drawing/2014/main" id="{80F973EA-0D22-00C4-6BE5-DD365AE4927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3E24EEBE-D744-BF5C-5E4A-C26A3A4BE0D2}"/>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1274EFDB-2138-4325-8CA1-1CE321FC25CA}" type="slidenum">
              <a:rPr lang="en-US" altLang="en-US" b="0" i="0">
                <a:solidFill>
                  <a:srgbClr val="000000"/>
                </a:solidFill>
              </a:rPr>
              <a:pPr/>
              <a:t>64</a:t>
            </a:fld>
            <a:endParaRPr lang="en-US" altLang="en-US" b="0" i="0">
              <a:solidFill>
                <a:srgbClr val="000000"/>
              </a:solidFill>
            </a:endParaRPr>
          </a:p>
        </p:txBody>
      </p:sp>
      <p:sp>
        <p:nvSpPr>
          <p:cNvPr id="143363" name="Rectangle 2">
            <a:extLst>
              <a:ext uri="{FF2B5EF4-FFF2-40B4-BE49-F238E27FC236}">
                <a16:creationId xmlns:a16="http://schemas.microsoft.com/office/drawing/2014/main" id="{F100FBC5-D1FF-2A7E-9167-309D1FD5286E}"/>
              </a:ext>
            </a:extLst>
          </p:cNvPr>
          <p:cNvSpPr>
            <a:spLocks noGrp="1" noRot="1" noChangeAspect="1" noChangeArrowheads="1" noTextEdit="1"/>
          </p:cNvSpPr>
          <p:nvPr>
            <p:ph type="sldImg"/>
          </p:nvPr>
        </p:nvSpPr>
        <p:spPr>
          <a:ln/>
        </p:spPr>
      </p:sp>
      <p:sp>
        <p:nvSpPr>
          <p:cNvPr id="143364" name="Rectangle 3">
            <a:extLst>
              <a:ext uri="{FF2B5EF4-FFF2-40B4-BE49-F238E27FC236}">
                <a16:creationId xmlns:a16="http://schemas.microsoft.com/office/drawing/2014/main" id="{E347D1A0-96D3-7DB0-5DD9-549C95C4BE5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F81F861F-D49E-15A3-789A-94CD9421106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ED2C8BA3-5D95-4D89-8447-FDD5BE03F897}" type="slidenum">
              <a:rPr lang="en-US" altLang="en-US" b="0" i="0">
                <a:solidFill>
                  <a:srgbClr val="000000"/>
                </a:solidFill>
              </a:rPr>
              <a:pPr/>
              <a:t>65</a:t>
            </a:fld>
            <a:endParaRPr lang="en-US" altLang="en-US" b="0" i="0">
              <a:solidFill>
                <a:srgbClr val="000000"/>
              </a:solidFill>
            </a:endParaRPr>
          </a:p>
        </p:txBody>
      </p:sp>
      <p:sp>
        <p:nvSpPr>
          <p:cNvPr id="145411" name="Rectangle 2">
            <a:extLst>
              <a:ext uri="{FF2B5EF4-FFF2-40B4-BE49-F238E27FC236}">
                <a16:creationId xmlns:a16="http://schemas.microsoft.com/office/drawing/2014/main" id="{404751FC-C557-9EB4-6829-5B652BADF753}"/>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4FA65D9C-EA57-7043-100E-E0F319BFD77C}"/>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569D139B-CD9C-C8BA-F6AE-D723B340392B}"/>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A13C962F-3B05-4789-8395-4CA488FD19D5}" type="slidenum">
              <a:rPr lang="en-US" altLang="en-US" b="0" i="0">
                <a:solidFill>
                  <a:srgbClr val="000000"/>
                </a:solidFill>
              </a:rPr>
              <a:pPr/>
              <a:t>66</a:t>
            </a:fld>
            <a:endParaRPr lang="en-US" altLang="en-US" b="0" i="0">
              <a:solidFill>
                <a:srgbClr val="000000"/>
              </a:solidFill>
            </a:endParaRPr>
          </a:p>
        </p:txBody>
      </p:sp>
      <p:sp>
        <p:nvSpPr>
          <p:cNvPr id="147459" name="Rectangle 2">
            <a:extLst>
              <a:ext uri="{FF2B5EF4-FFF2-40B4-BE49-F238E27FC236}">
                <a16:creationId xmlns:a16="http://schemas.microsoft.com/office/drawing/2014/main" id="{251F4C1E-8DB3-8133-2E55-9FBCF434B5C2}"/>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8650BEE9-0552-2984-373F-83B7E9275E6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9F48F6D4-F2BB-07C4-9BE5-02D2446507E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EA19326-5FD8-4FEF-BD82-753101A24831}" type="slidenum">
              <a:rPr lang="en-US" altLang="en-US" b="0" i="0">
                <a:solidFill>
                  <a:srgbClr val="000000"/>
                </a:solidFill>
              </a:rPr>
              <a:pPr/>
              <a:t>67</a:t>
            </a:fld>
            <a:endParaRPr lang="en-US" altLang="en-US" b="0" i="0">
              <a:solidFill>
                <a:srgbClr val="000000"/>
              </a:solidFill>
            </a:endParaRPr>
          </a:p>
        </p:txBody>
      </p:sp>
      <p:sp>
        <p:nvSpPr>
          <p:cNvPr id="149507" name="Rectangle 2">
            <a:extLst>
              <a:ext uri="{FF2B5EF4-FFF2-40B4-BE49-F238E27FC236}">
                <a16:creationId xmlns:a16="http://schemas.microsoft.com/office/drawing/2014/main" id="{76BEE337-2061-C6C8-AB84-8A063C45EDFD}"/>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79C9F6BF-4451-2936-9D57-BECFEE5CF07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6AA1DAEF-C849-61AC-CA19-5EA65BD4806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28958EEF-6381-4CB0-BFEC-A8DB0F9EDF5C}" type="slidenum">
              <a:rPr lang="en-US" altLang="en-US" b="0" i="0">
                <a:solidFill>
                  <a:srgbClr val="000000"/>
                </a:solidFill>
              </a:rPr>
              <a:pPr/>
              <a:t>68</a:t>
            </a:fld>
            <a:endParaRPr lang="en-US" altLang="en-US" b="0" i="0">
              <a:solidFill>
                <a:srgbClr val="000000"/>
              </a:solidFill>
            </a:endParaRPr>
          </a:p>
        </p:txBody>
      </p:sp>
      <p:sp>
        <p:nvSpPr>
          <p:cNvPr id="151555" name="Rectangle 2">
            <a:extLst>
              <a:ext uri="{FF2B5EF4-FFF2-40B4-BE49-F238E27FC236}">
                <a16:creationId xmlns:a16="http://schemas.microsoft.com/office/drawing/2014/main" id="{3ECE5BFA-06C2-3BBF-B372-02E51E458739}"/>
              </a:ext>
            </a:extLst>
          </p:cNvPr>
          <p:cNvSpPr>
            <a:spLocks noGrp="1" noRot="1" noChangeAspect="1" noChangeArrowheads="1" noTextEdit="1"/>
          </p:cNvSpPr>
          <p:nvPr>
            <p:ph type="sldImg"/>
          </p:nvPr>
        </p:nvSpPr>
        <p:spPr>
          <a:ln/>
        </p:spPr>
      </p:sp>
      <p:sp>
        <p:nvSpPr>
          <p:cNvPr id="151556" name="Rectangle 3">
            <a:extLst>
              <a:ext uri="{FF2B5EF4-FFF2-40B4-BE49-F238E27FC236}">
                <a16:creationId xmlns:a16="http://schemas.microsoft.com/office/drawing/2014/main" id="{14B62D60-2724-41DF-807F-A6565357BBA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DF74F87E-CEC1-6661-822B-0078BF3A1791}"/>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A1952D2-5C04-4B78-B7B8-1C6B9F2ED542}" type="slidenum">
              <a:rPr lang="en-US" altLang="en-US" b="0" i="0">
                <a:solidFill>
                  <a:srgbClr val="000000"/>
                </a:solidFill>
              </a:rPr>
              <a:pPr/>
              <a:t>69</a:t>
            </a:fld>
            <a:endParaRPr lang="en-US" altLang="en-US" b="0" i="0">
              <a:solidFill>
                <a:srgbClr val="000000"/>
              </a:solidFill>
            </a:endParaRPr>
          </a:p>
        </p:txBody>
      </p:sp>
      <p:sp>
        <p:nvSpPr>
          <p:cNvPr id="153603" name="Rectangle 2">
            <a:extLst>
              <a:ext uri="{FF2B5EF4-FFF2-40B4-BE49-F238E27FC236}">
                <a16:creationId xmlns:a16="http://schemas.microsoft.com/office/drawing/2014/main" id="{D65FBF7A-3C3D-BA7E-E1B7-00FFAF78D242}"/>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041B9667-32EF-956D-9573-0F6677B39F0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844B6374-BFD1-BB68-4B01-4372B3C90DA1}"/>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EFCDAFA1-C491-4C32-A521-F0CD3334F1DC}" type="slidenum">
              <a:rPr lang="en-US" altLang="en-US" b="0" i="0">
                <a:solidFill>
                  <a:srgbClr val="000000"/>
                </a:solidFill>
              </a:rPr>
              <a:pPr/>
              <a:t>70</a:t>
            </a:fld>
            <a:endParaRPr lang="en-US" altLang="en-US" b="0" i="0">
              <a:solidFill>
                <a:srgbClr val="000000"/>
              </a:solidFill>
            </a:endParaRPr>
          </a:p>
        </p:txBody>
      </p:sp>
      <p:sp>
        <p:nvSpPr>
          <p:cNvPr id="155651" name="Rectangle 2">
            <a:extLst>
              <a:ext uri="{FF2B5EF4-FFF2-40B4-BE49-F238E27FC236}">
                <a16:creationId xmlns:a16="http://schemas.microsoft.com/office/drawing/2014/main" id="{BA68F99A-5099-E2E5-F519-A806A9B637C1}"/>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D42F5268-5B55-B650-A4A9-977C6F757DC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1EE540EA-603B-ED19-4D7F-1A88D701A15A}"/>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4E32FB2-08D2-4002-A850-F0D567A06773}" type="slidenum">
              <a:rPr lang="en-US" altLang="en-US" b="0" i="0">
                <a:solidFill>
                  <a:srgbClr val="000000"/>
                </a:solidFill>
              </a:rPr>
              <a:pPr/>
              <a:t>71</a:t>
            </a:fld>
            <a:endParaRPr lang="en-US" altLang="en-US" b="0" i="0">
              <a:solidFill>
                <a:srgbClr val="000000"/>
              </a:solidFill>
            </a:endParaRPr>
          </a:p>
        </p:txBody>
      </p:sp>
      <p:sp>
        <p:nvSpPr>
          <p:cNvPr id="157699" name="Rectangle 2">
            <a:extLst>
              <a:ext uri="{FF2B5EF4-FFF2-40B4-BE49-F238E27FC236}">
                <a16:creationId xmlns:a16="http://schemas.microsoft.com/office/drawing/2014/main" id="{1FAD1F56-E723-65A5-CE8C-100D8A1C9893}"/>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2ED593A0-3870-B241-0207-3868D1E68F7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a:extLst>
              <a:ext uri="{FF2B5EF4-FFF2-40B4-BE49-F238E27FC236}">
                <a16:creationId xmlns:a16="http://schemas.microsoft.com/office/drawing/2014/main" id="{2470F9EE-B219-5E23-6CE9-E258A9BA0BBC}"/>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CBD6B90-D020-4CCD-84A2-8F995423E755}" type="slidenum">
              <a:rPr lang="en-US" altLang="en-US" b="0" i="0">
                <a:solidFill>
                  <a:srgbClr val="000000"/>
                </a:solidFill>
              </a:rPr>
              <a:pPr/>
              <a:t>72</a:t>
            </a:fld>
            <a:endParaRPr lang="en-US" altLang="en-US" b="0" i="0">
              <a:solidFill>
                <a:srgbClr val="000000"/>
              </a:solidFill>
            </a:endParaRPr>
          </a:p>
        </p:txBody>
      </p:sp>
      <p:sp>
        <p:nvSpPr>
          <p:cNvPr id="159747" name="Rectangle 2">
            <a:extLst>
              <a:ext uri="{FF2B5EF4-FFF2-40B4-BE49-F238E27FC236}">
                <a16:creationId xmlns:a16="http://schemas.microsoft.com/office/drawing/2014/main" id="{786A2810-0804-1763-C65E-420B8647DB4C}"/>
              </a:ext>
            </a:extLst>
          </p:cNvPr>
          <p:cNvSpPr>
            <a:spLocks noGrp="1" noRot="1" noChangeAspect="1" noChangeArrowheads="1" noTextEdit="1"/>
          </p:cNvSpPr>
          <p:nvPr>
            <p:ph type="sldImg"/>
          </p:nvPr>
        </p:nvSpPr>
        <p:spPr>
          <a:ln/>
        </p:spPr>
      </p:sp>
      <p:sp>
        <p:nvSpPr>
          <p:cNvPr id="159748" name="Rectangle 3">
            <a:extLst>
              <a:ext uri="{FF2B5EF4-FFF2-40B4-BE49-F238E27FC236}">
                <a16:creationId xmlns:a16="http://schemas.microsoft.com/office/drawing/2014/main" id="{E66787F0-C70E-396C-6B8D-94A0181212E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a:extLst>
              <a:ext uri="{FF2B5EF4-FFF2-40B4-BE49-F238E27FC236}">
                <a16:creationId xmlns:a16="http://schemas.microsoft.com/office/drawing/2014/main" id="{38B5DE65-1D16-488A-7B97-F4D38B8D24F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26A71F5-B1D6-4FD8-83FB-B7831050123D}" type="slidenum">
              <a:rPr lang="en-US" altLang="en-US" b="0" i="0">
                <a:solidFill>
                  <a:srgbClr val="000000"/>
                </a:solidFill>
              </a:rPr>
              <a:pPr/>
              <a:t>73</a:t>
            </a:fld>
            <a:endParaRPr lang="en-US" altLang="en-US" b="0" i="0">
              <a:solidFill>
                <a:srgbClr val="000000"/>
              </a:solidFill>
            </a:endParaRPr>
          </a:p>
        </p:txBody>
      </p:sp>
      <p:sp>
        <p:nvSpPr>
          <p:cNvPr id="161795" name="Rectangle 2">
            <a:extLst>
              <a:ext uri="{FF2B5EF4-FFF2-40B4-BE49-F238E27FC236}">
                <a16:creationId xmlns:a16="http://schemas.microsoft.com/office/drawing/2014/main" id="{75CD6352-A20E-B0D8-87E1-40855765E8A0}"/>
              </a:ext>
            </a:extLst>
          </p:cNvPr>
          <p:cNvSpPr>
            <a:spLocks noGrp="1" noRot="1" noChangeAspect="1" noChangeArrowheads="1" noTextEdit="1"/>
          </p:cNvSpPr>
          <p:nvPr>
            <p:ph type="sldImg"/>
          </p:nvPr>
        </p:nvSpPr>
        <p:spPr>
          <a:ln/>
        </p:spPr>
      </p:sp>
      <p:sp>
        <p:nvSpPr>
          <p:cNvPr id="161796" name="Rectangle 3">
            <a:extLst>
              <a:ext uri="{FF2B5EF4-FFF2-40B4-BE49-F238E27FC236}">
                <a16:creationId xmlns:a16="http://schemas.microsoft.com/office/drawing/2014/main" id="{12D50C23-38C4-86BA-8BA0-A113EF7B52C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a:extLst>
              <a:ext uri="{FF2B5EF4-FFF2-40B4-BE49-F238E27FC236}">
                <a16:creationId xmlns:a16="http://schemas.microsoft.com/office/drawing/2014/main" id="{8CE72125-5E4F-9B8E-9AF4-1A0EABEF1AC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4DF63899-61D2-42A9-96D5-6996E8407A04}" type="slidenum">
              <a:rPr lang="en-US" altLang="en-US" b="0" i="0">
                <a:solidFill>
                  <a:srgbClr val="000000"/>
                </a:solidFill>
              </a:rPr>
              <a:pPr/>
              <a:t>76</a:t>
            </a:fld>
            <a:endParaRPr lang="en-US" altLang="en-US" b="0" i="0">
              <a:solidFill>
                <a:srgbClr val="000000"/>
              </a:solidFill>
            </a:endParaRPr>
          </a:p>
        </p:txBody>
      </p:sp>
      <p:sp>
        <p:nvSpPr>
          <p:cNvPr id="165891" name="Rectangle 2">
            <a:extLst>
              <a:ext uri="{FF2B5EF4-FFF2-40B4-BE49-F238E27FC236}">
                <a16:creationId xmlns:a16="http://schemas.microsoft.com/office/drawing/2014/main" id="{E55E1473-64AA-085D-C1AF-5FFECB235CD0}"/>
              </a:ext>
            </a:extLst>
          </p:cNvPr>
          <p:cNvSpPr>
            <a:spLocks noGrp="1" noRot="1" noChangeAspect="1" noChangeArrowheads="1" noTextEdit="1"/>
          </p:cNvSpPr>
          <p:nvPr>
            <p:ph type="sldImg"/>
          </p:nvPr>
        </p:nvSpPr>
        <p:spPr>
          <a:ln/>
        </p:spPr>
      </p:sp>
      <p:sp>
        <p:nvSpPr>
          <p:cNvPr id="165892" name="Rectangle 3">
            <a:extLst>
              <a:ext uri="{FF2B5EF4-FFF2-40B4-BE49-F238E27FC236}">
                <a16:creationId xmlns:a16="http://schemas.microsoft.com/office/drawing/2014/main" id="{D2AA1C0B-9D8C-6BFD-AF58-F81B07A992F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a:extLst>
              <a:ext uri="{FF2B5EF4-FFF2-40B4-BE49-F238E27FC236}">
                <a16:creationId xmlns:a16="http://schemas.microsoft.com/office/drawing/2014/main" id="{A48AF92D-0E75-2DC9-B28D-E150F0B59914}"/>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9796ED3-B68F-466B-A3FF-4001E40423A3}" type="slidenum">
              <a:rPr lang="en-US" altLang="en-US" b="0" i="0">
                <a:solidFill>
                  <a:srgbClr val="000000"/>
                </a:solidFill>
              </a:rPr>
              <a:pPr/>
              <a:t>77</a:t>
            </a:fld>
            <a:endParaRPr lang="en-US" altLang="en-US" b="0" i="0">
              <a:solidFill>
                <a:srgbClr val="000000"/>
              </a:solidFill>
            </a:endParaRPr>
          </a:p>
        </p:txBody>
      </p:sp>
      <p:sp>
        <p:nvSpPr>
          <p:cNvPr id="167939" name="Rectangle 2">
            <a:extLst>
              <a:ext uri="{FF2B5EF4-FFF2-40B4-BE49-F238E27FC236}">
                <a16:creationId xmlns:a16="http://schemas.microsoft.com/office/drawing/2014/main" id="{C53A243E-D66F-0FD9-7A44-1F12E54A6F84}"/>
              </a:ext>
            </a:extLst>
          </p:cNvPr>
          <p:cNvSpPr>
            <a:spLocks noGrp="1" noRot="1" noChangeAspect="1" noChangeArrowheads="1" noTextEdit="1"/>
          </p:cNvSpPr>
          <p:nvPr>
            <p:ph type="sldImg"/>
          </p:nvPr>
        </p:nvSpPr>
        <p:spPr>
          <a:ln/>
        </p:spPr>
      </p:sp>
      <p:sp>
        <p:nvSpPr>
          <p:cNvPr id="167940" name="Rectangle 3">
            <a:extLst>
              <a:ext uri="{FF2B5EF4-FFF2-40B4-BE49-F238E27FC236}">
                <a16:creationId xmlns:a16="http://schemas.microsoft.com/office/drawing/2014/main" id="{F6EE4092-6237-EA55-3251-BAF3EB6D0E1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a:extLst>
              <a:ext uri="{FF2B5EF4-FFF2-40B4-BE49-F238E27FC236}">
                <a16:creationId xmlns:a16="http://schemas.microsoft.com/office/drawing/2014/main" id="{1C67E72F-256E-892D-4E85-50F9B35F493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0E2AE5A3-0A6B-4693-A239-EE96658832B8}" type="slidenum">
              <a:rPr lang="en-US" altLang="en-US" b="0" i="0">
                <a:solidFill>
                  <a:srgbClr val="000000"/>
                </a:solidFill>
              </a:rPr>
              <a:pPr/>
              <a:t>78</a:t>
            </a:fld>
            <a:endParaRPr lang="en-US" altLang="en-US" b="0" i="0">
              <a:solidFill>
                <a:srgbClr val="000000"/>
              </a:solidFill>
            </a:endParaRPr>
          </a:p>
        </p:txBody>
      </p:sp>
      <p:sp>
        <p:nvSpPr>
          <p:cNvPr id="169987" name="Rectangle 2">
            <a:extLst>
              <a:ext uri="{FF2B5EF4-FFF2-40B4-BE49-F238E27FC236}">
                <a16:creationId xmlns:a16="http://schemas.microsoft.com/office/drawing/2014/main" id="{0E336992-DC5C-C324-A649-3A2D6C3F2C5F}"/>
              </a:ext>
            </a:extLst>
          </p:cNvPr>
          <p:cNvSpPr>
            <a:spLocks noGrp="1" noRot="1" noChangeAspect="1" noChangeArrowheads="1" noTextEdit="1"/>
          </p:cNvSpPr>
          <p:nvPr>
            <p:ph type="sldImg"/>
          </p:nvPr>
        </p:nvSpPr>
        <p:spPr>
          <a:ln/>
        </p:spPr>
      </p:sp>
      <p:sp>
        <p:nvSpPr>
          <p:cNvPr id="169988" name="Rectangle 3">
            <a:extLst>
              <a:ext uri="{FF2B5EF4-FFF2-40B4-BE49-F238E27FC236}">
                <a16:creationId xmlns:a16="http://schemas.microsoft.com/office/drawing/2014/main" id="{F4AF83E7-6799-2CC6-8207-454A99F3A54C}"/>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a:extLst>
              <a:ext uri="{FF2B5EF4-FFF2-40B4-BE49-F238E27FC236}">
                <a16:creationId xmlns:a16="http://schemas.microsoft.com/office/drawing/2014/main" id="{528F0395-BC95-0CC3-D38F-46581596BB5A}"/>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049E7DD-12FC-48CC-9536-5E590107352D}" type="slidenum">
              <a:rPr lang="en-US" altLang="en-US" b="0" i="0">
                <a:solidFill>
                  <a:srgbClr val="000000"/>
                </a:solidFill>
              </a:rPr>
              <a:pPr/>
              <a:t>79</a:t>
            </a:fld>
            <a:endParaRPr lang="en-US" altLang="en-US" b="0" i="0">
              <a:solidFill>
                <a:srgbClr val="000000"/>
              </a:solidFill>
            </a:endParaRPr>
          </a:p>
        </p:txBody>
      </p:sp>
      <p:sp>
        <p:nvSpPr>
          <p:cNvPr id="172035" name="Rectangle 2">
            <a:extLst>
              <a:ext uri="{FF2B5EF4-FFF2-40B4-BE49-F238E27FC236}">
                <a16:creationId xmlns:a16="http://schemas.microsoft.com/office/drawing/2014/main" id="{67E02765-F8C1-25A6-E3E5-DB4BC6F91D02}"/>
              </a:ext>
            </a:extLst>
          </p:cNvPr>
          <p:cNvSpPr>
            <a:spLocks noGrp="1" noRot="1" noChangeAspect="1" noChangeArrowheads="1" noTextEdit="1"/>
          </p:cNvSpPr>
          <p:nvPr>
            <p:ph type="sldImg"/>
          </p:nvPr>
        </p:nvSpPr>
        <p:spPr>
          <a:ln/>
        </p:spPr>
      </p:sp>
      <p:sp>
        <p:nvSpPr>
          <p:cNvPr id="172036" name="Rectangle 3">
            <a:extLst>
              <a:ext uri="{FF2B5EF4-FFF2-40B4-BE49-F238E27FC236}">
                <a16:creationId xmlns:a16="http://schemas.microsoft.com/office/drawing/2014/main" id="{0E5A3CE3-6E5E-3D6B-9D8E-1DD17976627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B5674275-D13D-0E05-6CC5-2821ED232AB1}"/>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7A83F63-F017-4EEF-A734-F1CD911A2260}" type="slidenum">
              <a:rPr lang="en-US" altLang="en-US" b="0" i="0">
                <a:solidFill>
                  <a:srgbClr val="000000"/>
                </a:solidFill>
              </a:rPr>
              <a:pPr/>
              <a:t>80</a:t>
            </a:fld>
            <a:endParaRPr lang="en-US" altLang="en-US" b="0" i="0">
              <a:solidFill>
                <a:srgbClr val="000000"/>
              </a:solidFill>
            </a:endParaRPr>
          </a:p>
        </p:txBody>
      </p:sp>
      <p:sp>
        <p:nvSpPr>
          <p:cNvPr id="174083" name="Rectangle 2">
            <a:extLst>
              <a:ext uri="{FF2B5EF4-FFF2-40B4-BE49-F238E27FC236}">
                <a16:creationId xmlns:a16="http://schemas.microsoft.com/office/drawing/2014/main" id="{DCAACC15-D0A0-D362-A064-3419EA470EB8}"/>
              </a:ext>
            </a:extLst>
          </p:cNvPr>
          <p:cNvSpPr>
            <a:spLocks noGrp="1" noRot="1" noChangeAspect="1" noChangeArrowheads="1" noTextEdit="1"/>
          </p:cNvSpPr>
          <p:nvPr>
            <p:ph type="sldImg"/>
          </p:nvPr>
        </p:nvSpPr>
        <p:spPr>
          <a:ln/>
        </p:spPr>
      </p:sp>
      <p:sp>
        <p:nvSpPr>
          <p:cNvPr id="174084" name="Rectangle 3">
            <a:extLst>
              <a:ext uri="{FF2B5EF4-FFF2-40B4-BE49-F238E27FC236}">
                <a16:creationId xmlns:a16="http://schemas.microsoft.com/office/drawing/2014/main" id="{D9618C87-7806-B017-6EC2-B6B2B1E65E9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a:extLst>
              <a:ext uri="{FF2B5EF4-FFF2-40B4-BE49-F238E27FC236}">
                <a16:creationId xmlns:a16="http://schemas.microsoft.com/office/drawing/2014/main" id="{A8D58A5E-BFB9-5821-E1DC-19A6F6DCBC1E}"/>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CB8604C-5369-47AB-A625-2647CFC7C9AA}" type="slidenum">
              <a:rPr lang="en-US" altLang="en-US" b="0" i="0">
                <a:solidFill>
                  <a:srgbClr val="000000"/>
                </a:solidFill>
              </a:rPr>
              <a:pPr/>
              <a:t>81</a:t>
            </a:fld>
            <a:endParaRPr lang="en-US" altLang="en-US" b="0" i="0">
              <a:solidFill>
                <a:srgbClr val="000000"/>
              </a:solidFill>
            </a:endParaRPr>
          </a:p>
        </p:txBody>
      </p:sp>
      <p:sp>
        <p:nvSpPr>
          <p:cNvPr id="176131" name="Rectangle 2">
            <a:extLst>
              <a:ext uri="{FF2B5EF4-FFF2-40B4-BE49-F238E27FC236}">
                <a16:creationId xmlns:a16="http://schemas.microsoft.com/office/drawing/2014/main" id="{94CAEB9D-D729-C558-4FE3-E91C86A0BBDD}"/>
              </a:ext>
            </a:extLst>
          </p:cNvPr>
          <p:cNvSpPr>
            <a:spLocks noGrp="1" noRot="1" noChangeAspect="1" noChangeArrowheads="1" noTextEdit="1"/>
          </p:cNvSpPr>
          <p:nvPr>
            <p:ph type="sldImg"/>
          </p:nvPr>
        </p:nvSpPr>
        <p:spPr>
          <a:ln/>
        </p:spPr>
      </p:sp>
      <p:sp>
        <p:nvSpPr>
          <p:cNvPr id="176132" name="Rectangle 3">
            <a:extLst>
              <a:ext uri="{FF2B5EF4-FFF2-40B4-BE49-F238E27FC236}">
                <a16:creationId xmlns:a16="http://schemas.microsoft.com/office/drawing/2014/main" id="{713A9C29-B850-E15F-A37B-7C624C04C9C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a:extLst>
              <a:ext uri="{FF2B5EF4-FFF2-40B4-BE49-F238E27FC236}">
                <a16:creationId xmlns:a16="http://schemas.microsoft.com/office/drawing/2014/main" id="{01F7A16E-9040-64FF-5868-EF168C748C25}"/>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8D6DBC5-B2A0-40CA-BBEA-D7EFEF0CA709}" type="slidenum">
              <a:rPr lang="en-US" altLang="en-US" b="0" i="0">
                <a:solidFill>
                  <a:srgbClr val="000000"/>
                </a:solidFill>
              </a:rPr>
              <a:pPr/>
              <a:t>82</a:t>
            </a:fld>
            <a:endParaRPr lang="en-US" altLang="en-US" b="0" i="0">
              <a:solidFill>
                <a:srgbClr val="000000"/>
              </a:solidFill>
            </a:endParaRPr>
          </a:p>
        </p:txBody>
      </p:sp>
      <p:sp>
        <p:nvSpPr>
          <p:cNvPr id="178179" name="Rectangle 2">
            <a:extLst>
              <a:ext uri="{FF2B5EF4-FFF2-40B4-BE49-F238E27FC236}">
                <a16:creationId xmlns:a16="http://schemas.microsoft.com/office/drawing/2014/main" id="{612832E3-2D21-04BD-C406-8C76223EC43E}"/>
              </a:ext>
            </a:extLst>
          </p:cNvPr>
          <p:cNvSpPr>
            <a:spLocks noGrp="1" noRot="1" noChangeAspect="1" noChangeArrowheads="1" noTextEdit="1"/>
          </p:cNvSpPr>
          <p:nvPr>
            <p:ph type="sldImg"/>
          </p:nvPr>
        </p:nvSpPr>
        <p:spPr>
          <a:ln/>
        </p:spPr>
      </p:sp>
      <p:sp>
        <p:nvSpPr>
          <p:cNvPr id="178180" name="Rectangle 3">
            <a:extLst>
              <a:ext uri="{FF2B5EF4-FFF2-40B4-BE49-F238E27FC236}">
                <a16:creationId xmlns:a16="http://schemas.microsoft.com/office/drawing/2014/main" id="{32B33B6C-6B4F-8842-7CA1-6490A8C3E32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a:extLst>
              <a:ext uri="{FF2B5EF4-FFF2-40B4-BE49-F238E27FC236}">
                <a16:creationId xmlns:a16="http://schemas.microsoft.com/office/drawing/2014/main" id="{EB21904A-1E70-C34F-ED6E-212F3FCADF1F}"/>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27B47ADB-6211-4B74-AEB6-408E3B47324D}" type="slidenum">
              <a:rPr lang="en-US" altLang="en-US" b="0" i="0">
                <a:solidFill>
                  <a:srgbClr val="000000"/>
                </a:solidFill>
              </a:rPr>
              <a:pPr/>
              <a:t>83</a:t>
            </a:fld>
            <a:endParaRPr lang="en-US" altLang="en-US" b="0" i="0">
              <a:solidFill>
                <a:srgbClr val="000000"/>
              </a:solidFill>
            </a:endParaRPr>
          </a:p>
        </p:txBody>
      </p:sp>
      <p:sp>
        <p:nvSpPr>
          <p:cNvPr id="180227" name="Rectangle 2">
            <a:extLst>
              <a:ext uri="{FF2B5EF4-FFF2-40B4-BE49-F238E27FC236}">
                <a16:creationId xmlns:a16="http://schemas.microsoft.com/office/drawing/2014/main" id="{0275C801-D5FD-AC98-4427-CB8AE1EA4BBB}"/>
              </a:ext>
            </a:extLst>
          </p:cNvPr>
          <p:cNvSpPr>
            <a:spLocks noGrp="1" noRot="1" noChangeAspect="1" noChangeArrowheads="1" noTextEdit="1"/>
          </p:cNvSpPr>
          <p:nvPr>
            <p:ph type="sldImg"/>
          </p:nvPr>
        </p:nvSpPr>
        <p:spPr>
          <a:ln/>
        </p:spPr>
      </p:sp>
      <p:sp>
        <p:nvSpPr>
          <p:cNvPr id="180228" name="Rectangle 3">
            <a:extLst>
              <a:ext uri="{FF2B5EF4-FFF2-40B4-BE49-F238E27FC236}">
                <a16:creationId xmlns:a16="http://schemas.microsoft.com/office/drawing/2014/main" id="{9D55EB8F-8BD2-E4BC-F4EE-B01E66BD4F8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A3618AC7-8FF8-8DC3-B47A-110396B12151}"/>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7CD2972A-3236-4BF4-9AFF-EECB0A43DFDB}" type="slidenum">
              <a:rPr lang="en-US" altLang="en-US" b="0" i="0">
                <a:solidFill>
                  <a:srgbClr val="000000"/>
                </a:solidFill>
              </a:rPr>
              <a:pPr/>
              <a:t>84</a:t>
            </a:fld>
            <a:endParaRPr lang="en-US" altLang="en-US" b="0" i="0">
              <a:solidFill>
                <a:srgbClr val="000000"/>
              </a:solidFill>
            </a:endParaRPr>
          </a:p>
        </p:txBody>
      </p:sp>
      <p:sp>
        <p:nvSpPr>
          <p:cNvPr id="182275" name="Rectangle 2">
            <a:extLst>
              <a:ext uri="{FF2B5EF4-FFF2-40B4-BE49-F238E27FC236}">
                <a16:creationId xmlns:a16="http://schemas.microsoft.com/office/drawing/2014/main" id="{136B7982-FBC9-11A7-AED5-38A29B92E235}"/>
              </a:ext>
            </a:extLst>
          </p:cNvPr>
          <p:cNvSpPr>
            <a:spLocks noGrp="1" noRot="1" noChangeAspect="1" noChangeArrowheads="1" noTextEdit="1"/>
          </p:cNvSpPr>
          <p:nvPr>
            <p:ph type="sldImg"/>
          </p:nvPr>
        </p:nvSpPr>
        <p:spPr>
          <a:ln/>
        </p:spPr>
      </p:sp>
      <p:sp>
        <p:nvSpPr>
          <p:cNvPr id="182276" name="Rectangle 3">
            <a:extLst>
              <a:ext uri="{FF2B5EF4-FFF2-40B4-BE49-F238E27FC236}">
                <a16:creationId xmlns:a16="http://schemas.microsoft.com/office/drawing/2014/main" id="{9C8DF223-531D-2BA9-04B1-C073A8B5DB6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70FDD444-725E-2C74-710F-FF4BD86D551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522A96E1-EAD1-4558-910E-D8058818C6D8}" type="slidenum">
              <a:rPr lang="en-US" altLang="en-US" b="0" i="0">
                <a:solidFill>
                  <a:srgbClr val="000000"/>
                </a:solidFill>
              </a:rPr>
              <a:pPr/>
              <a:t>85</a:t>
            </a:fld>
            <a:endParaRPr lang="en-US" altLang="en-US" b="0" i="0">
              <a:solidFill>
                <a:srgbClr val="000000"/>
              </a:solidFill>
            </a:endParaRPr>
          </a:p>
        </p:txBody>
      </p:sp>
      <p:sp>
        <p:nvSpPr>
          <p:cNvPr id="184323" name="Rectangle 2">
            <a:extLst>
              <a:ext uri="{FF2B5EF4-FFF2-40B4-BE49-F238E27FC236}">
                <a16:creationId xmlns:a16="http://schemas.microsoft.com/office/drawing/2014/main" id="{AD5C7189-4C15-2BD8-41DD-E1167D96AB31}"/>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F2C661C9-7C82-F26B-E09F-252DDEEC07A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a:extLst>
              <a:ext uri="{FF2B5EF4-FFF2-40B4-BE49-F238E27FC236}">
                <a16:creationId xmlns:a16="http://schemas.microsoft.com/office/drawing/2014/main" id="{16B1276C-B856-95C7-5BA0-F92F7D0D951B}"/>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2D987E0-CE34-4BC3-9AD7-21574711AC85}" type="slidenum">
              <a:rPr lang="en-US" altLang="en-US" b="0" i="0">
                <a:solidFill>
                  <a:srgbClr val="000000"/>
                </a:solidFill>
              </a:rPr>
              <a:pPr/>
              <a:t>91</a:t>
            </a:fld>
            <a:endParaRPr lang="en-US" altLang="en-US" b="0" i="0">
              <a:solidFill>
                <a:srgbClr val="000000"/>
              </a:solidFill>
            </a:endParaRPr>
          </a:p>
        </p:txBody>
      </p:sp>
      <p:sp>
        <p:nvSpPr>
          <p:cNvPr id="191491" name="Rectangle 2">
            <a:extLst>
              <a:ext uri="{FF2B5EF4-FFF2-40B4-BE49-F238E27FC236}">
                <a16:creationId xmlns:a16="http://schemas.microsoft.com/office/drawing/2014/main" id="{A7D433D5-843A-7EB1-F961-969E70399080}"/>
              </a:ext>
            </a:extLst>
          </p:cNvPr>
          <p:cNvSpPr>
            <a:spLocks noGrp="1" noRot="1" noChangeAspect="1" noChangeArrowheads="1" noTextEdit="1"/>
          </p:cNvSpPr>
          <p:nvPr>
            <p:ph type="sldImg"/>
          </p:nvPr>
        </p:nvSpPr>
        <p:spPr>
          <a:ln/>
        </p:spPr>
      </p:sp>
      <p:sp>
        <p:nvSpPr>
          <p:cNvPr id="191492" name="Rectangle 3">
            <a:extLst>
              <a:ext uri="{FF2B5EF4-FFF2-40B4-BE49-F238E27FC236}">
                <a16:creationId xmlns:a16="http://schemas.microsoft.com/office/drawing/2014/main" id="{0D6B9C2F-D7A0-0DBD-A073-6E32E66EB8B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a:extLst>
              <a:ext uri="{FF2B5EF4-FFF2-40B4-BE49-F238E27FC236}">
                <a16:creationId xmlns:a16="http://schemas.microsoft.com/office/drawing/2014/main" id="{3C887F60-D496-4DE1-58F0-30FCA3F259A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FCA2974-2F20-4322-B601-DDD21569F319}" type="slidenum">
              <a:rPr lang="en-US" altLang="en-US" b="0" i="0">
                <a:solidFill>
                  <a:srgbClr val="000000"/>
                </a:solidFill>
              </a:rPr>
              <a:pPr/>
              <a:t>92</a:t>
            </a:fld>
            <a:endParaRPr lang="en-US" altLang="en-US" b="0" i="0">
              <a:solidFill>
                <a:srgbClr val="000000"/>
              </a:solidFill>
            </a:endParaRPr>
          </a:p>
        </p:txBody>
      </p:sp>
      <p:sp>
        <p:nvSpPr>
          <p:cNvPr id="193539" name="Rectangle 2">
            <a:extLst>
              <a:ext uri="{FF2B5EF4-FFF2-40B4-BE49-F238E27FC236}">
                <a16:creationId xmlns:a16="http://schemas.microsoft.com/office/drawing/2014/main" id="{FE8D1795-C2AB-A4DE-EF05-6C28DF8D57D4}"/>
              </a:ext>
            </a:extLst>
          </p:cNvPr>
          <p:cNvSpPr>
            <a:spLocks noGrp="1" noRot="1" noChangeAspect="1" noChangeArrowheads="1" noTextEdit="1"/>
          </p:cNvSpPr>
          <p:nvPr>
            <p:ph type="sldImg"/>
          </p:nvPr>
        </p:nvSpPr>
        <p:spPr>
          <a:ln/>
        </p:spPr>
      </p:sp>
      <p:sp>
        <p:nvSpPr>
          <p:cNvPr id="193540" name="Rectangle 3">
            <a:extLst>
              <a:ext uri="{FF2B5EF4-FFF2-40B4-BE49-F238E27FC236}">
                <a16:creationId xmlns:a16="http://schemas.microsoft.com/office/drawing/2014/main" id="{E5636CC0-D623-290C-165A-4C37291366E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a:extLst>
              <a:ext uri="{FF2B5EF4-FFF2-40B4-BE49-F238E27FC236}">
                <a16:creationId xmlns:a16="http://schemas.microsoft.com/office/drawing/2014/main" id="{EE9D5517-92DB-D50E-DA46-FC78C482783B}"/>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EB20D3F7-4CFE-43A2-ACBC-AA5CB2D294CC}" type="slidenum">
              <a:rPr lang="en-US" altLang="en-US" b="0" i="0">
                <a:solidFill>
                  <a:srgbClr val="000000"/>
                </a:solidFill>
              </a:rPr>
              <a:pPr/>
              <a:t>93</a:t>
            </a:fld>
            <a:endParaRPr lang="en-US" altLang="en-US" b="0" i="0">
              <a:solidFill>
                <a:srgbClr val="000000"/>
              </a:solidFill>
            </a:endParaRPr>
          </a:p>
        </p:txBody>
      </p:sp>
      <p:sp>
        <p:nvSpPr>
          <p:cNvPr id="195587" name="Rectangle 2">
            <a:extLst>
              <a:ext uri="{FF2B5EF4-FFF2-40B4-BE49-F238E27FC236}">
                <a16:creationId xmlns:a16="http://schemas.microsoft.com/office/drawing/2014/main" id="{E3DA77EC-7F11-410D-47C9-3858891554BD}"/>
              </a:ext>
            </a:extLst>
          </p:cNvPr>
          <p:cNvSpPr>
            <a:spLocks noGrp="1" noRot="1" noChangeAspect="1" noChangeArrowheads="1" noTextEdit="1"/>
          </p:cNvSpPr>
          <p:nvPr>
            <p:ph type="sldImg"/>
          </p:nvPr>
        </p:nvSpPr>
        <p:spPr>
          <a:ln/>
        </p:spPr>
      </p:sp>
      <p:sp>
        <p:nvSpPr>
          <p:cNvPr id="195588" name="Rectangle 3">
            <a:extLst>
              <a:ext uri="{FF2B5EF4-FFF2-40B4-BE49-F238E27FC236}">
                <a16:creationId xmlns:a16="http://schemas.microsoft.com/office/drawing/2014/main" id="{10407084-1D7B-C433-D425-78BF330BB28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a:extLst>
              <a:ext uri="{FF2B5EF4-FFF2-40B4-BE49-F238E27FC236}">
                <a16:creationId xmlns:a16="http://schemas.microsoft.com/office/drawing/2014/main" id="{7E3147F8-07CD-F9C0-E968-83C81801D08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878E68C-3F77-4FE9-839F-CD80E493DFCC}" type="slidenum">
              <a:rPr lang="en-US" altLang="en-US" b="0" i="0">
                <a:solidFill>
                  <a:srgbClr val="000000"/>
                </a:solidFill>
              </a:rPr>
              <a:pPr/>
              <a:t>94</a:t>
            </a:fld>
            <a:endParaRPr lang="en-US" altLang="en-US" b="0" i="0">
              <a:solidFill>
                <a:srgbClr val="000000"/>
              </a:solidFill>
            </a:endParaRPr>
          </a:p>
        </p:txBody>
      </p:sp>
      <p:sp>
        <p:nvSpPr>
          <p:cNvPr id="197635" name="Rectangle 2">
            <a:extLst>
              <a:ext uri="{FF2B5EF4-FFF2-40B4-BE49-F238E27FC236}">
                <a16:creationId xmlns:a16="http://schemas.microsoft.com/office/drawing/2014/main" id="{79F6C08D-0305-3091-33D1-0EB1F1A98A12}"/>
              </a:ext>
            </a:extLst>
          </p:cNvPr>
          <p:cNvSpPr>
            <a:spLocks noGrp="1" noRot="1" noChangeAspect="1" noChangeArrowheads="1" noTextEdit="1"/>
          </p:cNvSpPr>
          <p:nvPr>
            <p:ph type="sldImg"/>
          </p:nvPr>
        </p:nvSpPr>
        <p:spPr>
          <a:ln/>
        </p:spPr>
      </p:sp>
      <p:sp>
        <p:nvSpPr>
          <p:cNvPr id="197636" name="Rectangle 3">
            <a:extLst>
              <a:ext uri="{FF2B5EF4-FFF2-40B4-BE49-F238E27FC236}">
                <a16:creationId xmlns:a16="http://schemas.microsoft.com/office/drawing/2014/main" id="{0533F283-5B9C-2AC6-FC56-5C60956D1C0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a:extLst>
              <a:ext uri="{FF2B5EF4-FFF2-40B4-BE49-F238E27FC236}">
                <a16:creationId xmlns:a16="http://schemas.microsoft.com/office/drawing/2014/main" id="{018E4D1E-3846-C200-A79F-5C8DEF66333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030F6F6-D4E4-4AE9-8ED3-93C8F354825F}" type="slidenum">
              <a:rPr lang="en-US" altLang="en-US" b="0" i="0">
                <a:solidFill>
                  <a:srgbClr val="000000"/>
                </a:solidFill>
              </a:rPr>
              <a:pPr/>
              <a:t>95</a:t>
            </a:fld>
            <a:endParaRPr lang="en-US" altLang="en-US" b="0" i="0">
              <a:solidFill>
                <a:srgbClr val="000000"/>
              </a:solidFill>
            </a:endParaRPr>
          </a:p>
        </p:txBody>
      </p:sp>
      <p:sp>
        <p:nvSpPr>
          <p:cNvPr id="199683" name="Rectangle 2">
            <a:extLst>
              <a:ext uri="{FF2B5EF4-FFF2-40B4-BE49-F238E27FC236}">
                <a16:creationId xmlns:a16="http://schemas.microsoft.com/office/drawing/2014/main" id="{46862BB0-4AD7-7F62-4B2A-B806E5F9471F}"/>
              </a:ext>
            </a:extLst>
          </p:cNvPr>
          <p:cNvSpPr>
            <a:spLocks noGrp="1" noRot="1" noChangeAspect="1" noChangeArrowheads="1" noTextEdit="1"/>
          </p:cNvSpPr>
          <p:nvPr>
            <p:ph type="sldImg"/>
          </p:nvPr>
        </p:nvSpPr>
        <p:spPr>
          <a:ln/>
        </p:spPr>
      </p:sp>
      <p:sp>
        <p:nvSpPr>
          <p:cNvPr id="199684" name="Rectangle 3">
            <a:extLst>
              <a:ext uri="{FF2B5EF4-FFF2-40B4-BE49-F238E27FC236}">
                <a16:creationId xmlns:a16="http://schemas.microsoft.com/office/drawing/2014/main" id="{375C1564-42DF-9B82-B490-233C6A298A1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a:extLst>
              <a:ext uri="{FF2B5EF4-FFF2-40B4-BE49-F238E27FC236}">
                <a16:creationId xmlns:a16="http://schemas.microsoft.com/office/drawing/2014/main" id="{4DF255AB-7FF1-BC9E-3DDC-8EFF23E79A1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3137817-C4A1-41E8-842E-E6FA8376A579}" type="slidenum">
              <a:rPr lang="en-US" altLang="en-US" b="0" i="0">
                <a:solidFill>
                  <a:srgbClr val="000000"/>
                </a:solidFill>
              </a:rPr>
              <a:pPr/>
              <a:t>96</a:t>
            </a:fld>
            <a:endParaRPr lang="en-US" altLang="en-US" b="0" i="0">
              <a:solidFill>
                <a:srgbClr val="000000"/>
              </a:solidFill>
            </a:endParaRPr>
          </a:p>
        </p:txBody>
      </p:sp>
      <p:sp>
        <p:nvSpPr>
          <p:cNvPr id="201731" name="Rectangle 2">
            <a:extLst>
              <a:ext uri="{FF2B5EF4-FFF2-40B4-BE49-F238E27FC236}">
                <a16:creationId xmlns:a16="http://schemas.microsoft.com/office/drawing/2014/main" id="{77A4B03F-6A37-5DEA-C416-B12784CEDCC0}"/>
              </a:ext>
            </a:extLst>
          </p:cNvPr>
          <p:cNvSpPr>
            <a:spLocks noGrp="1" noRot="1" noChangeAspect="1" noChangeArrowheads="1" noTextEdit="1"/>
          </p:cNvSpPr>
          <p:nvPr>
            <p:ph type="sldImg"/>
          </p:nvPr>
        </p:nvSpPr>
        <p:spPr>
          <a:ln/>
        </p:spPr>
      </p:sp>
      <p:sp>
        <p:nvSpPr>
          <p:cNvPr id="201732" name="Rectangle 3">
            <a:extLst>
              <a:ext uri="{FF2B5EF4-FFF2-40B4-BE49-F238E27FC236}">
                <a16:creationId xmlns:a16="http://schemas.microsoft.com/office/drawing/2014/main" id="{92DF10B4-EBA1-C253-1039-C7D2F4ECCC4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a:extLst>
              <a:ext uri="{FF2B5EF4-FFF2-40B4-BE49-F238E27FC236}">
                <a16:creationId xmlns:a16="http://schemas.microsoft.com/office/drawing/2014/main" id="{B6DAE462-4AE0-239C-0AC0-B8B240BDDAE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93419EA-927E-43D5-A30D-64ABC657A713}" type="slidenum">
              <a:rPr lang="en-US" altLang="en-US" b="0" i="0">
                <a:solidFill>
                  <a:srgbClr val="000000"/>
                </a:solidFill>
              </a:rPr>
              <a:pPr/>
              <a:t>97</a:t>
            </a:fld>
            <a:endParaRPr lang="en-US" altLang="en-US" b="0" i="0">
              <a:solidFill>
                <a:srgbClr val="000000"/>
              </a:solidFill>
            </a:endParaRPr>
          </a:p>
        </p:txBody>
      </p:sp>
      <p:sp>
        <p:nvSpPr>
          <p:cNvPr id="203779" name="Rectangle 2">
            <a:extLst>
              <a:ext uri="{FF2B5EF4-FFF2-40B4-BE49-F238E27FC236}">
                <a16:creationId xmlns:a16="http://schemas.microsoft.com/office/drawing/2014/main" id="{DC3D82E5-AB8D-CF34-AC34-548B2A0429F0}"/>
              </a:ext>
            </a:extLst>
          </p:cNvPr>
          <p:cNvSpPr>
            <a:spLocks noGrp="1" noRot="1" noChangeAspect="1" noChangeArrowheads="1" noTextEdit="1"/>
          </p:cNvSpPr>
          <p:nvPr>
            <p:ph type="sldImg"/>
          </p:nvPr>
        </p:nvSpPr>
        <p:spPr>
          <a:ln/>
        </p:spPr>
      </p:sp>
      <p:sp>
        <p:nvSpPr>
          <p:cNvPr id="203780" name="Rectangle 3">
            <a:extLst>
              <a:ext uri="{FF2B5EF4-FFF2-40B4-BE49-F238E27FC236}">
                <a16:creationId xmlns:a16="http://schemas.microsoft.com/office/drawing/2014/main" id="{75756781-F932-6DFB-3DD1-265DEF83EE5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a:extLst>
              <a:ext uri="{FF2B5EF4-FFF2-40B4-BE49-F238E27FC236}">
                <a16:creationId xmlns:a16="http://schemas.microsoft.com/office/drawing/2014/main" id="{FA9F120A-08E2-AEF2-85C9-3B57B5EDAD4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05220EAF-F4C2-4548-8446-058200348754}" type="slidenum">
              <a:rPr lang="en-US" altLang="en-US" b="0" i="0">
                <a:solidFill>
                  <a:srgbClr val="000000"/>
                </a:solidFill>
              </a:rPr>
              <a:pPr/>
              <a:t>98</a:t>
            </a:fld>
            <a:endParaRPr lang="en-US" altLang="en-US" b="0" i="0">
              <a:solidFill>
                <a:srgbClr val="000000"/>
              </a:solidFill>
            </a:endParaRPr>
          </a:p>
        </p:txBody>
      </p:sp>
      <p:sp>
        <p:nvSpPr>
          <p:cNvPr id="205827" name="Rectangle 2">
            <a:extLst>
              <a:ext uri="{FF2B5EF4-FFF2-40B4-BE49-F238E27FC236}">
                <a16:creationId xmlns:a16="http://schemas.microsoft.com/office/drawing/2014/main" id="{ED006B1E-4213-4F03-42D5-5CAC35F22EC9}"/>
              </a:ext>
            </a:extLst>
          </p:cNvPr>
          <p:cNvSpPr>
            <a:spLocks noGrp="1" noRot="1" noChangeAspect="1" noChangeArrowheads="1" noTextEdit="1"/>
          </p:cNvSpPr>
          <p:nvPr>
            <p:ph type="sldImg"/>
          </p:nvPr>
        </p:nvSpPr>
        <p:spPr>
          <a:ln/>
        </p:spPr>
      </p:sp>
      <p:sp>
        <p:nvSpPr>
          <p:cNvPr id="205828" name="Rectangle 3">
            <a:extLst>
              <a:ext uri="{FF2B5EF4-FFF2-40B4-BE49-F238E27FC236}">
                <a16:creationId xmlns:a16="http://schemas.microsoft.com/office/drawing/2014/main" id="{E747AF2F-A215-DAAF-8E06-A151AB5A804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a:extLst>
              <a:ext uri="{FF2B5EF4-FFF2-40B4-BE49-F238E27FC236}">
                <a16:creationId xmlns:a16="http://schemas.microsoft.com/office/drawing/2014/main" id="{F6B4550D-6917-9B18-70B3-CA74D41B1D0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7CDDEA81-5E2C-406C-A7D6-8482A0C063E3}" type="slidenum">
              <a:rPr lang="en-US" altLang="en-US" b="0" i="0">
                <a:solidFill>
                  <a:srgbClr val="000000"/>
                </a:solidFill>
              </a:rPr>
              <a:pPr/>
              <a:t>99</a:t>
            </a:fld>
            <a:endParaRPr lang="en-US" altLang="en-US" b="0" i="0">
              <a:solidFill>
                <a:srgbClr val="000000"/>
              </a:solidFill>
            </a:endParaRPr>
          </a:p>
        </p:txBody>
      </p:sp>
      <p:sp>
        <p:nvSpPr>
          <p:cNvPr id="207875" name="Rectangle 2">
            <a:extLst>
              <a:ext uri="{FF2B5EF4-FFF2-40B4-BE49-F238E27FC236}">
                <a16:creationId xmlns:a16="http://schemas.microsoft.com/office/drawing/2014/main" id="{7D6C067A-C4D8-ABBF-153B-4AF924CAADD9}"/>
              </a:ext>
            </a:extLst>
          </p:cNvPr>
          <p:cNvSpPr>
            <a:spLocks noGrp="1" noRot="1" noChangeAspect="1" noChangeArrowheads="1" noTextEdit="1"/>
          </p:cNvSpPr>
          <p:nvPr>
            <p:ph type="sldImg"/>
          </p:nvPr>
        </p:nvSpPr>
        <p:spPr>
          <a:ln/>
        </p:spPr>
      </p:sp>
      <p:sp>
        <p:nvSpPr>
          <p:cNvPr id="207876" name="Rectangle 3">
            <a:extLst>
              <a:ext uri="{FF2B5EF4-FFF2-40B4-BE49-F238E27FC236}">
                <a16:creationId xmlns:a16="http://schemas.microsoft.com/office/drawing/2014/main" id="{006710EC-30C2-6632-85A6-764E0D3428C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a:extLst>
              <a:ext uri="{FF2B5EF4-FFF2-40B4-BE49-F238E27FC236}">
                <a16:creationId xmlns:a16="http://schemas.microsoft.com/office/drawing/2014/main" id="{B9F684DD-E9E4-282A-409D-AD1512E90A6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07CB0932-992D-400F-9279-23E5E59D3423}" type="slidenum">
              <a:rPr lang="en-US" altLang="en-US" b="0" i="0">
                <a:solidFill>
                  <a:srgbClr val="000000"/>
                </a:solidFill>
              </a:rPr>
              <a:pPr/>
              <a:t>100</a:t>
            </a:fld>
            <a:endParaRPr lang="en-US" altLang="en-US" b="0" i="0">
              <a:solidFill>
                <a:srgbClr val="000000"/>
              </a:solidFill>
            </a:endParaRPr>
          </a:p>
        </p:txBody>
      </p:sp>
      <p:sp>
        <p:nvSpPr>
          <p:cNvPr id="209923" name="Rectangle 2">
            <a:extLst>
              <a:ext uri="{FF2B5EF4-FFF2-40B4-BE49-F238E27FC236}">
                <a16:creationId xmlns:a16="http://schemas.microsoft.com/office/drawing/2014/main" id="{47C4B954-DC2E-72A6-FDD3-AA3BEDCCE970}"/>
              </a:ext>
            </a:extLst>
          </p:cNvPr>
          <p:cNvSpPr>
            <a:spLocks noGrp="1" noRot="1" noChangeAspect="1" noChangeArrowheads="1" noTextEdit="1"/>
          </p:cNvSpPr>
          <p:nvPr>
            <p:ph type="sldImg"/>
          </p:nvPr>
        </p:nvSpPr>
        <p:spPr>
          <a:ln/>
        </p:spPr>
      </p:sp>
      <p:sp>
        <p:nvSpPr>
          <p:cNvPr id="209924" name="Rectangle 3">
            <a:extLst>
              <a:ext uri="{FF2B5EF4-FFF2-40B4-BE49-F238E27FC236}">
                <a16:creationId xmlns:a16="http://schemas.microsoft.com/office/drawing/2014/main" id="{82E4377C-B99C-9E7D-76A4-BF558F755B96}"/>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a:extLst>
              <a:ext uri="{FF2B5EF4-FFF2-40B4-BE49-F238E27FC236}">
                <a16:creationId xmlns:a16="http://schemas.microsoft.com/office/drawing/2014/main" id="{4440DE27-2910-B1E8-D1FB-3D4CB0C8B1D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517CBE2E-231A-4BAD-B6DB-C08729BD13A8}" type="slidenum">
              <a:rPr lang="en-US" altLang="en-US" b="0" i="0">
                <a:solidFill>
                  <a:srgbClr val="000000"/>
                </a:solidFill>
              </a:rPr>
              <a:pPr/>
              <a:t>101</a:t>
            </a:fld>
            <a:endParaRPr lang="en-US" altLang="en-US" b="0" i="0">
              <a:solidFill>
                <a:srgbClr val="000000"/>
              </a:solidFill>
            </a:endParaRPr>
          </a:p>
        </p:txBody>
      </p:sp>
      <p:sp>
        <p:nvSpPr>
          <p:cNvPr id="211971" name="Rectangle 2">
            <a:extLst>
              <a:ext uri="{FF2B5EF4-FFF2-40B4-BE49-F238E27FC236}">
                <a16:creationId xmlns:a16="http://schemas.microsoft.com/office/drawing/2014/main" id="{577110DE-145D-0467-7681-2157DE182CCE}"/>
              </a:ext>
            </a:extLst>
          </p:cNvPr>
          <p:cNvSpPr>
            <a:spLocks noGrp="1" noRot="1" noChangeAspect="1" noChangeArrowheads="1" noTextEdit="1"/>
          </p:cNvSpPr>
          <p:nvPr>
            <p:ph type="sldImg"/>
          </p:nvPr>
        </p:nvSpPr>
        <p:spPr>
          <a:ln/>
        </p:spPr>
      </p:sp>
      <p:sp>
        <p:nvSpPr>
          <p:cNvPr id="211972" name="Rectangle 3">
            <a:extLst>
              <a:ext uri="{FF2B5EF4-FFF2-40B4-BE49-F238E27FC236}">
                <a16:creationId xmlns:a16="http://schemas.microsoft.com/office/drawing/2014/main" id="{60A74C4B-E38B-85EC-57CF-848BBD47FF3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a:extLst>
              <a:ext uri="{FF2B5EF4-FFF2-40B4-BE49-F238E27FC236}">
                <a16:creationId xmlns:a16="http://schemas.microsoft.com/office/drawing/2014/main" id="{70460DDA-15CB-D328-B4CA-EC5FD43FDF6F}"/>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2C9AD5E7-D10E-4312-8D2A-A72A1F430A6A}" type="slidenum">
              <a:rPr lang="en-US" altLang="en-US" b="0" i="0">
                <a:solidFill>
                  <a:srgbClr val="000000"/>
                </a:solidFill>
              </a:rPr>
              <a:pPr/>
              <a:t>102</a:t>
            </a:fld>
            <a:endParaRPr lang="en-US" altLang="en-US" b="0" i="0">
              <a:solidFill>
                <a:srgbClr val="000000"/>
              </a:solidFill>
            </a:endParaRPr>
          </a:p>
        </p:txBody>
      </p:sp>
      <p:sp>
        <p:nvSpPr>
          <p:cNvPr id="214019" name="Rectangle 2">
            <a:extLst>
              <a:ext uri="{FF2B5EF4-FFF2-40B4-BE49-F238E27FC236}">
                <a16:creationId xmlns:a16="http://schemas.microsoft.com/office/drawing/2014/main" id="{B2BD56A4-EDD7-F3F7-AED9-92149FD7B8B9}"/>
              </a:ext>
            </a:extLst>
          </p:cNvPr>
          <p:cNvSpPr>
            <a:spLocks noGrp="1" noRot="1" noChangeAspect="1" noChangeArrowheads="1" noTextEdit="1"/>
          </p:cNvSpPr>
          <p:nvPr>
            <p:ph type="sldImg"/>
          </p:nvPr>
        </p:nvSpPr>
        <p:spPr>
          <a:ln/>
        </p:spPr>
      </p:sp>
      <p:sp>
        <p:nvSpPr>
          <p:cNvPr id="214020" name="Rectangle 3">
            <a:extLst>
              <a:ext uri="{FF2B5EF4-FFF2-40B4-BE49-F238E27FC236}">
                <a16:creationId xmlns:a16="http://schemas.microsoft.com/office/drawing/2014/main" id="{B223ACFA-48E1-3540-8AF2-D82A98422B1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a:extLst>
              <a:ext uri="{FF2B5EF4-FFF2-40B4-BE49-F238E27FC236}">
                <a16:creationId xmlns:a16="http://schemas.microsoft.com/office/drawing/2014/main" id="{236A5AA7-FE1F-1ECB-AF3E-5E0C054728FB}"/>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6400C9FC-4FC9-420A-B5C0-5963B4AD071B}" type="slidenum">
              <a:rPr lang="en-US" altLang="en-US" b="0" i="0">
                <a:solidFill>
                  <a:srgbClr val="000000"/>
                </a:solidFill>
              </a:rPr>
              <a:pPr/>
              <a:t>103</a:t>
            </a:fld>
            <a:endParaRPr lang="en-US" altLang="en-US" b="0" i="0">
              <a:solidFill>
                <a:srgbClr val="000000"/>
              </a:solidFill>
            </a:endParaRPr>
          </a:p>
        </p:txBody>
      </p:sp>
      <p:sp>
        <p:nvSpPr>
          <p:cNvPr id="216067" name="Rectangle 2">
            <a:extLst>
              <a:ext uri="{FF2B5EF4-FFF2-40B4-BE49-F238E27FC236}">
                <a16:creationId xmlns:a16="http://schemas.microsoft.com/office/drawing/2014/main" id="{3DDF6A50-4315-7FD8-443F-310A4DB38472}"/>
              </a:ext>
            </a:extLst>
          </p:cNvPr>
          <p:cNvSpPr>
            <a:spLocks noGrp="1" noRot="1" noChangeAspect="1" noChangeArrowheads="1" noTextEdit="1"/>
          </p:cNvSpPr>
          <p:nvPr>
            <p:ph type="sldImg"/>
          </p:nvPr>
        </p:nvSpPr>
        <p:spPr>
          <a:ln/>
        </p:spPr>
      </p:sp>
      <p:sp>
        <p:nvSpPr>
          <p:cNvPr id="216068" name="Rectangle 3">
            <a:extLst>
              <a:ext uri="{FF2B5EF4-FFF2-40B4-BE49-F238E27FC236}">
                <a16:creationId xmlns:a16="http://schemas.microsoft.com/office/drawing/2014/main" id="{85FE78DE-096F-B68E-D324-732389DDC06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a:extLst>
              <a:ext uri="{FF2B5EF4-FFF2-40B4-BE49-F238E27FC236}">
                <a16:creationId xmlns:a16="http://schemas.microsoft.com/office/drawing/2014/main" id="{217FEDA9-4BD4-E7F3-F9C4-873BA5DB521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1333343-2085-417F-8020-899CD9381D7F}" type="slidenum">
              <a:rPr lang="en-US" altLang="en-US" b="0" i="0">
                <a:solidFill>
                  <a:srgbClr val="000000"/>
                </a:solidFill>
              </a:rPr>
              <a:pPr/>
              <a:t>104</a:t>
            </a:fld>
            <a:endParaRPr lang="en-US" altLang="en-US" b="0" i="0">
              <a:solidFill>
                <a:srgbClr val="000000"/>
              </a:solidFill>
            </a:endParaRPr>
          </a:p>
        </p:txBody>
      </p:sp>
      <p:sp>
        <p:nvSpPr>
          <p:cNvPr id="218115" name="Rectangle 2">
            <a:extLst>
              <a:ext uri="{FF2B5EF4-FFF2-40B4-BE49-F238E27FC236}">
                <a16:creationId xmlns:a16="http://schemas.microsoft.com/office/drawing/2014/main" id="{16284095-6D3A-FA71-1F2B-ED2DD1C19A0A}"/>
              </a:ext>
            </a:extLst>
          </p:cNvPr>
          <p:cNvSpPr>
            <a:spLocks noGrp="1" noRot="1" noChangeAspect="1" noChangeArrowheads="1" noTextEdit="1"/>
          </p:cNvSpPr>
          <p:nvPr>
            <p:ph type="sldImg"/>
          </p:nvPr>
        </p:nvSpPr>
        <p:spPr>
          <a:ln/>
        </p:spPr>
      </p:sp>
      <p:sp>
        <p:nvSpPr>
          <p:cNvPr id="218116" name="Rectangle 3">
            <a:extLst>
              <a:ext uri="{FF2B5EF4-FFF2-40B4-BE49-F238E27FC236}">
                <a16:creationId xmlns:a16="http://schemas.microsoft.com/office/drawing/2014/main" id="{472700E6-92A3-B699-C9CE-2CA86409C06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a:extLst>
              <a:ext uri="{FF2B5EF4-FFF2-40B4-BE49-F238E27FC236}">
                <a16:creationId xmlns:a16="http://schemas.microsoft.com/office/drawing/2014/main" id="{0C8C8804-54FE-C85B-3140-A10F58305E2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29E7FA32-E9DF-4795-8EDF-0B0F7B9004DF}" type="slidenum">
              <a:rPr lang="en-US" altLang="en-US" b="0" i="0">
                <a:solidFill>
                  <a:srgbClr val="000000"/>
                </a:solidFill>
              </a:rPr>
              <a:pPr/>
              <a:t>105</a:t>
            </a:fld>
            <a:endParaRPr lang="en-US" altLang="en-US" b="0" i="0">
              <a:solidFill>
                <a:srgbClr val="000000"/>
              </a:solidFill>
            </a:endParaRPr>
          </a:p>
        </p:txBody>
      </p:sp>
      <p:sp>
        <p:nvSpPr>
          <p:cNvPr id="220163" name="Rectangle 2">
            <a:extLst>
              <a:ext uri="{FF2B5EF4-FFF2-40B4-BE49-F238E27FC236}">
                <a16:creationId xmlns:a16="http://schemas.microsoft.com/office/drawing/2014/main" id="{72670124-9B38-BBB0-8EAE-F9E20FF59580}"/>
              </a:ext>
            </a:extLst>
          </p:cNvPr>
          <p:cNvSpPr>
            <a:spLocks noGrp="1" noRot="1" noChangeAspect="1" noChangeArrowheads="1" noTextEdit="1"/>
          </p:cNvSpPr>
          <p:nvPr>
            <p:ph type="sldImg"/>
          </p:nvPr>
        </p:nvSpPr>
        <p:spPr>
          <a:ln/>
        </p:spPr>
      </p:sp>
      <p:sp>
        <p:nvSpPr>
          <p:cNvPr id="220164" name="Rectangle 3">
            <a:extLst>
              <a:ext uri="{FF2B5EF4-FFF2-40B4-BE49-F238E27FC236}">
                <a16:creationId xmlns:a16="http://schemas.microsoft.com/office/drawing/2014/main" id="{6328C03A-5259-9DFB-B320-B6D0C676152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a:extLst>
              <a:ext uri="{FF2B5EF4-FFF2-40B4-BE49-F238E27FC236}">
                <a16:creationId xmlns:a16="http://schemas.microsoft.com/office/drawing/2014/main" id="{849A94E2-4F19-B1A2-F7FC-EA96F58FE50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7B85E99-732C-4068-AC83-EC151B84A766}" type="slidenum">
              <a:rPr lang="en-US" altLang="en-US" b="0" i="0">
                <a:solidFill>
                  <a:srgbClr val="000000"/>
                </a:solidFill>
              </a:rPr>
              <a:pPr/>
              <a:t>106</a:t>
            </a:fld>
            <a:endParaRPr lang="en-US" altLang="en-US" b="0" i="0">
              <a:solidFill>
                <a:srgbClr val="000000"/>
              </a:solidFill>
            </a:endParaRPr>
          </a:p>
        </p:txBody>
      </p:sp>
      <p:sp>
        <p:nvSpPr>
          <p:cNvPr id="222211" name="Rectangle 2">
            <a:extLst>
              <a:ext uri="{FF2B5EF4-FFF2-40B4-BE49-F238E27FC236}">
                <a16:creationId xmlns:a16="http://schemas.microsoft.com/office/drawing/2014/main" id="{5AEC9903-2E5F-D72C-24EF-B2394E9DEE34}"/>
              </a:ext>
            </a:extLst>
          </p:cNvPr>
          <p:cNvSpPr>
            <a:spLocks noGrp="1" noRot="1" noChangeAspect="1" noChangeArrowheads="1" noTextEdit="1"/>
          </p:cNvSpPr>
          <p:nvPr>
            <p:ph type="sldImg"/>
          </p:nvPr>
        </p:nvSpPr>
        <p:spPr>
          <a:ln/>
        </p:spPr>
      </p:sp>
      <p:sp>
        <p:nvSpPr>
          <p:cNvPr id="222212" name="Rectangle 3">
            <a:extLst>
              <a:ext uri="{FF2B5EF4-FFF2-40B4-BE49-F238E27FC236}">
                <a16:creationId xmlns:a16="http://schemas.microsoft.com/office/drawing/2014/main" id="{E80AE2C6-F892-FBBE-2DE8-22F9FDE6E0F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a:extLst>
              <a:ext uri="{FF2B5EF4-FFF2-40B4-BE49-F238E27FC236}">
                <a16:creationId xmlns:a16="http://schemas.microsoft.com/office/drawing/2014/main" id="{23AC57E7-05D0-EC62-4969-B3863774CFBE}"/>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BAEFC69-9312-4B56-ABD4-AA7977C6DD02}" type="slidenum">
              <a:rPr lang="en-US" altLang="en-US" b="0" i="0">
                <a:solidFill>
                  <a:srgbClr val="000000"/>
                </a:solidFill>
              </a:rPr>
              <a:pPr/>
              <a:t>107</a:t>
            </a:fld>
            <a:endParaRPr lang="en-US" altLang="en-US" b="0" i="0">
              <a:solidFill>
                <a:srgbClr val="000000"/>
              </a:solidFill>
            </a:endParaRPr>
          </a:p>
        </p:txBody>
      </p:sp>
      <p:sp>
        <p:nvSpPr>
          <p:cNvPr id="224259" name="Rectangle 2">
            <a:extLst>
              <a:ext uri="{FF2B5EF4-FFF2-40B4-BE49-F238E27FC236}">
                <a16:creationId xmlns:a16="http://schemas.microsoft.com/office/drawing/2014/main" id="{B07EB600-30FB-3CE3-F8CE-38C86A03206B}"/>
              </a:ext>
            </a:extLst>
          </p:cNvPr>
          <p:cNvSpPr>
            <a:spLocks noGrp="1" noRot="1" noChangeAspect="1" noChangeArrowheads="1" noTextEdit="1"/>
          </p:cNvSpPr>
          <p:nvPr>
            <p:ph type="sldImg"/>
          </p:nvPr>
        </p:nvSpPr>
        <p:spPr>
          <a:ln/>
        </p:spPr>
      </p:sp>
      <p:sp>
        <p:nvSpPr>
          <p:cNvPr id="224260" name="Rectangle 3">
            <a:extLst>
              <a:ext uri="{FF2B5EF4-FFF2-40B4-BE49-F238E27FC236}">
                <a16:creationId xmlns:a16="http://schemas.microsoft.com/office/drawing/2014/main" id="{D359BBCC-1D61-5995-C5FA-5B2CD771E95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a:extLst>
              <a:ext uri="{FF2B5EF4-FFF2-40B4-BE49-F238E27FC236}">
                <a16:creationId xmlns:a16="http://schemas.microsoft.com/office/drawing/2014/main" id="{44D1085A-D2C7-88CE-2692-AAA7276F11FE}"/>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93CA34A1-C8D5-4E41-9A70-B8FC2FC577B5}" type="slidenum">
              <a:rPr lang="en-US" altLang="en-US" b="0" i="0">
                <a:solidFill>
                  <a:srgbClr val="000000"/>
                </a:solidFill>
              </a:rPr>
              <a:pPr/>
              <a:t>108</a:t>
            </a:fld>
            <a:endParaRPr lang="en-US" altLang="en-US" b="0" i="0">
              <a:solidFill>
                <a:srgbClr val="000000"/>
              </a:solidFill>
            </a:endParaRPr>
          </a:p>
        </p:txBody>
      </p:sp>
      <p:sp>
        <p:nvSpPr>
          <p:cNvPr id="226307" name="Rectangle 2">
            <a:extLst>
              <a:ext uri="{FF2B5EF4-FFF2-40B4-BE49-F238E27FC236}">
                <a16:creationId xmlns:a16="http://schemas.microsoft.com/office/drawing/2014/main" id="{59DC7063-D3B1-C030-482F-F5120326932C}"/>
              </a:ext>
            </a:extLst>
          </p:cNvPr>
          <p:cNvSpPr>
            <a:spLocks noGrp="1" noRot="1" noChangeAspect="1" noChangeArrowheads="1" noTextEdit="1"/>
          </p:cNvSpPr>
          <p:nvPr>
            <p:ph type="sldImg"/>
          </p:nvPr>
        </p:nvSpPr>
        <p:spPr>
          <a:ln/>
        </p:spPr>
      </p:sp>
      <p:sp>
        <p:nvSpPr>
          <p:cNvPr id="226308" name="Rectangle 3">
            <a:extLst>
              <a:ext uri="{FF2B5EF4-FFF2-40B4-BE49-F238E27FC236}">
                <a16:creationId xmlns:a16="http://schemas.microsoft.com/office/drawing/2014/main" id="{E4594B89-BCAE-D60A-59BF-56879775CA7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a:extLst>
              <a:ext uri="{FF2B5EF4-FFF2-40B4-BE49-F238E27FC236}">
                <a16:creationId xmlns:a16="http://schemas.microsoft.com/office/drawing/2014/main" id="{85340BD8-F81F-4BF9-0928-4E20ADDC5D2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A9E7BC55-5735-4121-9423-DA93C37E8BD6}" type="slidenum">
              <a:rPr lang="en-US" altLang="en-US" b="0" i="0">
                <a:solidFill>
                  <a:srgbClr val="000000"/>
                </a:solidFill>
              </a:rPr>
              <a:pPr/>
              <a:t>109</a:t>
            </a:fld>
            <a:endParaRPr lang="en-US" altLang="en-US" b="0" i="0">
              <a:solidFill>
                <a:srgbClr val="000000"/>
              </a:solidFill>
            </a:endParaRPr>
          </a:p>
        </p:txBody>
      </p:sp>
      <p:sp>
        <p:nvSpPr>
          <p:cNvPr id="228355" name="Rectangle 2">
            <a:extLst>
              <a:ext uri="{FF2B5EF4-FFF2-40B4-BE49-F238E27FC236}">
                <a16:creationId xmlns:a16="http://schemas.microsoft.com/office/drawing/2014/main" id="{E96BDD4D-CC49-340B-4942-EE45491B0F1B}"/>
              </a:ext>
            </a:extLst>
          </p:cNvPr>
          <p:cNvSpPr>
            <a:spLocks noGrp="1" noRot="1" noChangeAspect="1" noChangeArrowheads="1" noTextEdit="1"/>
          </p:cNvSpPr>
          <p:nvPr>
            <p:ph type="sldImg"/>
          </p:nvPr>
        </p:nvSpPr>
        <p:spPr>
          <a:ln/>
        </p:spPr>
      </p:sp>
      <p:sp>
        <p:nvSpPr>
          <p:cNvPr id="228356" name="Rectangle 3">
            <a:extLst>
              <a:ext uri="{FF2B5EF4-FFF2-40B4-BE49-F238E27FC236}">
                <a16:creationId xmlns:a16="http://schemas.microsoft.com/office/drawing/2014/main" id="{0D2135DA-342E-F9CE-F05C-868D67AB9E2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a:extLst>
              <a:ext uri="{FF2B5EF4-FFF2-40B4-BE49-F238E27FC236}">
                <a16:creationId xmlns:a16="http://schemas.microsoft.com/office/drawing/2014/main" id="{055CEE68-AC56-A148-A0FD-58D85F9B2B9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5A756407-D01D-4EB8-A73F-E55991C1FC6F}" type="slidenum">
              <a:rPr lang="en-US" altLang="en-US" b="0" i="0">
                <a:solidFill>
                  <a:srgbClr val="000000"/>
                </a:solidFill>
              </a:rPr>
              <a:pPr/>
              <a:t>110</a:t>
            </a:fld>
            <a:endParaRPr lang="en-US" altLang="en-US" b="0" i="0">
              <a:solidFill>
                <a:srgbClr val="000000"/>
              </a:solidFill>
            </a:endParaRPr>
          </a:p>
        </p:txBody>
      </p:sp>
      <p:sp>
        <p:nvSpPr>
          <p:cNvPr id="230403" name="Rectangle 2">
            <a:extLst>
              <a:ext uri="{FF2B5EF4-FFF2-40B4-BE49-F238E27FC236}">
                <a16:creationId xmlns:a16="http://schemas.microsoft.com/office/drawing/2014/main" id="{CE28D8D5-6094-9820-3786-AFB4E081C9BA}"/>
              </a:ext>
            </a:extLst>
          </p:cNvPr>
          <p:cNvSpPr>
            <a:spLocks noGrp="1" noRot="1" noChangeAspect="1" noChangeArrowheads="1" noTextEdit="1"/>
          </p:cNvSpPr>
          <p:nvPr>
            <p:ph type="sldImg"/>
          </p:nvPr>
        </p:nvSpPr>
        <p:spPr>
          <a:ln/>
        </p:spPr>
      </p:sp>
      <p:sp>
        <p:nvSpPr>
          <p:cNvPr id="230404" name="Rectangle 3">
            <a:extLst>
              <a:ext uri="{FF2B5EF4-FFF2-40B4-BE49-F238E27FC236}">
                <a16:creationId xmlns:a16="http://schemas.microsoft.com/office/drawing/2014/main" id="{198EB2B8-92FB-B3B6-4AD6-0B8E22B21AC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a:extLst>
              <a:ext uri="{FF2B5EF4-FFF2-40B4-BE49-F238E27FC236}">
                <a16:creationId xmlns:a16="http://schemas.microsoft.com/office/drawing/2014/main" id="{B697D0B4-64E9-7A20-7431-A888AD49510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72B02236-F92F-49E8-A9E0-D3C493738D22}" type="slidenum">
              <a:rPr lang="en-US" altLang="en-US" b="0" i="0">
                <a:solidFill>
                  <a:srgbClr val="000000"/>
                </a:solidFill>
              </a:rPr>
              <a:pPr/>
              <a:t>111</a:t>
            </a:fld>
            <a:endParaRPr lang="en-US" altLang="en-US" b="0" i="0">
              <a:solidFill>
                <a:srgbClr val="000000"/>
              </a:solidFill>
            </a:endParaRPr>
          </a:p>
        </p:txBody>
      </p:sp>
      <p:sp>
        <p:nvSpPr>
          <p:cNvPr id="232451" name="Rectangle 2">
            <a:extLst>
              <a:ext uri="{FF2B5EF4-FFF2-40B4-BE49-F238E27FC236}">
                <a16:creationId xmlns:a16="http://schemas.microsoft.com/office/drawing/2014/main" id="{E20D1F35-A994-539E-5F45-9BC2BBF121B4}"/>
              </a:ext>
            </a:extLst>
          </p:cNvPr>
          <p:cNvSpPr>
            <a:spLocks noGrp="1" noRot="1" noChangeAspect="1" noChangeArrowheads="1" noTextEdit="1"/>
          </p:cNvSpPr>
          <p:nvPr>
            <p:ph type="sldImg"/>
          </p:nvPr>
        </p:nvSpPr>
        <p:spPr>
          <a:ln/>
        </p:spPr>
      </p:sp>
      <p:sp>
        <p:nvSpPr>
          <p:cNvPr id="232452" name="Rectangle 3">
            <a:extLst>
              <a:ext uri="{FF2B5EF4-FFF2-40B4-BE49-F238E27FC236}">
                <a16:creationId xmlns:a16="http://schemas.microsoft.com/office/drawing/2014/main" id="{598EACAA-5DC9-B197-224E-3F49AAD2670C}"/>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a:extLst>
              <a:ext uri="{FF2B5EF4-FFF2-40B4-BE49-F238E27FC236}">
                <a16:creationId xmlns:a16="http://schemas.microsoft.com/office/drawing/2014/main" id="{9F56B7F7-267F-38EE-4E2C-D511F84E5521}"/>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2CEAE7BC-2A2A-4726-A22C-E1C9553A4825}" type="slidenum">
              <a:rPr lang="en-US" altLang="en-US" b="0" i="0">
                <a:solidFill>
                  <a:srgbClr val="000000"/>
                </a:solidFill>
              </a:rPr>
              <a:pPr/>
              <a:t>112</a:t>
            </a:fld>
            <a:endParaRPr lang="en-US" altLang="en-US" b="0" i="0">
              <a:solidFill>
                <a:srgbClr val="000000"/>
              </a:solidFill>
            </a:endParaRPr>
          </a:p>
        </p:txBody>
      </p:sp>
      <p:sp>
        <p:nvSpPr>
          <p:cNvPr id="234499" name="Rectangle 2">
            <a:extLst>
              <a:ext uri="{FF2B5EF4-FFF2-40B4-BE49-F238E27FC236}">
                <a16:creationId xmlns:a16="http://schemas.microsoft.com/office/drawing/2014/main" id="{8DDD69E7-9D26-4302-CA7D-5153867C9AFA}"/>
              </a:ext>
            </a:extLst>
          </p:cNvPr>
          <p:cNvSpPr>
            <a:spLocks noGrp="1" noRot="1" noChangeAspect="1" noChangeArrowheads="1" noTextEdit="1"/>
          </p:cNvSpPr>
          <p:nvPr>
            <p:ph type="sldImg"/>
          </p:nvPr>
        </p:nvSpPr>
        <p:spPr>
          <a:ln/>
        </p:spPr>
      </p:sp>
      <p:sp>
        <p:nvSpPr>
          <p:cNvPr id="234500" name="Rectangle 3">
            <a:extLst>
              <a:ext uri="{FF2B5EF4-FFF2-40B4-BE49-F238E27FC236}">
                <a16:creationId xmlns:a16="http://schemas.microsoft.com/office/drawing/2014/main" id="{DAC91B7B-4B38-01D7-5A04-5D725BAFCCE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a:extLst>
              <a:ext uri="{FF2B5EF4-FFF2-40B4-BE49-F238E27FC236}">
                <a16:creationId xmlns:a16="http://schemas.microsoft.com/office/drawing/2014/main" id="{4B082F5C-358C-59ED-E39F-E18C7A287C3B}"/>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6359DBC-3FF1-4CFC-B7E7-035EA31A2FFA}" type="slidenum">
              <a:rPr lang="en-US" altLang="en-US" b="0" i="0">
                <a:solidFill>
                  <a:srgbClr val="000000"/>
                </a:solidFill>
              </a:rPr>
              <a:pPr/>
              <a:t>113</a:t>
            </a:fld>
            <a:endParaRPr lang="en-US" altLang="en-US" b="0" i="0">
              <a:solidFill>
                <a:srgbClr val="000000"/>
              </a:solidFill>
            </a:endParaRPr>
          </a:p>
        </p:txBody>
      </p:sp>
      <p:sp>
        <p:nvSpPr>
          <p:cNvPr id="236547" name="Rectangle 2">
            <a:extLst>
              <a:ext uri="{FF2B5EF4-FFF2-40B4-BE49-F238E27FC236}">
                <a16:creationId xmlns:a16="http://schemas.microsoft.com/office/drawing/2014/main" id="{11FB2E3A-3B6C-BD47-B377-7205ECCEC6C5}"/>
              </a:ext>
            </a:extLst>
          </p:cNvPr>
          <p:cNvSpPr>
            <a:spLocks noGrp="1" noRot="1" noChangeAspect="1" noChangeArrowheads="1" noTextEdit="1"/>
          </p:cNvSpPr>
          <p:nvPr>
            <p:ph type="sldImg"/>
          </p:nvPr>
        </p:nvSpPr>
        <p:spPr>
          <a:ln/>
        </p:spPr>
      </p:sp>
      <p:sp>
        <p:nvSpPr>
          <p:cNvPr id="236548" name="Rectangle 3">
            <a:extLst>
              <a:ext uri="{FF2B5EF4-FFF2-40B4-BE49-F238E27FC236}">
                <a16:creationId xmlns:a16="http://schemas.microsoft.com/office/drawing/2014/main" id="{F258F3F6-1648-886C-B364-D5A68502E03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a:extLst>
              <a:ext uri="{FF2B5EF4-FFF2-40B4-BE49-F238E27FC236}">
                <a16:creationId xmlns:a16="http://schemas.microsoft.com/office/drawing/2014/main" id="{53BF4861-4BA4-B301-19E3-E27CB3DD52FD}"/>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787282D9-6F03-4A40-A90E-F5C4098E5961}" type="slidenum">
              <a:rPr lang="en-US" altLang="en-US" b="0" i="0">
                <a:solidFill>
                  <a:srgbClr val="000000"/>
                </a:solidFill>
              </a:rPr>
              <a:pPr/>
              <a:t>114</a:t>
            </a:fld>
            <a:endParaRPr lang="en-US" altLang="en-US" b="0" i="0">
              <a:solidFill>
                <a:srgbClr val="000000"/>
              </a:solidFill>
            </a:endParaRPr>
          </a:p>
        </p:txBody>
      </p:sp>
      <p:sp>
        <p:nvSpPr>
          <p:cNvPr id="238595" name="Rectangle 2">
            <a:extLst>
              <a:ext uri="{FF2B5EF4-FFF2-40B4-BE49-F238E27FC236}">
                <a16:creationId xmlns:a16="http://schemas.microsoft.com/office/drawing/2014/main" id="{D2097540-24CE-5A82-B102-AA9DF29D939B}"/>
              </a:ext>
            </a:extLst>
          </p:cNvPr>
          <p:cNvSpPr>
            <a:spLocks noGrp="1" noRot="1" noChangeAspect="1" noChangeArrowheads="1" noTextEdit="1"/>
          </p:cNvSpPr>
          <p:nvPr>
            <p:ph type="sldImg"/>
          </p:nvPr>
        </p:nvSpPr>
        <p:spPr>
          <a:ln/>
        </p:spPr>
      </p:sp>
      <p:sp>
        <p:nvSpPr>
          <p:cNvPr id="238596" name="Rectangle 3">
            <a:extLst>
              <a:ext uri="{FF2B5EF4-FFF2-40B4-BE49-F238E27FC236}">
                <a16:creationId xmlns:a16="http://schemas.microsoft.com/office/drawing/2014/main" id="{AFC9E801-EAE7-81F4-1C68-ED277EEC3C3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a:extLst>
              <a:ext uri="{FF2B5EF4-FFF2-40B4-BE49-F238E27FC236}">
                <a16:creationId xmlns:a16="http://schemas.microsoft.com/office/drawing/2014/main" id="{CFAF15C8-3EA5-080C-0DBD-266C5BBCF3EA}"/>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EE92A281-7DF5-402C-A384-DC30535C2BA9}" type="slidenum">
              <a:rPr lang="en-US" altLang="en-US" b="0" i="0">
                <a:solidFill>
                  <a:srgbClr val="000000"/>
                </a:solidFill>
              </a:rPr>
              <a:pPr/>
              <a:t>115</a:t>
            </a:fld>
            <a:endParaRPr lang="en-US" altLang="en-US" b="0" i="0">
              <a:solidFill>
                <a:srgbClr val="000000"/>
              </a:solidFill>
            </a:endParaRPr>
          </a:p>
        </p:txBody>
      </p:sp>
      <p:sp>
        <p:nvSpPr>
          <p:cNvPr id="240643" name="Rectangle 2">
            <a:extLst>
              <a:ext uri="{FF2B5EF4-FFF2-40B4-BE49-F238E27FC236}">
                <a16:creationId xmlns:a16="http://schemas.microsoft.com/office/drawing/2014/main" id="{F8A34AD5-BF15-A481-7BF7-A963EA07BD8D}"/>
              </a:ext>
            </a:extLst>
          </p:cNvPr>
          <p:cNvSpPr>
            <a:spLocks noGrp="1" noRot="1" noChangeAspect="1" noChangeArrowheads="1" noTextEdit="1"/>
          </p:cNvSpPr>
          <p:nvPr>
            <p:ph type="sldImg"/>
          </p:nvPr>
        </p:nvSpPr>
        <p:spPr>
          <a:ln/>
        </p:spPr>
      </p:sp>
      <p:sp>
        <p:nvSpPr>
          <p:cNvPr id="240644" name="Rectangle 3">
            <a:extLst>
              <a:ext uri="{FF2B5EF4-FFF2-40B4-BE49-F238E27FC236}">
                <a16:creationId xmlns:a16="http://schemas.microsoft.com/office/drawing/2014/main" id="{28076C39-D6F9-4C99-C3DC-98ADC7C2B7B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a:extLst>
              <a:ext uri="{FF2B5EF4-FFF2-40B4-BE49-F238E27FC236}">
                <a16:creationId xmlns:a16="http://schemas.microsoft.com/office/drawing/2014/main" id="{C990EC83-23A1-6AB7-D02D-0D6B938D1F0E}"/>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19021BE-1CC6-4089-A26F-EC630DE4664B}" type="slidenum">
              <a:rPr lang="en-US" altLang="en-US" b="0" i="0">
                <a:solidFill>
                  <a:srgbClr val="000000"/>
                </a:solidFill>
              </a:rPr>
              <a:pPr/>
              <a:t>116</a:t>
            </a:fld>
            <a:endParaRPr lang="en-US" altLang="en-US" b="0" i="0">
              <a:solidFill>
                <a:srgbClr val="000000"/>
              </a:solidFill>
            </a:endParaRPr>
          </a:p>
        </p:txBody>
      </p:sp>
      <p:sp>
        <p:nvSpPr>
          <p:cNvPr id="242691" name="Rectangle 2">
            <a:extLst>
              <a:ext uri="{FF2B5EF4-FFF2-40B4-BE49-F238E27FC236}">
                <a16:creationId xmlns:a16="http://schemas.microsoft.com/office/drawing/2014/main" id="{E38ABDE1-B474-9CA2-7FA7-3AD421DDD9F6}"/>
              </a:ext>
            </a:extLst>
          </p:cNvPr>
          <p:cNvSpPr>
            <a:spLocks noGrp="1" noRot="1" noChangeAspect="1" noChangeArrowheads="1" noTextEdit="1"/>
          </p:cNvSpPr>
          <p:nvPr>
            <p:ph type="sldImg"/>
          </p:nvPr>
        </p:nvSpPr>
        <p:spPr>
          <a:ln/>
        </p:spPr>
      </p:sp>
      <p:sp>
        <p:nvSpPr>
          <p:cNvPr id="242692" name="Rectangle 3">
            <a:extLst>
              <a:ext uri="{FF2B5EF4-FFF2-40B4-BE49-F238E27FC236}">
                <a16:creationId xmlns:a16="http://schemas.microsoft.com/office/drawing/2014/main" id="{F33B876A-6E07-5D10-675C-64606A9FA08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a:extLst>
              <a:ext uri="{FF2B5EF4-FFF2-40B4-BE49-F238E27FC236}">
                <a16:creationId xmlns:a16="http://schemas.microsoft.com/office/drawing/2014/main" id="{C4BD3B9C-07C8-98DF-0F93-86D738CAF7F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9E83F64-03C8-4864-84DB-7FC5F504EDFB}" type="slidenum">
              <a:rPr lang="en-US" altLang="en-US" b="0" i="0">
                <a:solidFill>
                  <a:srgbClr val="000000"/>
                </a:solidFill>
              </a:rPr>
              <a:pPr/>
              <a:t>117</a:t>
            </a:fld>
            <a:endParaRPr lang="en-US" altLang="en-US" b="0" i="0">
              <a:solidFill>
                <a:srgbClr val="000000"/>
              </a:solidFill>
            </a:endParaRPr>
          </a:p>
        </p:txBody>
      </p:sp>
      <p:sp>
        <p:nvSpPr>
          <p:cNvPr id="244739" name="Rectangle 2">
            <a:extLst>
              <a:ext uri="{FF2B5EF4-FFF2-40B4-BE49-F238E27FC236}">
                <a16:creationId xmlns:a16="http://schemas.microsoft.com/office/drawing/2014/main" id="{0292C3A7-486C-894E-9953-D7CC11A65183}"/>
              </a:ext>
            </a:extLst>
          </p:cNvPr>
          <p:cNvSpPr>
            <a:spLocks noGrp="1" noRot="1" noChangeAspect="1" noChangeArrowheads="1" noTextEdit="1"/>
          </p:cNvSpPr>
          <p:nvPr>
            <p:ph type="sldImg"/>
          </p:nvPr>
        </p:nvSpPr>
        <p:spPr>
          <a:ln/>
        </p:spPr>
      </p:sp>
      <p:sp>
        <p:nvSpPr>
          <p:cNvPr id="244740" name="Rectangle 3">
            <a:extLst>
              <a:ext uri="{FF2B5EF4-FFF2-40B4-BE49-F238E27FC236}">
                <a16:creationId xmlns:a16="http://schemas.microsoft.com/office/drawing/2014/main" id="{A1BA2023-4BDB-10BE-5479-AD547E1CE87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a:extLst>
              <a:ext uri="{FF2B5EF4-FFF2-40B4-BE49-F238E27FC236}">
                <a16:creationId xmlns:a16="http://schemas.microsoft.com/office/drawing/2014/main" id="{B250D7CD-5E50-A3E1-46E5-49DD604AB5A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3CC3FDA9-79D7-47FD-98E5-3C032B19089D}" type="slidenum">
              <a:rPr lang="en-US" altLang="en-US" b="0" i="0">
                <a:solidFill>
                  <a:srgbClr val="000000"/>
                </a:solidFill>
              </a:rPr>
              <a:pPr/>
              <a:t>118</a:t>
            </a:fld>
            <a:endParaRPr lang="en-US" altLang="en-US" b="0" i="0">
              <a:solidFill>
                <a:srgbClr val="000000"/>
              </a:solidFill>
            </a:endParaRPr>
          </a:p>
        </p:txBody>
      </p:sp>
      <p:sp>
        <p:nvSpPr>
          <p:cNvPr id="246787" name="Rectangle 2">
            <a:extLst>
              <a:ext uri="{FF2B5EF4-FFF2-40B4-BE49-F238E27FC236}">
                <a16:creationId xmlns:a16="http://schemas.microsoft.com/office/drawing/2014/main" id="{D9871F56-A87F-99C5-20FC-44ED9162EA1E}"/>
              </a:ext>
            </a:extLst>
          </p:cNvPr>
          <p:cNvSpPr>
            <a:spLocks noGrp="1" noRot="1" noChangeAspect="1" noChangeArrowheads="1" noTextEdit="1"/>
          </p:cNvSpPr>
          <p:nvPr>
            <p:ph type="sldImg"/>
          </p:nvPr>
        </p:nvSpPr>
        <p:spPr>
          <a:ln/>
        </p:spPr>
      </p:sp>
      <p:sp>
        <p:nvSpPr>
          <p:cNvPr id="246788" name="Rectangle 3">
            <a:extLst>
              <a:ext uri="{FF2B5EF4-FFF2-40B4-BE49-F238E27FC236}">
                <a16:creationId xmlns:a16="http://schemas.microsoft.com/office/drawing/2014/main" id="{043F92F7-028D-622D-ED1D-880D46C107F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a:extLst>
              <a:ext uri="{FF2B5EF4-FFF2-40B4-BE49-F238E27FC236}">
                <a16:creationId xmlns:a16="http://schemas.microsoft.com/office/drawing/2014/main" id="{6F3869C3-5AFE-08BC-E137-8195A16BDA6C}"/>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02A374C2-BE39-4F88-8B9E-DAF9B6D916AE}" type="slidenum">
              <a:rPr lang="en-US" altLang="en-US" b="0" i="0">
                <a:solidFill>
                  <a:srgbClr val="000000"/>
                </a:solidFill>
              </a:rPr>
              <a:pPr/>
              <a:t>119</a:t>
            </a:fld>
            <a:endParaRPr lang="en-US" altLang="en-US" b="0" i="0">
              <a:solidFill>
                <a:srgbClr val="000000"/>
              </a:solidFill>
            </a:endParaRPr>
          </a:p>
        </p:txBody>
      </p:sp>
      <p:sp>
        <p:nvSpPr>
          <p:cNvPr id="248835" name="Rectangle 2">
            <a:extLst>
              <a:ext uri="{FF2B5EF4-FFF2-40B4-BE49-F238E27FC236}">
                <a16:creationId xmlns:a16="http://schemas.microsoft.com/office/drawing/2014/main" id="{E470659E-4851-8686-8C66-0CDA7A113F00}"/>
              </a:ext>
            </a:extLst>
          </p:cNvPr>
          <p:cNvSpPr>
            <a:spLocks noGrp="1" noRot="1" noChangeAspect="1" noChangeArrowheads="1" noTextEdit="1"/>
          </p:cNvSpPr>
          <p:nvPr>
            <p:ph type="sldImg"/>
          </p:nvPr>
        </p:nvSpPr>
        <p:spPr>
          <a:ln/>
        </p:spPr>
      </p:sp>
      <p:sp>
        <p:nvSpPr>
          <p:cNvPr id="248836" name="Rectangle 3">
            <a:extLst>
              <a:ext uri="{FF2B5EF4-FFF2-40B4-BE49-F238E27FC236}">
                <a16:creationId xmlns:a16="http://schemas.microsoft.com/office/drawing/2014/main" id="{590CCB3E-B759-E496-9A09-DB00C4FA84A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a:extLst>
              <a:ext uri="{FF2B5EF4-FFF2-40B4-BE49-F238E27FC236}">
                <a16:creationId xmlns:a16="http://schemas.microsoft.com/office/drawing/2014/main" id="{86EAD3D7-02EF-4AFD-D189-B2A2D8D571AB}"/>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91AF3235-B314-4A6D-926A-D41FB026C792}" type="slidenum">
              <a:rPr lang="en-US" altLang="en-US" b="0" i="0">
                <a:solidFill>
                  <a:srgbClr val="000000"/>
                </a:solidFill>
              </a:rPr>
              <a:pPr/>
              <a:t>120</a:t>
            </a:fld>
            <a:endParaRPr lang="en-US" altLang="en-US" b="0" i="0">
              <a:solidFill>
                <a:srgbClr val="000000"/>
              </a:solidFill>
            </a:endParaRPr>
          </a:p>
        </p:txBody>
      </p:sp>
      <p:sp>
        <p:nvSpPr>
          <p:cNvPr id="250883" name="Rectangle 2">
            <a:extLst>
              <a:ext uri="{FF2B5EF4-FFF2-40B4-BE49-F238E27FC236}">
                <a16:creationId xmlns:a16="http://schemas.microsoft.com/office/drawing/2014/main" id="{619A6911-9946-7386-F999-89F48744F6E0}"/>
              </a:ext>
            </a:extLst>
          </p:cNvPr>
          <p:cNvSpPr>
            <a:spLocks noGrp="1" noRot="1" noChangeAspect="1" noChangeArrowheads="1" noTextEdit="1"/>
          </p:cNvSpPr>
          <p:nvPr>
            <p:ph type="sldImg"/>
          </p:nvPr>
        </p:nvSpPr>
        <p:spPr>
          <a:ln/>
        </p:spPr>
      </p:sp>
      <p:sp>
        <p:nvSpPr>
          <p:cNvPr id="250884" name="Rectangle 3">
            <a:extLst>
              <a:ext uri="{FF2B5EF4-FFF2-40B4-BE49-F238E27FC236}">
                <a16:creationId xmlns:a16="http://schemas.microsoft.com/office/drawing/2014/main" id="{727B2188-DACC-3526-79B6-91CFAFA08B5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a:extLst>
              <a:ext uri="{FF2B5EF4-FFF2-40B4-BE49-F238E27FC236}">
                <a16:creationId xmlns:a16="http://schemas.microsoft.com/office/drawing/2014/main" id="{67EF80BD-28C7-E6DB-8957-DD0DEDD516CF}"/>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1AD8649-81C1-4959-A7D3-66886E1E626C}" type="slidenum">
              <a:rPr lang="en-US" altLang="en-US" b="0" i="0">
                <a:solidFill>
                  <a:srgbClr val="000000"/>
                </a:solidFill>
              </a:rPr>
              <a:pPr/>
              <a:t>121</a:t>
            </a:fld>
            <a:endParaRPr lang="en-US" altLang="en-US" b="0" i="0">
              <a:solidFill>
                <a:srgbClr val="000000"/>
              </a:solidFill>
            </a:endParaRPr>
          </a:p>
        </p:txBody>
      </p:sp>
      <p:sp>
        <p:nvSpPr>
          <p:cNvPr id="252931" name="Rectangle 2">
            <a:extLst>
              <a:ext uri="{FF2B5EF4-FFF2-40B4-BE49-F238E27FC236}">
                <a16:creationId xmlns:a16="http://schemas.microsoft.com/office/drawing/2014/main" id="{7972225A-38C3-6088-58BB-09D9488B8DC9}"/>
              </a:ext>
            </a:extLst>
          </p:cNvPr>
          <p:cNvSpPr>
            <a:spLocks noGrp="1" noRot="1" noChangeAspect="1" noChangeArrowheads="1" noTextEdit="1"/>
          </p:cNvSpPr>
          <p:nvPr>
            <p:ph type="sldImg"/>
          </p:nvPr>
        </p:nvSpPr>
        <p:spPr>
          <a:ln/>
        </p:spPr>
      </p:sp>
      <p:sp>
        <p:nvSpPr>
          <p:cNvPr id="252932" name="Rectangle 3">
            <a:extLst>
              <a:ext uri="{FF2B5EF4-FFF2-40B4-BE49-F238E27FC236}">
                <a16:creationId xmlns:a16="http://schemas.microsoft.com/office/drawing/2014/main" id="{214D1A1D-A8B6-213F-B44B-F98D904DD94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a:extLst>
              <a:ext uri="{FF2B5EF4-FFF2-40B4-BE49-F238E27FC236}">
                <a16:creationId xmlns:a16="http://schemas.microsoft.com/office/drawing/2014/main" id="{9AD01762-65FC-934C-B751-A0C8BC776CD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8278770F-AE58-4768-9E03-176BC472EC17}" type="slidenum">
              <a:rPr lang="en-US" altLang="en-US" b="0" i="0">
                <a:solidFill>
                  <a:srgbClr val="000000"/>
                </a:solidFill>
              </a:rPr>
              <a:pPr/>
              <a:t>122</a:t>
            </a:fld>
            <a:endParaRPr lang="en-US" altLang="en-US" b="0" i="0">
              <a:solidFill>
                <a:srgbClr val="000000"/>
              </a:solidFill>
            </a:endParaRPr>
          </a:p>
        </p:txBody>
      </p:sp>
      <p:sp>
        <p:nvSpPr>
          <p:cNvPr id="254979" name="Rectangle 2">
            <a:extLst>
              <a:ext uri="{FF2B5EF4-FFF2-40B4-BE49-F238E27FC236}">
                <a16:creationId xmlns:a16="http://schemas.microsoft.com/office/drawing/2014/main" id="{4D897C36-66D3-305C-4218-395F2A497F2E}"/>
              </a:ext>
            </a:extLst>
          </p:cNvPr>
          <p:cNvSpPr>
            <a:spLocks noGrp="1" noRot="1" noChangeAspect="1" noChangeArrowheads="1" noTextEdit="1"/>
          </p:cNvSpPr>
          <p:nvPr>
            <p:ph type="sldImg"/>
          </p:nvPr>
        </p:nvSpPr>
        <p:spPr>
          <a:ln/>
        </p:spPr>
      </p:sp>
      <p:sp>
        <p:nvSpPr>
          <p:cNvPr id="254980" name="Rectangle 3">
            <a:extLst>
              <a:ext uri="{FF2B5EF4-FFF2-40B4-BE49-F238E27FC236}">
                <a16:creationId xmlns:a16="http://schemas.microsoft.com/office/drawing/2014/main" id="{84B0DB87-0E4D-179C-7F69-5FA0AE138A7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a:extLst>
              <a:ext uri="{FF2B5EF4-FFF2-40B4-BE49-F238E27FC236}">
                <a16:creationId xmlns:a16="http://schemas.microsoft.com/office/drawing/2014/main" id="{B11DE72C-E817-8209-D884-4767C5C41D72}"/>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2B3CB119-03A5-40BD-B190-B65CF57F42AD}" type="slidenum">
              <a:rPr lang="en-US" altLang="en-US" b="0" i="0">
                <a:solidFill>
                  <a:srgbClr val="000000"/>
                </a:solidFill>
              </a:rPr>
              <a:pPr/>
              <a:t>123</a:t>
            </a:fld>
            <a:endParaRPr lang="en-US" altLang="en-US" b="0" i="0">
              <a:solidFill>
                <a:srgbClr val="000000"/>
              </a:solidFill>
            </a:endParaRPr>
          </a:p>
        </p:txBody>
      </p:sp>
      <p:sp>
        <p:nvSpPr>
          <p:cNvPr id="257027" name="Rectangle 2">
            <a:extLst>
              <a:ext uri="{FF2B5EF4-FFF2-40B4-BE49-F238E27FC236}">
                <a16:creationId xmlns:a16="http://schemas.microsoft.com/office/drawing/2014/main" id="{DDBBED33-731E-DF36-39BA-A992473B837F}"/>
              </a:ext>
            </a:extLst>
          </p:cNvPr>
          <p:cNvSpPr>
            <a:spLocks noGrp="1" noRot="1" noChangeAspect="1" noChangeArrowheads="1" noTextEdit="1"/>
          </p:cNvSpPr>
          <p:nvPr>
            <p:ph type="sldImg"/>
          </p:nvPr>
        </p:nvSpPr>
        <p:spPr>
          <a:ln/>
        </p:spPr>
      </p:sp>
      <p:sp>
        <p:nvSpPr>
          <p:cNvPr id="257028" name="Rectangle 3">
            <a:extLst>
              <a:ext uri="{FF2B5EF4-FFF2-40B4-BE49-F238E27FC236}">
                <a16:creationId xmlns:a16="http://schemas.microsoft.com/office/drawing/2014/main" id="{40206C7E-0A8C-E850-426C-E22C5345594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7">
            <a:extLst>
              <a:ext uri="{FF2B5EF4-FFF2-40B4-BE49-F238E27FC236}">
                <a16:creationId xmlns:a16="http://schemas.microsoft.com/office/drawing/2014/main" id="{81689546-43FF-431E-BB8C-9E159F600D49}"/>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7E7E28F7-0513-4177-8365-8D09D1670219}" type="slidenum">
              <a:rPr lang="en-US" altLang="en-US" b="0" i="0">
                <a:solidFill>
                  <a:srgbClr val="000000"/>
                </a:solidFill>
              </a:rPr>
              <a:pPr/>
              <a:t>124</a:t>
            </a:fld>
            <a:endParaRPr lang="en-US" altLang="en-US" b="0" i="0">
              <a:solidFill>
                <a:srgbClr val="000000"/>
              </a:solidFill>
            </a:endParaRPr>
          </a:p>
        </p:txBody>
      </p:sp>
      <p:sp>
        <p:nvSpPr>
          <p:cNvPr id="259075" name="Rectangle 2">
            <a:extLst>
              <a:ext uri="{FF2B5EF4-FFF2-40B4-BE49-F238E27FC236}">
                <a16:creationId xmlns:a16="http://schemas.microsoft.com/office/drawing/2014/main" id="{C853A886-77B0-58B2-72A1-491E48A774BF}"/>
              </a:ext>
            </a:extLst>
          </p:cNvPr>
          <p:cNvSpPr>
            <a:spLocks noGrp="1" noRot="1" noChangeAspect="1" noChangeArrowheads="1" noTextEdit="1"/>
          </p:cNvSpPr>
          <p:nvPr>
            <p:ph type="sldImg"/>
          </p:nvPr>
        </p:nvSpPr>
        <p:spPr>
          <a:ln/>
        </p:spPr>
      </p:sp>
      <p:sp>
        <p:nvSpPr>
          <p:cNvPr id="259076" name="Rectangle 3">
            <a:extLst>
              <a:ext uri="{FF2B5EF4-FFF2-40B4-BE49-F238E27FC236}">
                <a16:creationId xmlns:a16="http://schemas.microsoft.com/office/drawing/2014/main" id="{BE9F0554-C9E3-F588-46B4-7F779AABA26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7">
            <a:extLst>
              <a:ext uri="{FF2B5EF4-FFF2-40B4-BE49-F238E27FC236}">
                <a16:creationId xmlns:a16="http://schemas.microsoft.com/office/drawing/2014/main" id="{AE01F8C4-D524-CA44-308D-B1E31EF6C6D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4D7F4386-F4F4-4D48-8EC7-6BC65902AEDE}" type="slidenum">
              <a:rPr lang="en-US" altLang="en-US" b="0" i="0">
                <a:solidFill>
                  <a:srgbClr val="000000"/>
                </a:solidFill>
              </a:rPr>
              <a:pPr/>
              <a:t>125</a:t>
            </a:fld>
            <a:endParaRPr lang="en-US" altLang="en-US" b="0" i="0">
              <a:solidFill>
                <a:srgbClr val="000000"/>
              </a:solidFill>
            </a:endParaRPr>
          </a:p>
        </p:txBody>
      </p:sp>
      <p:sp>
        <p:nvSpPr>
          <p:cNvPr id="261123" name="Rectangle 2">
            <a:extLst>
              <a:ext uri="{FF2B5EF4-FFF2-40B4-BE49-F238E27FC236}">
                <a16:creationId xmlns:a16="http://schemas.microsoft.com/office/drawing/2014/main" id="{677249B1-C050-E7A3-B444-799FD65D7A29}"/>
              </a:ext>
            </a:extLst>
          </p:cNvPr>
          <p:cNvSpPr>
            <a:spLocks noGrp="1" noRot="1" noChangeAspect="1" noChangeArrowheads="1" noTextEdit="1"/>
          </p:cNvSpPr>
          <p:nvPr>
            <p:ph type="sldImg"/>
          </p:nvPr>
        </p:nvSpPr>
        <p:spPr>
          <a:ln/>
        </p:spPr>
      </p:sp>
      <p:sp>
        <p:nvSpPr>
          <p:cNvPr id="261124" name="Rectangle 3">
            <a:extLst>
              <a:ext uri="{FF2B5EF4-FFF2-40B4-BE49-F238E27FC236}">
                <a16:creationId xmlns:a16="http://schemas.microsoft.com/office/drawing/2014/main" id="{C6F9BA0E-036C-2E40-BA88-45CFCB18D3E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a:extLst>
              <a:ext uri="{FF2B5EF4-FFF2-40B4-BE49-F238E27FC236}">
                <a16:creationId xmlns:a16="http://schemas.microsoft.com/office/drawing/2014/main" id="{22D87EAD-466C-DF10-C658-DF4D7D046682}"/>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1DBF326C-E6F8-4606-8D08-D86735CFAA7A}" type="slidenum">
              <a:rPr lang="en-US" altLang="en-US" b="0" i="0">
                <a:solidFill>
                  <a:srgbClr val="000000"/>
                </a:solidFill>
              </a:rPr>
              <a:pPr/>
              <a:t>126</a:t>
            </a:fld>
            <a:endParaRPr lang="en-US" altLang="en-US" b="0" i="0">
              <a:solidFill>
                <a:srgbClr val="000000"/>
              </a:solidFill>
            </a:endParaRPr>
          </a:p>
        </p:txBody>
      </p:sp>
      <p:sp>
        <p:nvSpPr>
          <p:cNvPr id="263171" name="Rectangle 2">
            <a:extLst>
              <a:ext uri="{FF2B5EF4-FFF2-40B4-BE49-F238E27FC236}">
                <a16:creationId xmlns:a16="http://schemas.microsoft.com/office/drawing/2014/main" id="{7316A6D9-DD77-11A3-B1BF-305440A7CB0A}"/>
              </a:ext>
            </a:extLst>
          </p:cNvPr>
          <p:cNvSpPr>
            <a:spLocks noGrp="1" noRot="1" noChangeAspect="1" noChangeArrowheads="1" noTextEdit="1"/>
          </p:cNvSpPr>
          <p:nvPr>
            <p:ph type="sldImg"/>
          </p:nvPr>
        </p:nvSpPr>
        <p:spPr>
          <a:ln/>
        </p:spPr>
      </p:sp>
      <p:sp>
        <p:nvSpPr>
          <p:cNvPr id="263172" name="Rectangle 3">
            <a:extLst>
              <a:ext uri="{FF2B5EF4-FFF2-40B4-BE49-F238E27FC236}">
                <a16:creationId xmlns:a16="http://schemas.microsoft.com/office/drawing/2014/main" id="{1F4228E3-BC7D-C6BC-8525-6E9631555EA6}"/>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a:extLst>
              <a:ext uri="{FF2B5EF4-FFF2-40B4-BE49-F238E27FC236}">
                <a16:creationId xmlns:a16="http://schemas.microsoft.com/office/drawing/2014/main" id="{F0366D5D-745A-CA42-625F-B404B03745CC}"/>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D2F13ECC-445A-4897-A168-49415F7A2196}" type="slidenum">
              <a:rPr lang="en-US" altLang="en-US" b="0" i="0">
                <a:solidFill>
                  <a:srgbClr val="000000"/>
                </a:solidFill>
              </a:rPr>
              <a:pPr/>
              <a:t>127</a:t>
            </a:fld>
            <a:endParaRPr lang="en-US" altLang="en-US" b="0" i="0">
              <a:solidFill>
                <a:srgbClr val="000000"/>
              </a:solidFill>
            </a:endParaRPr>
          </a:p>
        </p:txBody>
      </p:sp>
      <p:sp>
        <p:nvSpPr>
          <p:cNvPr id="265219" name="Rectangle 2">
            <a:extLst>
              <a:ext uri="{FF2B5EF4-FFF2-40B4-BE49-F238E27FC236}">
                <a16:creationId xmlns:a16="http://schemas.microsoft.com/office/drawing/2014/main" id="{C3BB074C-600E-3CCD-272F-CDA910EEDDE4}"/>
              </a:ext>
            </a:extLst>
          </p:cNvPr>
          <p:cNvSpPr>
            <a:spLocks noGrp="1" noRot="1" noChangeAspect="1" noChangeArrowheads="1" noTextEdit="1"/>
          </p:cNvSpPr>
          <p:nvPr>
            <p:ph type="sldImg"/>
          </p:nvPr>
        </p:nvSpPr>
        <p:spPr>
          <a:ln/>
        </p:spPr>
      </p:sp>
      <p:sp>
        <p:nvSpPr>
          <p:cNvPr id="265220" name="Rectangle 3">
            <a:extLst>
              <a:ext uri="{FF2B5EF4-FFF2-40B4-BE49-F238E27FC236}">
                <a16:creationId xmlns:a16="http://schemas.microsoft.com/office/drawing/2014/main" id="{509A1C1D-BDC0-77AA-680F-8F4915E7251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a:extLst>
              <a:ext uri="{FF2B5EF4-FFF2-40B4-BE49-F238E27FC236}">
                <a16:creationId xmlns:a16="http://schemas.microsoft.com/office/drawing/2014/main" id="{570A4CE7-341D-23C8-0F5E-992A10C89900}"/>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5DC40398-EECE-4F51-B5AB-CF5488E79DD0}" type="slidenum">
              <a:rPr lang="en-US" altLang="en-US" b="0" i="0">
                <a:solidFill>
                  <a:srgbClr val="000000"/>
                </a:solidFill>
              </a:rPr>
              <a:pPr/>
              <a:t>128</a:t>
            </a:fld>
            <a:endParaRPr lang="en-US" altLang="en-US" b="0" i="0">
              <a:solidFill>
                <a:srgbClr val="000000"/>
              </a:solidFill>
            </a:endParaRPr>
          </a:p>
        </p:txBody>
      </p:sp>
      <p:sp>
        <p:nvSpPr>
          <p:cNvPr id="267267" name="Rectangle 2">
            <a:extLst>
              <a:ext uri="{FF2B5EF4-FFF2-40B4-BE49-F238E27FC236}">
                <a16:creationId xmlns:a16="http://schemas.microsoft.com/office/drawing/2014/main" id="{84AADEEA-A007-AFB6-E105-077B3DDCBCFF}"/>
              </a:ext>
            </a:extLst>
          </p:cNvPr>
          <p:cNvSpPr>
            <a:spLocks noGrp="1" noRot="1" noChangeAspect="1" noChangeArrowheads="1" noTextEdit="1"/>
          </p:cNvSpPr>
          <p:nvPr>
            <p:ph type="sldImg"/>
          </p:nvPr>
        </p:nvSpPr>
        <p:spPr>
          <a:ln/>
        </p:spPr>
      </p:sp>
      <p:sp>
        <p:nvSpPr>
          <p:cNvPr id="267268" name="Rectangle 3">
            <a:extLst>
              <a:ext uri="{FF2B5EF4-FFF2-40B4-BE49-F238E27FC236}">
                <a16:creationId xmlns:a16="http://schemas.microsoft.com/office/drawing/2014/main" id="{AA336561-9832-C968-8D23-BC7F4D28CF4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a:extLst>
              <a:ext uri="{FF2B5EF4-FFF2-40B4-BE49-F238E27FC236}">
                <a16:creationId xmlns:a16="http://schemas.microsoft.com/office/drawing/2014/main" id="{3C6F7CC3-BAC5-2CC5-EAD4-F6384B904F7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F5516A6-9AE3-4D55-B226-824F95F26AAA}" type="slidenum">
              <a:rPr lang="en-US" altLang="en-US" b="0" i="0">
                <a:solidFill>
                  <a:srgbClr val="000000"/>
                </a:solidFill>
              </a:rPr>
              <a:pPr/>
              <a:t>129</a:t>
            </a:fld>
            <a:endParaRPr lang="en-US" altLang="en-US" b="0" i="0">
              <a:solidFill>
                <a:srgbClr val="000000"/>
              </a:solidFill>
            </a:endParaRPr>
          </a:p>
        </p:txBody>
      </p:sp>
      <p:sp>
        <p:nvSpPr>
          <p:cNvPr id="269315" name="Rectangle 2">
            <a:extLst>
              <a:ext uri="{FF2B5EF4-FFF2-40B4-BE49-F238E27FC236}">
                <a16:creationId xmlns:a16="http://schemas.microsoft.com/office/drawing/2014/main" id="{AAA9CC23-E7A8-1163-3047-62E07377E317}"/>
              </a:ext>
            </a:extLst>
          </p:cNvPr>
          <p:cNvSpPr>
            <a:spLocks noGrp="1" noRot="1" noChangeAspect="1" noChangeArrowheads="1" noTextEdit="1"/>
          </p:cNvSpPr>
          <p:nvPr>
            <p:ph type="sldImg"/>
          </p:nvPr>
        </p:nvSpPr>
        <p:spPr>
          <a:ln/>
        </p:spPr>
      </p:sp>
      <p:sp>
        <p:nvSpPr>
          <p:cNvPr id="269316" name="Rectangle 3">
            <a:extLst>
              <a:ext uri="{FF2B5EF4-FFF2-40B4-BE49-F238E27FC236}">
                <a16:creationId xmlns:a16="http://schemas.microsoft.com/office/drawing/2014/main" id="{B80D47E7-9523-A079-72BA-8EF4C6314EB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a:extLst>
              <a:ext uri="{FF2B5EF4-FFF2-40B4-BE49-F238E27FC236}">
                <a16:creationId xmlns:a16="http://schemas.microsoft.com/office/drawing/2014/main" id="{B932A980-3C75-1568-2E86-613B42D5B264}"/>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43E75D9E-B220-4F3F-BAB4-3494D9E34046}" type="slidenum">
              <a:rPr lang="en-US" altLang="en-US" b="0" i="0">
                <a:solidFill>
                  <a:srgbClr val="000000"/>
                </a:solidFill>
              </a:rPr>
              <a:pPr/>
              <a:t>130</a:t>
            </a:fld>
            <a:endParaRPr lang="en-US" altLang="en-US" b="0" i="0">
              <a:solidFill>
                <a:srgbClr val="000000"/>
              </a:solidFill>
            </a:endParaRPr>
          </a:p>
        </p:txBody>
      </p:sp>
      <p:sp>
        <p:nvSpPr>
          <p:cNvPr id="271363" name="Rectangle 2">
            <a:extLst>
              <a:ext uri="{FF2B5EF4-FFF2-40B4-BE49-F238E27FC236}">
                <a16:creationId xmlns:a16="http://schemas.microsoft.com/office/drawing/2014/main" id="{9F90E97C-D15C-499E-AB3E-AFC41F4B3329}"/>
              </a:ext>
            </a:extLst>
          </p:cNvPr>
          <p:cNvSpPr>
            <a:spLocks noGrp="1" noRot="1" noChangeAspect="1" noChangeArrowheads="1" noTextEdit="1"/>
          </p:cNvSpPr>
          <p:nvPr>
            <p:ph type="sldImg"/>
          </p:nvPr>
        </p:nvSpPr>
        <p:spPr>
          <a:ln/>
        </p:spPr>
      </p:sp>
      <p:sp>
        <p:nvSpPr>
          <p:cNvPr id="271364" name="Rectangle 3">
            <a:extLst>
              <a:ext uri="{FF2B5EF4-FFF2-40B4-BE49-F238E27FC236}">
                <a16:creationId xmlns:a16="http://schemas.microsoft.com/office/drawing/2014/main" id="{77E04038-64FE-9EBB-A1B7-B041F790BD2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a:extLst>
              <a:ext uri="{FF2B5EF4-FFF2-40B4-BE49-F238E27FC236}">
                <a16:creationId xmlns:a16="http://schemas.microsoft.com/office/drawing/2014/main" id="{2E8CEFBB-F2C9-47CA-06C1-1D4A010E312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FE50EC83-65D2-4269-945B-5EA142611FE0}" type="slidenum">
              <a:rPr lang="en-US" altLang="en-US" b="0" i="0">
                <a:solidFill>
                  <a:srgbClr val="000000"/>
                </a:solidFill>
              </a:rPr>
              <a:pPr/>
              <a:t>131</a:t>
            </a:fld>
            <a:endParaRPr lang="en-US" altLang="en-US" b="0" i="0">
              <a:solidFill>
                <a:srgbClr val="000000"/>
              </a:solidFill>
            </a:endParaRPr>
          </a:p>
        </p:txBody>
      </p:sp>
      <p:sp>
        <p:nvSpPr>
          <p:cNvPr id="273411" name="Rectangle 2">
            <a:extLst>
              <a:ext uri="{FF2B5EF4-FFF2-40B4-BE49-F238E27FC236}">
                <a16:creationId xmlns:a16="http://schemas.microsoft.com/office/drawing/2014/main" id="{96258E55-1645-1520-210F-F800DB85DA6D}"/>
              </a:ext>
            </a:extLst>
          </p:cNvPr>
          <p:cNvSpPr>
            <a:spLocks noGrp="1" noRot="1" noChangeAspect="1" noChangeArrowheads="1" noTextEdit="1"/>
          </p:cNvSpPr>
          <p:nvPr>
            <p:ph type="sldImg"/>
          </p:nvPr>
        </p:nvSpPr>
        <p:spPr>
          <a:ln/>
        </p:spPr>
      </p:sp>
      <p:sp>
        <p:nvSpPr>
          <p:cNvPr id="273412" name="Rectangle 3">
            <a:extLst>
              <a:ext uri="{FF2B5EF4-FFF2-40B4-BE49-F238E27FC236}">
                <a16:creationId xmlns:a16="http://schemas.microsoft.com/office/drawing/2014/main" id="{1E824AA9-B36C-7A98-9BA1-8795947B8D8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a:extLst>
              <a:ext uri="{FF2B5EF4-FFF2-40B4-BE49-F238E27FC236}">
                <a16:creationId xmlns:a16="http://schemas.microsoft.com/office/drawing/2014/main" id="{A2BBC7AB-BF5C-1579-90F3-7A9F9F6B1B63}"/>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B226254D-F8BD-4DDA-983E-7E3A4B2BC2F3}" type="slidenum">
              <a:rPr lang="en-US" altLang="en-US" b="0" i="0">
                <a:solidFill>
                  <a:srgbClr val="000000"/>
                </a:solidFill>
              </a:rPr>
              <a:pPr/>
              <a:t>132</a:t>
            </a:fld>
            <a:endParaRPr lang="en-US" altLang="en-US" b="0" i="0">
              <a:solidFill>
                <a:srgbClr val="000000"/>
              </a:solidFill>
            </a:endParaRPr>
          </a:p>
        </p:txBody>
      </p:sp>
      <p:sp>
        <p:nvSpPr>
          <p:cNvPr id="275459" name="Rectangle 2">
            <a:extLst>
              <a:ext uri="{FF2B5EF4-FFF2-40B4-BE49-F238E27FC236}">
                <a16:creationId xmlns:a16="http://schemas.microsoft.com/office/drawing/2014/main" id="{2E85B352-2B16-C70A-8988-CB6F1FA2D9E3}"/>
              </a:ext>
            </a:extLst>
          </p:cNvPr>
          <p:cNvSpPr>
            <a:spLocks noGrp="1" noRot="1" noChangeAspect="1" noChangeArrowheads="1" noTextEdit="1"/>
          </p:cNvSpPr>
          <p:nvPr>
            <p:ph type="sldImg"/>
          </p:nvPr>
        </p:nvSpPr>
        <p:spPr>
          <a:ln/>
        </p:spPr>
      </p:sp>
      <p:sp>
        <p:nvSpPr>
          <p:cNvPr id="275460" name="Rectangle 3">
            <a:extLst>
              <a:ext uri="{FF2B5EF4-FFF2-40B4-BE49-F238E27FC236}">
                <a16:creationId xmlns:a16="http://schemas.microsoft.com/office/drawing/2014/main" id="{A52D8BF0-6292-1D4D-A9F4-C128FA5406D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7">
            <a:extLst>
              <a:ext uri="{FF2B5EF4-FFF2-40B4-BE49-F238E27FC236}">
                <a16:creationId xmlns:a16="http://schemas.microsoft.com/office/drawing/2014/main" id="{7A948B13-4294-98D8-63D1-E2EB18A33AC2}"/>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05680A4E-8853-4488-8168-9170F5463508}" type="slidenum">
              <a:rPr lang="en-US" altLang="en-US" b="0" i="0">
                <a:solidFill>
                  <a:srgbClr val="000000"/>
                </a:solidFill>
              </a:rPr>
              <a:pPr/>
              <a:t>133</a:t>
            </a:fld>
            <a:endParaRPr lang="en-US" altLang="en-US" b="0" i="0">
              <a:solidFill>
                <a:srgbClr val="000000"/>
              </a:solidFill>
            </a:endParaRPr>
          </a:p>
        </p:txBody>
      </p:sp>
      <p:sp>
        <p:nvSpPr>
          <p:cNvPr id="277507" name="Rectangle 2">
            <a:extLst>
              <a:ext uri="{FF2B5EF4-FFF2-40B4-BE49-F238E27FC236}">
                <a16:creationId xmlns:a16="http://schemas.microsoft.com/office/drawing/2014/main" id="{7B7039FB-9FCC-B76D-8C1C-67FAB4ADC3CB}"/>
              </a:ext>
            </a:extLst>
          </p:cNvPr>
          <p:cNvSpPr>
            <a:spLocks noGrp="1" noRot="1" noChangeAspect="1" noChangeArrowheads="1" noTextEdit="1"/>
          </p:cNvSpPr>
          <p:nvPr>
            <p:ph type="sldImg"/>
          </p:nvPr>
        </p:nvSpPr>
        <p:spPr>
          <a:ln/>
        </p:spPr>
      </p:sp>
      <p:sp>
        <p:nvSpPr>
          <p:cNvPr id="277508" name="Rectangle 3">
            <a:extLst>
              <a:ext uri="{FF2B5EF4-FFF2-40B4-BE49-F238E27FC236}">
                <a16:creationId xmlns:a16="http://schemas.microsoft.com/office/drawing/2014/main" id="{61997443-245C-2FE9-CD12-357B58DA0A3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7">
            <a:extLst>
              <a:ext uri="{FF2B5EF4-FFF2-40B4-BE49-F238E27FC236}">
                <a16:creationId xmlns:a16="http://schemas.microsoft.com/office/drawing/2014/main" id="{964B87B1-57AD-7237-771F-5FE0C640B545}"/>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E1F454F6-0C23-4844-A8F1-40777D5D25B2}" type="slidenum">
              <a:rPr lang="en-US" altLang="en-US" b="0" i="0">
                <a:solidFill>
                  <a:srgbClr val="000000"/>
                </a:solidFill>
              </a:rPr>
              <a:pPr/>
              <a:t>134</a:t>
            </a:fld>
            <a:endParaRPr lang="en-US" altLang="en-US" b="0" i="0">
              <a:solidFill>
                <a:srgbClr val="000000"/>
              </a:solidFill>
            </a:endParaRPr>
          </a:p>
        </p:txBody>
      </p:sp>
      <p:sp>
        <p:nvSpPr>
          <p:cNvPr id="279555" name="Rectangle 2">
            <a:extLst>
              <a:ext uri="{FF2B5EF4-FFF2-40B4-BE49-F238E27FC236}">
                <a16:creationId xmlns:a16="http://schemas.microsoft.com/office/drawing/2014/main" id="{4DDADC5B-E455-C7BC-1BF9-F2F53E1369A1}"/>
              </a:ext>
            </a:extLst>
          </p:cNvPr>
          <p:cNvSpPr>
            <a:spLocks noGrp="1" noRot="1" noChangeAspect="1" noChangeArrowheads="1" noTextEdit="1"/>
          </p:cNvSpPr>
          <p:nvPr>
            <p:ph type="sldImg"/>
          </p:nvPr>
        </p:nvSpPr>
        <p:spPr>
          <a:ln/>
        </p:spPr>
      </p:sp>
      <p:sp>
        <p:nvSpPr>
          <p:cNvPr id="279556" name="Rectangle 3">
            <a:extLst>
              <a:ext uri="{FF2B5EF4-FFF2-40B4-BE49-F238E27FC236}">
                <a16:creationId xmlns:a16="http://schemas.microsoft.com/office/drawing/2014/main" id="{B87FDC3D-6199-FAE5-D3D5-161671C958F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7">
            <a:extLst>
              <a:ext uri="{FF2B5EF4-FFF2-40B4-BE49-F238E27FC236}">
                <a16:creationId xmlns:a16="http://schemas.microsoft.com/office/drawing/2014/main" id="{54106894-1701-9BAE-9E55-4EF467D07197}"/>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48BEE681-50E7-4A67-BF04-49D9FF7E4739}" type="slidenum">
              <a:rPr lang="en-US" altLang="en-US" b="0" i="0">
                <a:solidFill>
                  <a:srgbClr val="000000"/>
                </a:solidFill>
              </a:rPr>
              <a:pPr/>
              <a:t>135</a:t>
            </a:fld>
            <a:endParaRPr lang="en-US" altLang="en-US" b="0" i="0">
              <a:solidFill>
                <a:srgbClr val="000000"/>
              </a:solidFill>
            </a:endParaRPr>
          </a:p>
        </p:txBody>
      </p:sp>
      <p:sp>
        <p:nvSpPr>
          <p:cNvPr id="281603" name="Rectangle 2">
            <a:extLst>
              <a:ext uri="{FF2B5EF4-FFF2-40B4-BE49-F238E27FC236}">
                <a16:creationId xmlns:a16="http://schemas.microsoft.com/office/drawing/2014/main" id="{A46E04FF-B1C9-8317-93EF-0EF2A6F80A56}"/>
              </a:ext>
            </a:extLst>
          </p:cNvPr>
          <p:cNvSpPr>
            <a:spLocks noGrp="1" noRot="1" noChangeAspect="1" noChangeArrowheads="1" noTextEdit="1"/>
          </p:cNvSpPr>
          <p:nvPr>
            <p:ph type="sldImg"/>
          </p:nvPr>
        </p:nvSpPr>
        <p:spPr>
          <a:ln/>
        </p:spPr>
      </p:sp>
      <p:sp>
        <p:nvSpPr>
          <p:cNvPr id="281604" name="Rectangle 3">
            <a:extLst>
              <a:ext uri="{FF2B5EF4-FFF2-40B4-BE49-F238E27FC236}">
                <a16:creationId xmlns:a16="http://schemas.microsoft.com/office/drawing/2014/main" id="{2E4AA592-1AF5-0365-51C5-F3F8734B780C}"/>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7">
            <a:extLst>
              <a:ext uri="{FF2B5EF4-FFF2-40B4-BE49-F238E27FC236}">
                <a16:creationId xmlns:a16="http://schemas.microsoft.com/office/drawing/2014/main" id="{2E2C24EF-B5F6-8FA6-ECD4-A51DA7C30B8A}"/>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405801B0-4402-4D0D-ACAF-341ACDB4B3E2}" type="slidenum">
              <a:rPr lang="en-US" altLang="en-US" b="0" i="0">
                <a:solidFill>
                  <a:srgbClr val="000000"/>
                </a:solidFill>
              </a:rPr>
              <a:pPr/>
              <a:t>136</a:t>
            </a:fld>
            <a:endParaRPr lang="en-US" altLang="en-US" b="0" i="0">
              <a:solidFill>
                <a:srgbClr val="000000"/>
              </a:solidFill>
            </a:endParaRPr>
          </a:p>
        </p:txBody>
      </p:sp>
      <p:sp>
        <p:nvSpPr>
          <p:cNvPr id="283651" name="Rectangle 2">
            <a:extLst>
              <a:ext uri="{FF2B5EF4-FFF2-40B4-BE49-F238E27FC236}">
                <a16:creationId xmlns:a16="http://schemas.microsoft.com/office/drawing/2014/main" id="{065E596C-965E-4445-E812-C148DD16B46F}"/>
              </a:ext>
            </a:extLst>
          </p:cNvPr>
          <p:cNvSpPr>
            <a:spLocks noGrp="1" noRot="1" noChangeAspect="1" noChangeArrowheads="1" noTextEdit="1"/>
          </p:cNvSpPr>
          <p:nvPr>
            <p:ph type="sldImg"/>
          </p:nvPr>
        </p:nvSpPr>
        <p:spPr>
          <a:ln/>
        </p:spPr>
      </p:sp>
      <p:sp>
        <p:nvSpPr>
          <p:cNvPr id="283652" name="Rectangle 3">
            <a:extLst>
              <a:ext uri="{FF2B5EF4-FFF2-40B4-BE49-F238E27FC236}">
                <a16:creationId xmlns:a16="http://schemas.microsoft.com/office/drawing/2014/main" id="{B3ADAD62-21AC-9FC7-61C3-309E305E260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a:extLst>
              <a:ext uri="{FF2B5EF4-FFF2-40B4-BE49-F238E27FC236}">
                <a16:creationId xmlns:a16="http://schemas.microsoft.com/office/drawing/2014/main" id="{4DFF14AB-7083-793B-52CC-A2C88DBD8015}"/>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E7856C54-2073-41FA-A222-AB082A228771}" type="slidenum">
              <a:rPr lang="en-US" altLang="en-US" b="0" i="0">
                <a:solidFill>
                  <a:srgbClr val="000000"/>
                </a:solidFill>
              </a:rPr>
              <a:pPr/>
              <a:t>137</a:t>
            </a:fld>
            <a:endParaRPr lang="en-US" altLang="en-US" b="0" i="0">
              <a:solidFill>
                <a:srgbClr val="000000"/>
              </a:solidFill>
            </a:endParaRPr>
          </a:p>
        </p:txBody>
      </p:sp>
      <p:sp>
        <p:nvSpPr>
          <p:cNvPr id="285699" name="Rectangle 2">
            <a:extLst>
              <a:ext uri="{FF2B5EF4-FFF2-40B4-BE49-F238E27FC236}">
                <a16:creationId xmlns:a16="http://schemas.microsoft.com/office/drawing/2014/main" id="{62C88AA7-B5C3-4491-B03C-3F3980F7FE23}"/>
              </a:ext>
            </a:extLst>
          </p:cNvPr>
          <p:cNvSpPr>
            <a:spLocks noGrp="1" noRot="1" noChangeAspect="1" noChangeArrowheads="1" noTextEdit="1"/>
          </p:cNvSpPr>
          <p:nvPr>
            <p:ph type="sldImg"/>
          </p:nvPr>
        </p:nvSpPr>
        <p:spPr>
          <a:ln/>
        </p:spPr>
      </p:sp>
      <p:sp>
        <p:nvSpPr>
          <p:cNvPr id="285700" name="Rectangle 3">
            <a:extLst>
              <a:ext uri="{FF2B5EF4-FFF2-40B4-BE49-F238E27FC236}">
                <a16:creationId xmlns:a16="http://schemas.microsoft.com/office/drawing/2014/main" id="{B346FDB7-3763-7777-443E-0B712E0112D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a:extLst>
              <a:ext uri="{FF2B5EF4-FFF2-40B4-BE49-F238E27FC236}">
                <a16:creationId xmlns:a16="http://schemas.microsoft.com/office/drawing/2014/main" id="{D177F594-FE90-B8AB-ED3D-F2183178F8D8}"/>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1C04C3D9-5A90-49C3-9E44-09257AB1CAB8}" type="slidenum">
              <a:rPr lang="en-US" altLang="en-US" b="0" i="0">
                <a:solidFill>
                  <a:srgbClr val="000000"/>
                </a:solidFill>
              </a:rPr>
              <a:pPr/>
              <a:t>138</a:t>
            </a:fld>
            <a:endParaRPr lang="en-US" altLang="en-US" b="0" i="0">
              <a:solidFill>
                <a:srgbClr val="000000"/>
              </a:solidFill>
            </a:endParaRPr>
          </a:p>
        </p:txBody>
      </p:sp>
      <p:sp>
        <p:nvSpPr>
          <p:cNvPr id="287747" name="Rectangle 2">
            <a:extLst>
              <a:ext uri="{FF2B5EF4-FFF2-40B4-BE49-F238E27FC236}">
                <a16:creationId xmlns:a16="http://schemas.microsoft.com/office/drawing/2014/main" id="{192ACE4E-A88E-C475-871C-EAC2455CD9E9}"/>
              </a:ext>
            </a:extLst>
          </p:cNvPr>
          <p:cNvSpPr>
            <a:spLocks noGrp="1" noRot="1" noChangeAspect="1" noChangeArrowheads="1" noTextEdit="1"/>
          </p:cNvSpPr>
          <p:nvPr>
            <p:ph type="sldImg"/>
          </p:nvPr>
        </p:nvSpPr>
        <p:spPr>
          <a:ln/>
        </p:spPr>
      </p:sp>
      <p:sp>
        <p:nvSpPr>
          <p:cNvPr id="287748" name="Rectangle 3">
            <a:extLst>
              <a:ext uri="{FF2B5EF4-FFF2-40B4-BE49-F238E27FC236}">
                <a16:creationId xmlns:a16="http://schemas.microsoft.com/office/drawing/2014/main" id="{41112927-9971-6057-9665-62A7E9CAC030}"/>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a:extLst>
              <a:ext uri="{FF2B5EF4-FFF2-40B4-BE49-F238E27FC236}">
                <a16:creationId xmlns:a16="http://schemas.microsoft.com/office/drawing/2014/main" id="{01FEBF1D-6F53-028A-A84D-7D9EACD25A82}"/>
              </a:ext>
            </a:extLst>
          </p:cNvPr>
          <p:cNvSpPr>
            <a:spLocks noGrp="1" noChangeArrowheads="1"/>
          </p:cNvSpPr>
          <p:nvPr>
            <p:ph type="sldNum" sz="quarter" idx="5"/>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A7DEE7CD-1843-4110-8B6A-B526EF23325F}" type="slidenum">
              <a:rPr lang="en-US" altLang="en-US" b="0" i="0">
                <a:solidFill>
                  <a:srgbClr val="000000"/>
                </a:solidFill>
              </a:rPr>
              <a:pPr/>
              <a:t>139</a:t>
            </a:fld>
            <a:endParaRPr lang="en-US" altLang="en-US" b="0" i="0">
              <a:solidFill>
                <a:srgbClr val="000000"/>
              </a:solidFill>
            </a:endParaRPr>
          </a:p>
        </p:txBody>
      </p:sp>
      <p:sp>
        <p:nvSpPr>
          <p:cNvPr id="289795" name="Rectangle 2">
            <a:extLst>
              <a:ext uri="{FF2B5EF4-FFF2-40B4-BE49-F238E27FC236}">
                <a16:creationId xmlns:a16="http://schemas.microsoft.com/office/drawing/2014/main" id="{DE570733-E0FA-A56C-CC30-DB2E2696BA6E}"/>
              </a:ext>
            </a:extLst>
          </p:cNvPr>
          <p:cNvSpPr>
            <a:spLocks noGrp="1" noRot="1" noChangeAspect="1" noChangeArrowheads="1" noTextEdit="1"/>
          </p:cNvSpPr>
          <p:nvPr>
            <p:ph type="sldImg"/>
          </p:nvPr>
        </p:nvSpPr>
        <p:spPr>
          <a:ln/>
        </p:spPr>
      </p:sp>
      <p:sp>
        <p:nvSpPr>
          <p:cNvPr id="289796" name="Rectangle 3">
            <a:extLst>
              <a:ext uri="{FF2B5EF4-FFF2-40B4-BE49-F238E27FC236}">
                <a16:creationId xmlns:a16="http://schemas.microsoft.com/office/drawing/2014/main" id="{924441FE-D3A7-F590-C38C-DAB91B49EC4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3E236ED-2613-9EF1-1337-F9F5665124AE}"/>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CE9B5D9-4512-41AA-D752-74BEF4588B11}"/>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EF1C02FF-902B-BB9D-4B2F-B88E6765E4B1}"/>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defRPr/>
                </a:pPr>
                <a:endParaRPr lang="en-IN" altLang="en-US"/>
              </a:p>
            </p:txBody>
          </p:sp>
          <p:sp>
            <p:nvSpPr>
              <p:cNvPr id="11" name="Rectangle 5">
                <a:extLst>
                  <a:ext uri="{FF2B5EF4-FFF2-40B4-BE49-F238E27FC236}">
                    <a16:creationId xmlns:a16="http://schemas.microsoft.com/office/drawing/2014/main" id="{9B7F7936-33F6-3399-FC05-D2B24E28C8A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defRPr/>
                </a:pPr>
                <a:endParaRPr lang="en-IN" altLang="en-US"/>
              </a:p>
            </p:txBody>
          </p:sp>
        </p:grpSp>
        <p:grpSp>
          <p:nvGrpSpPr>
            <p:cNvPr id="4" name="Group 6">
              <a:extLst>
                <a:ext uri="{FF2B5EF4-FFF2-40B4-BE49-F238E27FC236}">
                  <a16:creationId xmlns:a16="http://schemas.microsoft.com/office/drawing/2014/main" id="{FB532B1E-2AD6-53FF-80E0-C284351D889E}"/>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DD264EA-1FB7-2719-2053-8DEF7899531F}"/>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defRPr/>
                </a:pPr>
                <a:endParaRPr lang="en-IN" altLang="en-US"/>
              </a:p>
            </p:txBody>
          </p:sp>
          <p:sp>
            <p:nvSpPr>
              <p:cNvPr id="9" name="Rectangle 8">
                <a:extLst>
                  <a:ext uri="{FF2B5EF4-FFF2-40B4-BE49-F238E27FC236}">
                    <a16:creationId xmlns:a16="http://schemas.microsoft.com/office/drawing/2014/main" id="{39E0C29D-E7A8-09CB-703C-7B834582B289}"/>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defRPr/>
                </a:pPr>
                <a:endParaRPr lang="en-IN" altLang="en-US"/>
              </a:p>
            </p:txBody>
          </p:sp>
        </p:grpSp>
        <p:sp>
          <p:nvSpPr>
            <p:cNvPr id="5" name="Rectangle 9">
              <a:extLst>
                <a:ext uri="{FF2B5EF4-FFF2-40B4-BE49-F238E27FC236}">
                  <a16:creationId xmlns:a16="http://schemas.microsoft.com/office/drawing/2014/main" id="{6EC176C9-59AF-A77D-D238-24524B88D532}"/>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defRPr/>
              </a:pPr>
              <a:endParaRPr lang="en-IN" altLang="en-US"/>
            </a:p>
          </p:txBody>
        </p:sp>
        <p:sp>
          <p:nvSpPr>
            <p:cNvPr id="6" name="Rectangle 10">
              <a:extLst>
                <a:ext uri="{FF2B5EF4-FFF2-40B4-BE49-F238E27FC236}">
                  <a16:creationId xmlns:a16="http://schemas.microsoft.com/office/drawing/2014/main" id="{5D02142C-1A40-DC3C-77B7-980CB332D362}"/>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defRPr/>
              </a:pPr>
              <a:endParaRPr lang="en-IN" altLang="en-US"/>
            </a:p>
          </p:txBody>
        </p:sp>
        <p:sp>
          <p:nvSpPr>
            <p:cNvPr id="7" name="Rectangle 11">
              <a:extLst>
                <a:ext uri="{FF2B5EF4-FFF2-40B4-BE49-F238E27FC236}">
                  <a16:creationId xmlns:a16="http://schemas.microsoft.com/office/drawing/2014/main" id="{D79D9152-8245-A689-4E4F-DA4EB5AAFEB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defRPr/>
              </a:pPr>
              <a:endParaRPr lang="en-IN" altLang="en-US"/>
            </a:p>
          </p:txBody>
        </p:sp>
      </p:grpSp>
      <p:sp>
        <p:nvSpPr>
          <p:cNvPr id="12" name="Text Box 17">
            <a:extLst>
              <a:ext uri="{FF2B5EF4-FFF2-40B4-BE49-F238E27FC236}">
                <a16:creationId xmlns:a16="http://schemas.microsoft.com/office/drawing/2014/main" id="{7AB53C67-18CF-8313-BEAD-F6CB92306325}"/>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eaLnBrk="1" hangingPunct="1">
              <a:spcBef>
                <a:spcPct val="50000"/>
              </a:spcBef>
              <a:defRPr/>
            </a:pPr>
            <a:r>
              <a:rPr lang="en-US" altLang="en-US" sz="1400" b="0" i="0">
                <a:latin typeface="McGrawHill-Italic"/>
              </a:rPr>
              <a:t>McGraw-Hill</a:t>
            </a:r>
            <a:endParaRPr lang="en-US" altLang="en-US" sz="2400" b="0" i="0"/>
          </a:p>
        </p:txBody>
      </p:sp>
      <p:sp>
        <p:nvSpPr>
          <p:cNvPr id="13" name="Text Box 18">
            <a:extLst>
              <a:ext uri="{FF2B5EF4-FFF2-40B4-BE49-F238E27FC236}">
                <a16:creationId xmlns:a16="http://schemas.microsoft.com/office/drawing/2014/main" id="{FBD069E4-A259-4E01-F79D-5ED73C7B0465}"/>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r" eaLnBrk="1" hangingPunct="1">
              <a:spcBef>
                <a:spcPct val="50000"/>
              </a:spcBef>
              <a:buFontTx/>
              <a:buChar char="©"/>
              <a:defRPr/>
            </a:pPr>
            <a:r>
              <a:rPr lang="en-US" altLang="en-US" sz="1400" b="0" i="0">
                <a:latin typeface="McGrawHill-Italic"/>
              </a:rPr>
              <a:t>The McGraw-Hill Companies, Inc., 2000</a:t>
            </a:r>
            <a:endParaRPr lang="en-US" altLang="en-US" sz="2400" b="0" i="0"/>
          </a:p>
        </p:txBody>
      </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4">
            <a:extLst>
              <a:ext uri="{FF2B5EF4-FFF2-40B4-BE49-F238E27FC236}">
                <a16:creationId xmlns:a16="http://schemas.microsoft.com/office/drawing/2014/main" id="{35F27B6E-0D0B-9EEB-C569-EF2153A28C46}"/>
              </a:ext>
            </a:extLst>
          </p:cNvPr>
          <p:cNvSpPr>
            <a:spLocks noGrp="1" noChangeArrowheads="1"/>
          </p:cNvSpPr>
          <p:nvPr>
            <p:ph type="dt" sz="half" idx="10"/>
          </p:nvPr>
        </p:nvSpPr>
        <p:spPr bwMode="auto">
          <a:xfrm>
            <a:off x="9906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i="0">
                <a:solidFill>
                  <a:schemeClr val="bg2"/>
                </a:solidFill>
                <a:latin typeface="+mn-lt"/>
              </a:defRPr>
            </a:lvl1pPr>
          </a:lstStyle>
          <a:p>
            <a:pPr>
              <a:defRPr/>
            </a:pPr>
            <a:endParaRPr lang="en-US" altLang="en-US"/>
          </a:p>
        </p:txBody>
      </p:sp>
      <p:sp>
        <p:nvSpPr>
          <p:cNvPr id="15" name="Footer Placeholder 15">
            <a:extLst>
              <a:ext uri="{FF2B5EF4-FFF2-40B4-BE49-F238E27FC236}">
                <a16:creationId xmlns:a16="http://schemas.microsoft.com/office/drawing/2014/main" id="{DB6865EC-D0B1-6CA3-5EEF-90A135AEF713}"/>
              </a:ext>
            </a:extLst>
          </p:cNvPr>
          <p:cNvSpPr>
            <a:spLocks noGrp="1" noChangeArrowheads="1"/>
          </p:cNvSpPr>
          <p:nvPr>
            <p:ph type="ftr" sz="quarter" idx="11"/>
          </p:nvPr>
        </p:nvSpPr>
        <p:spPr bwMode="auto">
          <a:xfrm>
            <a:off x="34290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i="0">
                <a:solidFill>
                  <a:schemeClr val="bg2"/>
                </a:solidFill>
                <a:latin typeface="+mn-lt"/>
              </a:defRPr>
            </a:lvl1pPr>
          </a:lstStyle>
          <a:p>
            <a:pPr>
              <a:defRPr/>
            </a:pPr>
            <a:r>
              <a:rPr lang="en-US" altLang="en-US"/>
              <a:t>2.#</a:t>
            </a:r>
          </a:p>
        </p:txBody>
      </p:sp>
      <p:sp>
        <p:nvSpPr>
          <p:cNvPr id="16" name="Slide Number Placeholder 16">
            <a:extLst>
              <a:ext uri="{FF2B5EF4-FFF2-40B4-BE49-F238E27FC236}">
                <a16:creationId xmlns:a16="http://schemas.microsoft.com/office/drawing/2014/main" id="{D9FD43DE-4445-6DE3-17ED-20336149C532}"/>
              </a:ext>
            </a:extLst>
          </p:cNvPr>
          <p:cNvSpPr>
            <a:spLocks noGrp="1" noChangeArrowheads="1"/>
          </p:cNvSpPr>
          <p:nvPr>
            <p:ph type="sldNum" sz="quarter" idx="12"/>
          </p:nvPr>
        </p:nvSpPr>
        <p:spPr>
          <a:xfrm>
            <a:off x="6858000" y="6248400"/>
            <a:ext cx="1905000" cy="457200"/>
          </a:xfrm>
        </p:spPr>
        <p:txBody>
          <a:bodyPr/>
          <a:lstStyle>
            <a:lvl1pPr algn="r">
              <a:defRPr sz="1400" b="0">
                <a:solidFill>
                  <a:schemeClr val="bg2"/>
                </a:solidFill>
                <a:latin typeface="Tahoma" panose="020B0604030504040204" pitchFamily="34" charset="0"/>
              </a:defRPr>
            </a:lvl1pPr>
          </a:lstStyle>
          <a:p>
            <a:fld id="{8F99B5EC-A6A3-4033-A6E0-5FFEBE6FA255}" type="slidenum">
              <a:rPr lang="en-US" altLang="en-US"/>
              <a:pPr/>
              <a:t>‹#›</a:t>
            </a:fld>
            <a:endParaRPr lang="en-US" altLang="en-US"/>
          </a:p>
        </p:txBody>
      </p:sp>
    </p:spTree>
    <p:extLst>
      <p:ext uri="{BB962C8B-B14F-4D97-AF65-F5344CB8AC3E}">
        <p14:creationId xmlns:p14="http://schemas.microsoft.com/office/powerpoint/2010/main" val="62982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3">
            <a:extLst>
              <a:ext uri="{FF2B5EF4-FFF2-40B4-BE49-F238E27FC236}">
                <a16:creationId xmlns:a16="http://schemas.microsoft.com/office/drawing/2014/main" id="{7310A63C-C6B9-865F-2B29-02A198F7C501}"/>
              </a:ext>
            </a:extLst>
          </p:cNvPr>
          <p:cNvSpPr>
            <a:spLocks noGrp="1" noChangeArrowheads="1"/>
          </p:cNvSpPr>
          <p:nvPr>
            <p:ph type="sldNum" sz="quarter" idx="10"/>
          </p:nvPr>
        </p:nvSpPr>
        <p:spPr>
          <a:ln/>
        </p:spPr>
        <p:txBody>
          <a:bodyPr/>
          <a:lstStyle>
            <a:lvl1pPr>
              <a:defRPr/>
            </a:lvl1pPr>
          </a:lstStyle>
          <a:p>
            <a:r>
              <a:rPr lang="en-US" altLang="en-US"/>
              <a:t>2.</a:t>
            </a:r>
            <a:fld id="{780DA845-7E5F-48F8-A066-8D17ED1DC518}" type="slidenum">
              <a:rPr lang="en-US" altLang="en-US"/>
              <a:pPr/>
              <a:t>‹#›</a:t>
            </a:fld>
            <a:endParaRPr lang="en-US" altLang="en-US"/>
          </a:p>
        </p:txBody>
      </p:sp>
    </p:spTree>
    <p:extLst>
      <p:ext uri="{BB962C8B-B14F-4D97-AF65-F5344CB8AC3E}">
        <p14:creationId xmlns:p14="http://schemas.microsoft.com/office/powerpoint/2010/main" val="2406675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3">
            <a:extLst>
              <a:ext uri="{FF2B5EF4-FFF2-40B4-BE49-F238E27FC236}">
                <a16:creationId xmlns:a16="http://schemas.microsoft.com/office/drawing/2014/main" id="{A83E6837-6FCD-B72F-59B3-C0D1C41817C6}"/>
              </a:ext>
            </a:extLst>
          </p:cNvPr>
          <p:cNvSpPr>
            <a:spLocks noGrp="1" noChangeArrowheads="1"/>
          </p:cNvSpPr>
          <p:nvPr>
            <p:ph type="sldNum" sz="quarter" idx="10"/>
          </p:nvPr>
        </p:nvSpPr>
        <p:spPr>
          <a:ln/>
        </p:spPr>
        <p:txBody>
          <a:bodyPr/>
          <a:lstStyle>
            <a:lvl1pPr>
              <a:defRPr/>
            </a:lvl1pPr>
          </a:lstStyle>
          <a:p>
            <a:r>
              <a:rPr lang="en-US" altLang="en-US"/>
              <a:t>2.</a:t>
            </a:r>
            <a:fld id="{BDF465E4-9084-473C-BE0E-CAA8E8BB5467}" type="slidenum">
              <a:rPr lang="en-US" altLang="en-US"/>
              <a:pPr/>
              <a:t>‹#›</a:t>
            </a:fld>
            <a:endParaRPr lang="en-US" altLang="en-US"/>
          </a:p>
        </p:txBody>
      </p:sp>
    </p:spTree>
    <p:extLst>
      <p:ext uri="{BB962C8B-B14F-4D97-AF65-F5344CB8AC3E}">
        <p14:creationId xmlns:p14="http://schemas.microsoft.com/office/powerpoint/2010/main" val="2277232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3">
            <a:extLst>
              <a:ext uri="{FF2B5EF4-FFF2-40B4-BE49-F238E27FC236}">
                <a16:creationId xmlns:a16="http://schemas.microsoft.com/office/drawing/2014/main" id="{B468C634-3FA1-5E68-47C2-1CDBA801713E}"/>
              </a:ext>
            </a:extLst>
          </p:cNvPr>
          <p:cNvSpPr>
            <a:spLocks noGrp="1" noChangeArrowheads="1"/>
          </p:cNvSpPr>
          <p:nvPr>
            <p:ph type="sldNum" sz="quarter" idx="10"/>
          </p:nvPr>
        </p:nvSpPr>
        <p:spPr>
          <a:ln/>
        </p:spPr>
        <p:txBody>
          <a:bodyPr/>
          <a:lstStyle>
            <a:lvl1pPr>
              <a:defRPr/>
            </a:lvl1pPr>
          </a:lstStyle>
          <a:p>
            <a:r>
              <a:rPr lang="en-US" altLang="en-US"/>
              <a:t>2.</a:t>
            </a:r>
            <a:fld id="{25B718E3-19FD-4207-84D8-E5F7A0B1190F}" type="slidenum">
              <a:rPr lang="en-US" altLang="en-US"/>
              <a:pPr/>
              <a:t>‹#›</a:t>
            </a:fld>
            <a:endParaRPr lang="en-US" altLang="en-US"/>
          </a:p>
        </p:txBody>
      </p:sp>
    </p:spTree>
    <p:extLst>
      <p:ext uri="{BB962C8B-B14F-4D97-AF65-F5344CB8AC3E}">
        <p14:creationId xmlns:p14="http://schemas.microsoft.com/office/powerpoint/2010/main" val="985255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3">
            <a:extLst>
              <a:ext uri="{FF2B5EF4-FFF2-40B4-BE49-F238E27FC236}">
                <a16:creationId xmlns:a16="http://schemas.microsoft.com/office/drawing/2014/main" id="{1F90D6DE-4E13-1AEC-BC5A-EA5E4E7A5951}"/>
              </a:ext>
            </a:extLst>
          </p:cNvPr>
          <p:cNvSpPr>
            <a:spLocks noGrp="1" noChangeArrowheads="1"/>
          </p:cNvSpPr>
          <p:nvPr>
            <p:ph type="sldNum" sz="quarter" idx="10"/>
          </p:nvPr>
        </p:nvSpPr>
        <p:spPr>
          <a:ln/>
        </p:spPr>
        <p:txBody>
          <a:bodyPr/>
          <a:lstStyle>
            <a:lvl1pPr>
              <a:defRPr/>
            </a:lvl1pPr>
          </a:lstStyle>
          <a:p>
            <a:r>
              <a:rPr lang="en-US" altLang="en-US"/>
              <a:t>2.</a:t>
            </a:r>
            <a:fld id="{759EE4BC-663A-4A13-8D2A-643934B0A50B}" type="slidenum">
              <a:rPr lang="en-US" altLang="en-US"/>
              <a:pPr/>
              <a:t>‹#›</a:t>
            </a:fld>
            <a:endParaRPr lang="en-US" altLang="en-US"/>
          </a:p>
        </p:txBody>
      </p:sp>
    </p:spTree>
    <p:extLst>
      <p:ext uri="{BB962C8B-B14F-4D97-AF65-F5344CB8AC3E}">
        <p14:creationId xmlns:p14="http://schemas.microsoft.com/office/powerpoint/2010/main" val="4046740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Rectangle 13">
            <a:extLst>
              <a:ext uri="{FF2B5EF4-FFF2-40B4-BE49-F238E27FC236}">
                <a16:creationId xmlns:a16="http://schemas.microsoft.com/office/drawing/2014/main" id="{82979A18-A52C-AB2A-CAA7-55335694A9AC}"/>
              </a:ext>
            </a:extLst>
          </p:cNvPr>
          <p:cNvSpPr>
            <a:spLocks noGrp="1" noChangeArrowheads="1"/>
          </p:cNvSpPr>
          <p:nvPr>
            <p:ph type="sldNum" sz="quarter" idx="10"/>
          </p:nvPr>
        </p:nvSpPr>
        <p:spPr>
          <a:ln/>
        </p:spPr>
        <p:txBody>
          <a:bodyPr/>
          <a:lstStyle>
            <a:lvl1pPr>
              <a:defRPr/>
            </a:lvl1pPr>
          </a:lstStyle>
          <a:p>
            <a:r>
              <a:rPr lang="en-US" altLang="en-US"/>
              <a:t>2.</a:t>
            </a:r>
            <a:fld id="{50863349-FB40-4C55-A955-A890FFD19C02}" type="slidenum">
              <a:rPr lang="en-US" altLang="en-US"/>
              <a:pPr/>
              <a:t>‹#›</a:t>
            </a:fld>
            <a:endParaRPr lang="en-US" altLang="en-US"/>
          </a:p>
        </p:txBody>
      </p:sp>
    </p:spTree>
    <p:extLst>
      <p:ext uri="{BB962C8B-B14F-4D97-AF65-F5344CB8AC3E}">
        <p14:creationId xmlns:p14="http://schemas.microsoft.com/office/powerpoint/2010/main" val="940331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B4D362D6-BC4D-C4A6-693C-EFF7B4A58E4D}"/>
              </a:ext>
            </a:extLst>
          </p:cNvPr>
          <p:cNvSpPr>
            <a:spLocks noGrp="1" noChangeArrowheads="1"/>
          </p:cNvSpPr>
          <p:nvPr>
            <p:ph type="sldNum" sz="quarter" idx="10"/>
          </p:nvPr>
        </p:nvSpPr>
        <p:spPr>
          <a:ln/>
        </p:spPr>
        <p:txBody>
          <a:bodyPr/>
          <a:lstStyle>
            <a:lvl1pPr>
              <a:defRPr/>
            </a:lvl1pPr>
          </a:lstStyle>
          <a:p>
            <a:r>
              <a:rPr lang="en-US" altLang="en-US"/>
              <a:t>2.</a:t>
            </a:r>
            <a:fld id="{B5A87CF5-3CA7-4F75-AFC9-DB4FDF337339}" type="slidenum">
              <a:rPr lang="en-US" altLang="en-US"/>
              <a:pPr/>
              <a:t>‹#›</a:t>
            </a:fld>
            <a:endParaRPr lang="en-US" altLang="en-US"/>
          </a:p>
        </p:txBody>
      </p:sp>
    </p:spTree>
    <p:extLst>
      <p:ext uri="{BB962C8B-B14F-4D97-AF65-F5344CB8AC3E}">
        <p14:creationId xmlns:p14="http://schemas.microsoft.com/office/powerpoint/2010/main" val="8998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43DEEA15-AFA5-4FF5-EDDE-3F9B8329C0E5}"/>
              </a:ext>
            </a:extLst>
          </p:cNvPr>
          <p:cNvSpPr>
            <a:spLocks noGrp="1" noChangeArrowheads="1"/>
          </p:cNvSpPr>
          <p:nvPr>
            <p:ph type="sldNum" sz="quarter" idx="10"/>
          </p:nvPr>
        </p:nvSpPr>
        <p:spPr>
          <a:ln/>
        </p:spPr>
        <p:txBody>
          <a:bodyPr/>
          <a:lstStyle>
            <a:lvl1pPr>
              <a:defRPr/>
            </a:lvl1pPr>
          </a:lstStyle>
          <a:p>
            <a:r>
              <a:rPr lang="en-US" altLang="en-US"/>
              <a:t>2.</a:t>
            </a:r>
            <a:fld id="{67E6A972-BD3E-4A76-B031-582DF82E940A}" type="slidenum">
              <a:rPr lang="en-US" altLang="en-US"/>
              <a:pPr/>
              <a:t>‹#›</a:t>
            </a:fld>
            <a:endParaRPr lang="en-US" altLang="en-US"/>
          </a:p>
        </p:txBody>
      </p:sp>
    </p:spTree>
    <p:extLst>
      <p:ext uri="{BB962C8B-B14F-4D97-AF65-F5344CB8AC3E}">
        <p14:creationId xmlns:p14="http://schemas.microsoft.com/office/powerpoint/2010/main" val="3502431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537D4683-EC0B-3003-B4C0-AA685AABCDF3}"/>
              </a:ext>
            </a:extLst>
          </p:cNvPr>
          <p:cNvSpPr>
            <a:spLocks noGrp="1" noChangeArrowheads="1"/>
          </p:cNvSpPr>
          <p:nvPr>
            <p:ph type="sldNum" sz="quarter" idx="10"/>
          </p:nvPr>
        </p:nvSpPr>
        <p:spPr>
          <a:ln/>
        </p:spPr>
        <p:txBody>
          <a:bodyPr/>
          <a:lstStyle>
            <a:lvl1pPr>
              <a:defRPr/>
            </a:lvl1pPr>
          </a:lstStyle>
          <a:p>
            <a:r>
              <a:rPr lang="en-US" altLang="en-US"/>
              <a:t>2.</a:t>
            </a:r>
            <a:fld id="{D7F010B5-B5A4-4EF2-8B72-8AADB8FF0152}" type="slidenum">
              <a:rPr lang="en-US" altLang="en-US"/>
              <a:pPr/>
              <a:t>‹#›</a:t>
            </a:fld>
            <a:endParaRPr lang="en-US" altLang="en-US"/>
          </a:p>
        </p:txBody>
      </p:sp>
    </p:spTree>
    <p:extLst>
      <p:ext uri="{BB962C8B-B14F-4D97-AF65-F5344CB8AC3E}">
        <p14:creationId xmlns:p14="http://schemas.microsoft.com/office/powerpoint/2010/main" val="3581101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3">
            <a:extLst>
              <a:ext uri="{FF2B5EF4-FFF2-40B4-BE49-F238E27FC236}">
                <a16:creationId xmlns:a16="http://schemas.microsoft.com/office/drawing/2014/main" id="{21C21B17-9656-071D-C2B9-0056D10A3CDA}"/>
              </a:ext>
            </a:extLst>
          </p:cNvPr>
          <p:cNvSpPr>
            <a:spLocks noGrp="1" noChangeArrowheads="1"/>
          </p:cNvSpPr>
          <p:nvPr>
            <p:ph type="sldNum" sz="quarter" idx="10"/>
          </p:nvPr>
        </p:nvSpPr>
        <p:spPr>
          <a:ln/>
        </p:spPr>
        <p:txBody>
          <a:bodyPr/>
          <a:lstStyle>
            <a:lvl1pPr>
              <a:defRPr/>
            </a:lvl1pPr>
          </a:lstStyle>
          <a:p>
            <a:r>
              <a:rPr lang="en-US" altLang="en-US"/>
              <a:t>2.</a:t>
            </a:r>
            <a:fld id="{FD951975-BDBC-4CF4-B328-D2AF5CBFC850}" type="slidenum">
              <a:rPr lang="en-US" altLang="en-US"/>
              <a:pPr/>
              <a:t>‹#›</a:t>
            </a:fld>
            <a:endParaRPr lang="en-US" altLang="en-US"/>
          </a:p>
        </p:txBody>
      </p:sp>
    </p:spTree>
    <p:extLst>
      <p:ext uri="{BB962C8B-B14F-4D97-AF65-F5344CB8AC3E}">
        <p14:creationId xmlns:p14="http://schemas.microsoft.com/office/powerpoint/2010/main" val="386096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3">
            <a:extLst>
              <a:ext uri="{FF2B5EF4-FFF2-40B4-BE49-F238E27FC236}">
                <a16:creationId xmlns:a16="http://schemas.microsoft.com/office/drawing/2014/main" id="{1EA68B46-4FE0-0DB2-EEEC-8782051D4A2C}"/>
              </a:ext>
            </a:extLst>
          </p:cNvPr>
          <p:cNvSpPr>
            <a:spLocks noGrp="1" noChangeArrowheads="1"/>
          </p:cNvSpPr>
          <p:nvPr>
            <p:ph type="sldNum" sz="quarter" idx="10"/>
          </p:nvPr>
        </p:nvSpPr>
        <p:spPr>
          <a:ln/>
        </p:spPr>
        <p:txBody>
          <a:bodyPr/>
          <a:lstStyle>
            <a:lvl1pPr>
              <a:defRPr/>
            </a:lvl1pPr>
          </a:lstStyle>
          <a:p>
            <a:r>
              <a:rPr lang="en-US" altLang="en-US"/>
              <a:t>2.</a:t>
            </a:r>
            <a:fld id="{395D678E-70BA-48AD-B689-F891D2B7A39B}" type="slidenum">
              <a:rPr lang="en-US" altLang="en-US"/>
              <a:pPr/>
              <a:t>‹#›</a:t>
            </a:fld>
            <a:endParaRPr lang="en-US" altLang="en-US"/>
          </a:p>
        </p:txBody>
      </p:sp>
    </p:spTree>
    <p:extLst>
      <p:ext uri="{BB962C8B-B14F-4D97-AF65-F5344CB8AC3E}">
        <p14:creationId xmlns:p14="http://schemas.microsoft.com/office/powerpoint/2010/main" val="7348562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a:extLst>
              <a:ext uri="{FF2B5EF4-FFF2-40B4-BE49-F238E27FC236}">
                <a16:creationId xmlns:a16="http://schemas.microsoft.com/office/drawing/2014/main" id="{EE3DE020-358C-5DC4-F208-DAE25BB6A40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0E6310CF-82DB-97ED-0573-8CED4B49E03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9CA94A8-4A29-023A-E9DE-18F7F577FE4D}"/>
              </a:ext>
            </a:extLst>
          </p:cNvPr>
          <p:cNvSpPr>
            <a:spLocks noGrp="1" noChangeArrowheads="1"/>
          </p:cNvSpPr>
          <p:nvPr>
            <p:ph type="sldNum" sz="quarter" idx="12"/>
          </p:nvPr>
        </p:nvSpPr>
        <p:spPr>
          <a:ln/>
        </p:spPr>
        <p:txBody>
          <a:bodyPr/>
          <a:lstStyle>
            <a:lvl1pPr>
              <a:defRPr/>
            </a:lvl1pPr>
          </a:lstStyle>
          <a:p>
            <a:fld id="{8594BBC0-2A24-4EF8-9D69-6FB08E89626F}" type="slidenum">
              <a:rPr lang="en-US" altLang="en-US"/>
              <a:pPr/>
              <a:t>‹#›</a:t>
            </a:fld>
            <a:endParaRPr lang="en-US" altLang="en-US"/>
          </a:p>
        </p:txBody>
      </p:sp>
    </p:spTree>
    <p:extLst>
      <p:ext uri="{BB962C8B-B14F-4D97-AF65-F5344CB8AC3E}">
        <p14:creationId xmlns:p14="http://schemas.microsoft.com/office/powerpoint/2010/main" val="3526027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D7D46842-EE50-3DBE-DA8C-0F33F375274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3CE9A7D-DF37-50A0-1B22-A2C24886703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B2E9E1A-A6E6-D363-55AD-BEB6486FE30B}"/>
              </a:ext>
            </a:extLst>
          </p:cNvPr>
          <p:cNvSpPr>
            <a:spLocks noGrp="1" noChangeArrowheads="1"/>
          </p:cNvSpPr>
          <p:nvPr>
            <p:ph type="sldNum" sz="quarter" idx="12"/>
          </p:nvPr>
        </p:nvSpPr>
        <p:spPr>
          <a:ln/>
        </p:spPr>
        <p:txBody>
          <a:bodyPr/>
          <a:lstStyle>
            <a:lvl1pPr>
              <a:defRPr/>
            </a:lvl1pPr>
          </a:lstStyle>
          <a:p>
            <a:fld id="{FEA3A016-F463-41BF-B4AB-E89400BFB9C3}" type="slidenum">
              <a:rPr lang="en-US" altLang="en-US"/>
              <a:pPr/>
              <a:t>‹#›</a:t>
            </a:fld>
            <a:endParaRPr lang="en-US" altLang="en-US"/>
          </a:p>
        </p:txBody>
      </p:sp>
    </p:spTree>
    <p:extLst>
      <p:ext uri="{BB962C8B-B14F-4D97-AF65-F5344CB8AC3E}">
        <p14:creationId xmlns:p14="http://schemas.microsoft.com/office/powerpoint/2010/main" val="18913922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0B49292B-4F63-7D76-E964-54BAE68B7D6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FC53E8B3-FBC5-DFFE-3768-9925FA47418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0CE6134-F8D8-5202-38BA-F869FFC15C98}"/>
              </a:ext>
            </a:extLst>
          </p:cNvPr>
          <p:cNvSpPr>
            <a:spLocks noGrp="1" noChangeArrowheads="1"/>
          </p:cNvSpPr>
          <p:nvPr>
            <p:ph type="sldNum" sz="quarter" idx="12"/>
          </p:nvPr>
        </p:nvSpPr>
        <p:spPr>
          <a:ln/>
        </p:spPr>
        <p:txBody>
          <a:bodyPr/>
          <a:lstStyle>
            <a:lvl1pPr>
              <a:defRPr/>
            </a:lvl1pPr>
          </a:lstStyle>
          <a:p>
            <a:fld id="{AD6A67FF-92FB-4499-83D8-47C5509376B4}" type="slidenum">
              <a:rPr lang="en-US" altLang="en-US"/>
              <a:pPr/>
              <a:t>‹#›</a:t>
            </a:fld>
            <a:endParaRPr lang="en-US" altLang="en-US"/>
          </a:p>
        </p:txBody>
      </p:sp>
    </p:spTree>
    <p:extLst>
      <p:ext uri="{BB962C8B-B14F-4D97-AF65-F5344CB8AC3E}">
        <p14:creationId xmlns:p14="http://schemas.microsoft.com/office/powerpoint/2010/main" val="3382383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D6F3F686-6D1F-96E8-744E-D8E085A2E37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1E49E5E8-1261-8669-DC10-BF4EF09ECC9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9E0537C0-0E3C-2002-F2A6-187DCB500AD3}"/>
              </a:ext>
            </a:extLst>
          </p:cNvPr>
          <p:cNvSpPr>
            <a:spLocks noGrp="1" noChangeArrowheads="1"/>
          </p:cNvSpPr>
          <p:nvPr>
            <p:ph type="sldNum" sz="quarter" idx="12"/>
          </p:nvPr>
        </p:nvSpPr>
        <p:spPr>
          <a:ln/>
        </p:spPr>
        <p:txBody>
          <a:bodyPr/>
          <a:lstStyle>
            <a:lvl1pPr>
              <a:defRPr/>
            </a:lvl1pPr>
          </a:lstStyle>
          <a:p>
            <a:fld id="{81AD1AD1-CA36-430C-A40E-C79426131901}" type="slidenum">
              <a:rPr lang="en-US" altLang="en-US"/>
              <a:pPr/>
              <a:t>‹#›</a:t>
            </a:fld>
            <a:endParaRPr lang="en-US" altLang="en-US"/>
          </a:p>
        </p:txBody>
      </p:sp>
    </p:spTree>
    <p:extLst>
      <p:ext uri="{BB962C8B-B14F-4D97-AF65-F5344CB8AC3E}">
        <p14:creationId xmlns:p14="http://schemas.microsoft.com/office/powerpoint/2010/main" val="3679699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a16="http://schemas.microsoft.com/office/drawing/2014/main" id="{CD689D6F-745C-422B-203A-3F91B78D2F0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17DECD62-F544-7443-38B0-63F1A02379A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33D91850-3EA0-3D0E-5B0A-86D08248C6D4}"/>
              </a:ext>
            </a:extLst>
          </p:cNvPr>
          <p:cNvSpPr>
            <a:spLocks noGrp="1" noChangeArrowheads="1"/>
          </p:cNvSpPr>
          <p:nvPr>
            <p:ph type="sldNum" sz="quarter" idx="12"/>
          </p:nvPr>
        </p:nvSpPr>
        <p:spPr>
          <a:ln/>
        </p:spPr>
        <p:txBody>
          <a:bodyPr/>
          <a:lstStyle>
            <a:lvl1pPr>
              <a:defRPr/>
            </a:lvl1pPr>
          </a:lstStyle>
          <a:p>
            <a:fld id="{0FE4A7F4-F34F-4D1D-85B8-AFD38AF8F2D6}" type="slidenum">
              <a:rPr lang="en-US" altLang="en-US"/>
              <a:pPr/>
              <a:t>‹#›</a:t>
            </a:fld>
            <a:endParaRPr lang="en-US" altLang="en-US"/>
          </a:p>
        </p:txBody>
      </p:sp>
    </p:spTree>
    <p:extLst>
      <p:ext uri="{BB962C8B-B14F-4D97-AF65-F5344CB8AC3E}">
        <p14:creationId xmlns:p14="http://schemas.microsoft.com/office/powerpoint/2010/main" val="6350326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a16="http://schemas.microsoft.com/office/drawing/2014/main" id="{72707ADC-0C6A-9CEF-3643-26CF1FDC875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AE29A3EC-805A-4F39-CDA0-29D89AF511E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36205ABE-9355-4036-80E6-96D064ECBE72}"/>
              </a:ext>
            </a:extLst>
          </p:cNvPr>
          <p:cNvSpPr>
            <a:spLocks noGrp="1" noChangeArrowheads="1"/>
          </p:cNvSpPr>
          <p:nvPr>
            <p:ph type="sldNum" sz="quarter" idx="12"/>
          </p:nvPr>
        </p:nvSpPr>
        <p:spPr>
          <a:ln/>
        </p:spPr>
        <p:txBody>
          <a:bodyPr/>
          <a:lstStyle>
            <a:lvl1pPr>
              <a:defRPr/>
            </a:lvl1pPr>
          </a:lstStyle>
          <a:p>
            <a:fld id="{FEAB3B6B-46D9-47D0-A2FF-F4AD44EFCC27}" type="slidenum">
              <a:rPr lang="en-US" altLang="en-US"/>
              <a:pPr/>
              <a:t>‹#›</a:t>
            </a:fld>
            <a:endParaRPr lang="en-US" altLang="en-US"/>
          </a:p>
        </p:txBody>
      </p:sp>
    </p:spTree>
    <p:extLst>
      <p:ext uri="{BB962C8B-B14F-4D97-AF65-F5344CB8AC3E}">
        <p14:creationId xmlns:p14="http://schemas.microsoft.com/office/powerpoint/2010/main" val="324508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4A4C2C9-1DF7-A981-A5C1-5BA1DDA728C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93E8D1BF-BE5D-929B-482C-48020821591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AD702874-C6A3-FAA8-23C3-17AAF7EE71A3}"/>
              </a:ext>
            </a:extLst>
          </p:cNvPr>
          <p:cNvSpPr>
            <a:spLocks noGrp="1" noChangeArrowheads="1"/>
          </p:cNvSpPr>
          <p:nvPr>
            <p:ph type="sldNum" sz="quarter" idx="12"/>
          </p:nvPr>
        </p:nvSpPr>
        <p:spPr>
          <a:ln/>
        </p:spPr>
        <p:txBody>
          <a:bodyPr/>
          <a:lstStyle>
            <a:lvl1pPr>
              <a:defRPr/>
            </a:lvl1pPr>
          </a:lstStyle>
          <a:p>
            <a:fld id="{759C58C7-894B-43FE-BAEF-0567D48EA35A}" type="slidenum">
              <a:rPr lang="en-US" altLang="en-US"/>
              <a:pPr/>
              <a:t>‹#›</a:t>
            </a:fld>
            <a:endParaRPr lang="en-US" altLang="en-US"/>
          </a:p>
        </p:txBody>
      </p:sp>
    </p:spTree>
    <p:extLst>
      <p:ext uri="{BB962C8B-B14F-4D97-AF65-F5344CB8AC3E}">
        <p14:creationId xmlns:p14="http://schemas.microsoft.com/office/powerpoint/2010/main" val="16200568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1BD56847-EF42-99E5-F629-4BACC31E3E3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F6F9A2C-1B8D-F0F4-650D-3B8AB93D24F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E082B934-ECDD-CC23-FBB3-5530741ED406}"/>
              </a:ext>
            </a:extLst>
          </p:cNvPr>
          <p:cNvSpPr>
            <a:spLocks noGrp="1" noChangeArrowheads="1"/>
          </p:cNvSpPr>
          <p:nvPr>
            <p:ph type="sldNum" sz="quarter" idx="12"/>
          </p:nvPr>
        </p:nvSpPr>
        <p:spPr>
          <a:ln/>
        </p:spPr>
        <p:txBody>
          <a:bodyPr/>
          <a:lstStyle>
            <a:lvl1pPr>
              <a:defRPr/>
            </a:lvl1pPr>
          </a:lstStyle>
          <a:p>
            <a:fld id="{C64067AC-1968-4415-A284-7629C1BA49AC}" type="slidenum">
              <a:rPr lang="en-US" altLang="en-US"/>
              <a:pPr/>
              <a:t>‹#›</a:t>
            </a:fld>
            <a:endParaRPr lang="en-US" altLang="en-US"/>
          </a:p>
        </p:txBody>
      </p:sp>
    </p:spTree>
    <p:extLst>
      <p:ext uri="{BB962C8B-B14F-4D97-AF65-F5344CB8AC3E}">
        <p14:creationId xmlns:p14="http://schemas.microsoft.com/office/powerpoint/2010/main" val="28965357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7C791719-6F5F-9366-10DC-F8FCFDF6451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1317B83D-FD2E-B589-115F-8FAE99D6162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40FF27DA-400C-221A-C397-172CD9CF423F}"/>
              </a:ext>
            </a:extLst>
          </p:cNvPr>
          <p:cNvSpPr>
            <a:spLocks noGrp="1" noChangeArrowheads="1"/>
          </p:cNvSpPr>
          <p:nvPr>
            <p:ph type="sldNum" sz="quarter" idx="12"/>
          </p:nvPr>
        </p:nvSpPr>
        <p:spPr>
          <a:ln/>
        </p:spPr>
        <p:txBody>
          <a:bodyPr/>
          <a:lstStyle>
            <a:lvl1pPr>
              <a:defRPr/>
            </a:lvl1pPr>
          </a:lstStyle>
          <a:p>
            <a:fld id="{BFFF006B-0DF4-40EF-9B30-750E468FCC9A}" type="slidenum">
              <a:rPr lang="en-US" altLang="en-US"/>
              <a:pPr/>
              <a:t>‹#›</a:t>
            </a:fld>
            <a:endParaRPr lang="en-US" altLang="en-US"/>
          </a:p>
        </p:txBody>
      </p:sp>
    </p:spTree>
    <p:extLst>
      <p:ext uri="{BB962C8B-B14F-4D97-AF65-F5344CB8AC3E}">
        <p14:creationId xmlns:p14="http://schemas.microsoft.com/office/powerpoint/2010/main" val="8327406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305B2315-12A3-2B30-D76E-03A07E55AC5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7BA4A84-5153-C29D-B6B7-4631AD83E1C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B0D27CB-C191-2677-A78F-8C602F3BE862}"/>
              </a:ext>
            </a:extLst>
          </p:cNvPr>
          <p:cNvSpPr>
            <a:spLocks noGrp="1" noChangeArrowheads="1"/>
          </p:cNvSpPr>
          <p:nvPr>
            <p:ph type="sldNum" sz="quarter" idx="12"/>
          </p:nvPr>
        </p:nvSpPr>
        <p:spPr>
          <a:ln/>
        </p:spPr>
        <p:txBody>
          <a:bodyPr/>
          <a:lstStyle>
            <a:lvl1pPr>
              <a:defRPr/>
            </a:lvl1pPr>
          </a:lstStyle>
          <a:p>
            <a:fld id="{D43FB877-4113-4220-A60A-BDC32C9A0E77}" type="slidenum">
              <a:rPr lang="en-US" altLang="en-US"/>
              <a:pPr/>
              <a:t>‹#›</a:t>
            </a:fld>
            <a:endParaRPr lang="en-US" altLang="en-US"/>
          </a:p>
        </p:txBody>
      </p:sp>
    </p:spTree>
    <p:extLst>
      <p:ext uri="{BB962C8B-B14F-4D97-AF65-F5344CB8AC3E}">
        <p14:creationId xmlns:p14="http://schemas.microsoft.com/office/powerpoint/2010/main" val="29174702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8A749808-79C1-CAE0-8690-4BCC0962B5C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6712DA7-E11B-4F79-58A1-ADB71F780D1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1D2FE25-5AEB-532F-5E8C-DE3940116997}"/>
              </a:ext>
            </a:extLst>
          </p:cNvPr>
          <p:cNvSpPr>
            <a:spLocks noGrp="1" noChangeArrowheads="1"/>
          </p:cNvSpPr>
          <p:nvPr>
            <p:ph type="sldNum" sz="quarter" idx="12"/>
          </p:nvPr>
        </p:nvSpPr>
        <p:spPr>
          <a:ln/>
        </p:spPr>
        <p:txBody>
          <a:bodyPr/>
          <a:lstStyle>
            <a:lvl1pPr>
              <a:defRPr/>
            </a:lvl1pPr>
          </a:lstStyle>
          <a:p>
            <a:fld id="{F768A418-47DD-4026-8621-C6A690408AD3}" type="slidenum">
              <a:rPr lang="en-US" altLang="en-US"/>
              <a:pPr/>
              <a:t>‹#›</a:t>
            </a:fld>
            <a:endParaRPr lang="en-US" altLang="en-US"/>
          </a:p>
        </p:txBody>
      </p:sp>
    </p:spTree>
    <p:extLst>
      <p:ext uri="{BB962C8B-B14F-4D97-AF65-F5344CB8AC3E}">
        <p14:creationId xmlns:p14="http://schemas.microsoft.com/office/powerpoint/2010/main" val="29257906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14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4">
            <a:extLst>
              <a:ext uri="{FF2B5EF4-FFF2-40B4-BE49-F238E27FC236}">
                <a16:creationId xmlns:a16="http://schemas.microsoft.com/office/drawing/2014/main" id="{4307F606-CAF2-FD2F-056D-3DFFA7214C9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6F918939-47C2-1725-7E44-7E2F7EC8E38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7BB506B3-A48C-4C3E-C056-448E02E2E775}"/>
              </a:ext>
            </a:extLst>
          </p:cNvPr>
          <p:cNvSpPr>
            <a:spLocks noGrp="1" noChangeArrowheads="1"/>
          </p:cNvSpPr>
          <p:nvPr>
            <p:ph type="sldNum" sz="quarter" idx="12"/>
          </p:nvPr>
        </p:nvSpPr>
        <p:spPr>
          <a:ln/>
        </p:spPr>
        <p:txBody>
          <a:bodyPr/>
          <a:lstStyle>
            <a:lvl1pPr>
              <a:defRPr/>
            </a:lvl1pPr>
          </a:lstStyle>
          <a:p>
            <a:fld id="{31BB89D7-FBDD-424E-970F-AF25DAFC2215}" type="slidenum">
              <a:rPr lang="en-US" altLang="en-US"/>
              <a:pPr/>
              <a:t>‹#›</a:t>
            </a:fld>
            <a:endParaRPr lang="en-US" altLang="en-US"/>
          </a:p>
        </p:txBody>
      </p:sp>
    </p:spTree>
    <p:extLst>
      <p:ext uri="{BB962C8B-B14F-4D97-AF65-F5344CB8AC3E}">
        <p14:creationId xmlns:p14="http://schemas.microsoft.com/office/powerpoint/2010/main" val="20843594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14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A01AE2CB-E695-D4A8-36C2-7B32D014435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23AC23D-A646-A21B-2731-B20C5F0A77B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444454D-9DB4-0720-F1E9-A959BD136E0D}"/>
              </a:ext>
            </a:extLst>
          </p:cNvPr>
          <p:cNvSpPr>
            <a:spLocks noGrp="1" noChangeArrowheads="1"/>
          </p:cNvSpPr>
          <p:nvPr>
            <p:ph type="sldNum" sz="quarter" idx="12"/>
          </p:nvPr>
        </p:nvSpPr>
        <p:spPr>
          <a:ln/>
        </p:spPr>
        <p:txBody>
          <a:bodyPr/>
          <a:lstStyle>
            <a:lvl1pPr>
              <a:defRPr/>
            </a:lvl1pPr>
          </a:lstStyle>
          <a:p>
            <a:fld id="{F248B51E-6CD7-46E4-BBC0-40FD8E2AEC38}" type="slidenum">
              <a:rPr lang="en-US" altLang="en-US"/>
              <a:pPr/>
              <a:t>‹#›</a:t>
            </a:fld>
            <a:endParaRPr lang="en-US" altLang="en-US"/>
          </a:p>
        </p:txBody>
      </p:sp>
    </p:spTree>
    <p:extLst>
      <p:ext uri="{BB962C8B-B14F-4D97-AF65-F5344CB8AC3E}">
        <p14:creationId xmlns:p14="http://schemas.microsoft.com/office/powerpoint/2010/main" val="32989217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a:extLst>
              <a:ext uri="{FF2B5EF4-FFF2-40B4-BE49-F238E27FC236}">
                <a16:creationId xmlns:a16="http://schemas.microsoft.com/office/drawing/2014/main" id="{D2FEF0B8-1A9A-70F5-914C-7D58615A63A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2ECF49BA-8C3C-BAD8-1611-018666B6E8A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D4ECE5B-850E-D17D-8C5E-BF48C308EEEA}"/>
              </a:ext>
            </a:extLst>
          </p:cNvPr>
          <p:cNvSpPr>
            <a:spLocks noGrp="1" noChangeArrowheads="1"/>
          </p:cNvSpPr>
          <p:nvPr>
            <p:ph type="sldNum" sz="quarter" idx="12"/>
          </p:nvPr>
        </p:nvSpPr>
        <p:spPr>
          <a:ln/>
        </p:spPr>
        <p:txBody>
          <a:bodyPr/>
          <a:lstStyle>
            <a:lvl1pPr>
              <a:defRPr/>
            </a:lvl1pPr>
          </a:lstStyle>
          <a:p>
            <a:fld id="{35561D5F-05E0-4C5E-822A-B991D0348C3A}" type="slidenum">
              <a:rPr lang="en-US" altLang="en-US"/>
              <a:pPr/>
              <a:t>‹#›</a:t>
            </a:fld>
            <a:endParaRPr lang="en-US" altLang="en-US"/>
          </a:p>
        </p:txBody>
      </p:sp>
    </p:spTree>
    <p:extLst>
      <p:ext uri="{BB962C8B-B14F-4D97-AF65-F5344CB8AC3E}">
        <p14:creationId xmlns:p14="http://schemas.microsoft.com/office/powerpoint/2010/main" val="12984835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E08A9763-FF9B-735C-E7D3-A76D61D35E5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9C2F66FF-9707-FF0A-60DA-F8A9626F388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E9C7DD7-2CD5-6A85-6D17-F3F819C4EBA4}"/>
              </a:ext>
            </a:extLst>
          </p:cNvPr>
          <p:cNvSpPr>
            <a:spLocks noGrp="1" noChangeArrowheads="1"/>
          </p:cNvSpPr>
          <p:nvPr>
            <p:ph type="sldNum" sz="quarter" idx="12"/>
          </p:nvPr>
        </p:nvSpPr>
        <p:spPr>
          <a:ln/>
        </p:spPr>
        <p:txBody>
          <a:bodyPr/>
          <a:lstStyle>
            <a:lvl1pPr>
              <a:defRPr/>
            </a:lvl1pPr>
          </a:lstStyle>
          <a:p>
            <a:fld id="{29E2BAC0-36A1-41F5-AE35-4ABAE51FBA9F}" type="slidenum">
              <a:rPr lang="en-US" altLang="en-US"/>
              <a:pPr/>
              <a:t>‹#›</a:t>
            </a:fld>
            <a:endParaRPr lang="en-US" altLang="en-US"/>
          </a:p>
        </p:txBody>
      </p:sp>
    </p:spTree>
    <p:extLst>
      <p:ext uri="{BB962C8B-B14F-4D97-AF65-F5344CB8AC3E}">
        <p14:creationId xmlns:p14="http://schemas.microsoft.com/office/powerpoint/2010/main" val="39648829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7A889B54-A3A8-D6DA-77FE-85B91C71B20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3DD3A9B-7807-5659-AAAD-410630C0CC1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1E87AB7-20F9-2D7A-D3D0-306DB0C81557}"/>
              </a:ext>
            </a:extLst>
          </p:cNvPr>
          <p:cNvSpPr>
            <a:spLocks noGrp="1" noChangeArrowheads="1"/>
          </p:cNvSpPr>
          <p:nvPr>
            <p:ph type="sldNum" sz="quarter" idx="12"/>
          </p:nvPr>
        </p:nvSpPr>
        <p:spPr>
          <a:ln/>
        </p:spPr>
        <p:txBody>
          <a:bodyPr/>
          <a:lstStyle>
            <a:lvl1pPr>
              <a:defRPr/>
            </a:lvl1pPr>
          </a:lstStyle>
          <a:p>
            <a:fld id="{912E705D-7D99-4031-ABAA-0CB2E894D202}" type="slidenum">
              <a:rPr lang="en-US" altLang="en-US"/>
              <a:pPr/>
              <a:t>‹#›</a:t>
            </a:fld>
            <a:endParaRPr lang="en-US" altLang="en-US"/>
          </a:p>
        </p:txBody>
      </p:sp>
    </p:spTree>
    <p:extLst>
      <p:ext uri="{BB962C8B-B14F-4D97-AF65-F5344CB8AC3E}">
        <p14:creationId xmlns:p14="http://schemas.microsoft.com/office/powerpoint/2010/main" val="8400738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0AE3F109-53B1-82CC-12C8-0DFE31C0478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2E91FCB-9DF7-960B-B56A-6E595F0AC68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99DE4123-DB7E-AA8C-FD81-1B05FD633C81}"/>
              </a:ext>
            </a:extLst>
          </p:cNvPr>
          <p:cNvSpPr>
            <a:spLocks noGrp="1" noChangeArrowheads="1"/>
          </p:cNvSpPr>
          <p:nvPr>
            <p:ph type="sldNum" sz="quarter" idx="12"/>
          </p:nvPr>
        </p:nvSpPr>
        <p:spPr>
          <a:ln/>
        </p:spPr>
        <p:txBody>
          <a:bodyPr/>
          <a:lstStyle>
            <a:lvl1pPr>
              <a:defRPr/>
            </a:lvl1pPr>
          </a:lstStyle>
          <a:p>
            <a:fld id="{1B3013C5-850F-4C80-9BB1-DC424BFD6075}" type="slidenum">
              <a:rPr lang="en-US" altLang="en-US"/>
              <a:pPr/>
              <a:t>‹#›</a:t>
            </a:fld>
            <a:endParaRPr lang="en-US" altLang="en-US"/>
          </a:p>
        </p:txBody>
      </p:sp>
    </p:spTree>
    <p:extLst>
      <p:ext uri="{BB962C8B-B14F-4D97-AF65-F5344CB8AC3E}">
        <p14:creationId xmlns:p14="http://schemas.microsoft.com/office/powerpoint/2010/main" val="8814096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a16="http://schemas.microsoft.com/office/drawing/2014/main" id="{BCDC376E-CC4F-3418-0EE3-B197130032D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73553D93-AF6F-C844-6A01-2E821249AB6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F0859739-B4ED-2968-4DF0-BC03A55165AB}"/>
              </a:ext>
            </a:extLst>
          </p:cNvPr>
          <p:cNvSpPr>
            <a:spLocks noGrp="1" noChangeArrowheads="1"/>
          </p:cNvSpPr>
          <p:nvPr>
            <p:ph type="sldNum" sz="quarter" idx="12"/>
          </p:nvPr>
        </p:nvSpPr>
        <p:spPr>
          <a:ln/>
        </p:spPr>
        <p:txBody>
          <a:bodyPr/>
          <a:lstStyle>
            <a:lvl1pPr>
              <a:defRPr/>
            </a:lvl1pPr>
          </a:lstStyle>
          <a:p>
            <a:fld id="{0E72B7E7-3D31-43F1-B4B2-95988EFEE454}" type="slidenum">
              <a:rPr lang="en-US" altLang="en-US"/>
              <a:pPr/>
              <a:t>‹#›</a:t>
            </a:fld>
            <a:endParaRPr lang="en-US" altLang="en-US"/>
          </a:p>
        </p:txBody>
      </p:sp>
    </p:spTree>
    <p:extLst>
      <p:ext uri="{BB962C8B-B14F-4D97-AF65-F5344CB8AC3E}">
        <p14:creationId xmlns:p14="http://schemas.microsoft.com/office/powerpoint/2010/main" val="260945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a16="http://schemas.microsoft.com/office/drawing/2014/main" id="{AC6DF335-EC4A-7DC1-9DB2-EF057EF161B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5B5EA576-31DC-E18B-811E-6979D292053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D3C6D35D-CF00-DC21-6EF4-CE715E9BE0D8}"/>
              </a:ext>
            </a:extLst>
          </p:cNvPr>
          <p:cNvSpPr>
            <a:spLocks noGrp="1" noChangeArrowheads="1"/>
          </p:cNvSpPr>
          <p:nvPr>
            <p:ph type="sldNum" sz="quarter" idx="12"/>
          </p:nvPr>
        </p:nvSpPr>
        <p:spPr>
          <a:ln/>
        </p:spPr>
        <p:txBody>
          <a:bodyPr/>
          <a:lstStyle>
            <a:lvl1pPr>
              <a:defRPr/>
            </a:lvl1pPr>
          </a:lstStyle>
          <a:p>
            <a:fld id="{505E2089-A44A-4139-9E9F-9E40048D8468}" type="slidenum">
              <a:rPr lang="en-US" altLang="en-US"/>
              <a:pPr/>
              <a:t>‹#›</a:t>
            </a:fld>
            <a:endParaRPr lang="en-US" altLang="en-US"/>
          </a:p>
        </p:txBody>
      </p:sp>
    </p:spTree>
    <p:extLst>
      <p:ext uri="{BB962C8B-B14F-4D97-AF65-F5344CB8AC3E}">
        <p14:creationId xmlns:p14="http://schemas.microsoft.com/office/powerpoint/2010/main" val="20304385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C7F85C9-8611-E081-B4FC-B1705F15951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B932D314-8484-78A7-55B6-BE8439B1F090}"/>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843E8B7F-0FDE-C4FF-FDF5-0A5CF012A6D8}"/>
              </a:ext>
            </a:extLst>
          </p:cNvPr>
          <p:cNvSpPr>
            <a:spLocks noGrp="1" noChangeArrowheads="1"/>
          </p:cNvSpPr>
          <p:nvPr>
            <p:ph type="sldNum" sz="quarter" idx="12"/>
          </p:nvPr>
        </p:nvSpPr>
        <p:spPr>
          <a:ln/>
        </p:spPr>
        <p:txBody>
          <a:bodyPr/>
          <a:lstStyle>
            <a:lvl1pPr>
              <a:defRPr/>
            </a:lvl1pPr>
          </a:lstStyle>
          <a:p>
            <a:fld id="{E5A2C74C-16B7-4362-8D24-636E16368A9B}" type="slidenum">
              <a:rPr lang="en-US" altLang="en-US"/>
              <a:pPr/>
              <a:t>‹#›</a:t>
            </a:fld>
            <a:endParaRPr lang="en-US" altLang="en-US"/>
          </a:p>
        </p:txBody>
      </p:sp>
    </p:spTree>
    <p:extLst>
      <p:ext uri="{BB962C8B-B14F-4D97-AF65-F5344CB8AC3E}">
        <p14:creationId xmlns:p14="http://schemas.microsoft.com/office/powerpoint/2010/main" val="1391893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B5A218E8-6357-BC94-3AB8-B7D3EE82C31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B026A2C9-BD05-ED21-81FA-04E931CF626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9F9A22D0-FD03-9934-21DF-9E280713EF2F}"/>
              </a:ext>
            </a:extLst>
          </p:cNvPr>
          <p:cNvSpPr>
            <a:spLocks noGrp="1" noChangeArrowheads="1"/>
          </p:cNvSpPr>
          <p:nvPr>
            <p:ph type="sldNum" sz="quarter" idx="12"/>
          </p:nvPr>
        </p:nvSpPr>
        <p:spPr>
          <a:ln/>
        </p:spPr>
        <p:txBody>
          <a:bodyPr/>
          <a:lstStyle>
            <a:lvl1pPr>
              <a:defRPr/>
            </a:lvl1pPr>
          </a:lstStyle>
          <a:p>
            <a:fld id="{4C35671A-B52A-440C-ABB9-A87562D6D343}" type="slidenum">
              <a:rPr lang="en-US" altLang="en-US"/>
              <a:pPr/>
              <a:t>‹#›</a:t>
            </a:fld>
            <a:endParaRPr lang="en-US" altLang="en-US"/>
          </a:p>
        </p:txBody>
      </p:sp>
    </p:spTree>
    <p:extLst>
      <p:ext uri="{BB962C8B-B14F-4D97-AF65-F5344CB8AC3E}">
        <p14:creationId xmlns:p14="http://schemas.microsoft.com/office/powerpoint/2010/main" val="16872216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976F35E6-EA6C-BA5F-18D3-D0BF09FECA3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6D3E706D-B192-4242-4EA9-5A8FE1B491E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C789F66-9A6E-8BDF-114B-5403DCB82607}"/>
              </a:ext>
            </a:extLst>
          </p:cNvPr>
          <p:cNvSpPr>
            <a:spLocks noGrp="1" noChangeArrowheads="1"/>
          </p:cNvSpPr>
          <p:nvPr>
            <p:ph type="sldNum" sz="quarter" idx="12"/>
          </p:nvPr>
        </p:nvSpPr>
        <p:spPr>
          <a:ln/>
        </p:spPr>
        <p:txBody>
          <a:bodyPr/>
          <a:lstStyle>
            <a:lvl1pPr>
              <a:defRPr/>
            </a:lvl1pPr>
          </a:lstStyle>
          <a:p>
            <a:fld id="{4FA60B5E-F610-4225-A6F4-6847E0171C99}" type="slidenum">
              <a:rPr lang="en-US" altLang="en-US"/>
              <a:pPr/>
              <a:t>‹#›</a:t>
            </a:fld>
            <a:endParaRPr lang="en-US" altLang="en-US"/>
          </a:p>
        </p:txBody>
      </p:sp>
    </p:spTree>
    <p:extLst>
      <p:ext uri="{BB962C8B-B14F-4D97-AF65-F5344CB8AC3E}">
        <p14:creationId xmlns:p14="http://schemas.microsoft.com/office/powerpoint/2010/main" val="981551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CD768D33-E122-83E9-A195-C1E3C62C504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1B03589-6941-57E4-FB04-9E72E5F8DF0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07A1C6E-59E8-F6FF-A99E-377ADDD2B386}"/>
              </a:ext>
            </a:extLst>
          </p:cNvPr>
          <p:cNvSpPr>
            <a:spLocks noGrp="1" noChangeArrowheads="1"/>
          </p:cNvSpPr>
          <p:nvPr>
            <p:ph type="sldNum" sz="quarter" idx="12"/>
          </p:nvPr>
        </p:nvSpPr>
        <p:spPr>
          <a:ln/>
        </p:spPr>
        <p:txBody>
          <a:bodyPr/>
          <a:lstStyle>
            <a:lvl1pPr>
              <a:defRPr/>
            </a:lvl1pPr>
          </a:lstStyle>
          <a:p>
            <a:fld id="{C2937EB3-96F1-4A71-A8C4-781598304D3C}" type="slidenum">
              <a:rPr lang="en-US" altLang="en-US"/>
              <a:pPr/>
              <a:t>‹#›</a:t>
            </a:fld>
            <a:endParaRPr lang="en-US" altLang="en-US"/>
          </a:p>
        </p:txBody>
      </p:sp>
    </p:spTree>
    <p:extLst>
      <p:ext uri="{BB962C8B-B14F-4D97-AF65-F5344CB8AC3E}">
        <p14:creationId xmlns:p14="http://schemas.microsoft.com/office/powerpoint/2010/main" val="24736795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AFA803A4-7236-ADB3-8C8D-85F40AD806F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FF2DC2FA-FB83-0DD7-565C-7F88AB48996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B57D1D1-ED5C-F096-7156-9AC0E7A3A541}"/>
              </a:ext>
            </a:extLst>
          </p:cNvPr>
          <p:cNvSpPr>
            <a:spLocks noGrp="1" noChangeArrowheads="1"/>
          </p:cNvSpPr>
          <p:nvPr>
            <p:ph type="sldNum" sz="quarter" idx="12"/>
          </p:nvPr>
        </p:nvSpPr>
        <p:spPr>
          <a:ln/>
        </p:spPr>
        <p:txBody>
          <a:bodyPr/>
          <a:lstStyle>
            <a:lvl1pPr>
              <a:defRPr/>
            </a:lvl1pPr>
          </a:lstStyle>
          <a:p>
            <a:fld id="{31B60CAF-8024-4D3C-92FD-55AD03944CE9}" type="slidenum">
              <a:rPr lang="en-US" altLang="en-US"/>
              <a:pPr/>
              <a:t>‹#›</a:t>
            </a:fld>
            <a:endParaRPr lang="en-US" altLang="en-US"/>
          </a:p>
        </p:txBody>
      </p:sp>
    </p:spTree>
    <p:extLst>
      <p:ext uri="{BB962C8B-B14F-4D97-AF65-F5344CB8AC3E}">
        <p14:creationId xmlns:p14="http://schemas.microsoft.com/office/powerpoint/2010/main" val="172244327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14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76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62400"/>
            <a:ext cx="3810000" cy="2133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Rectangle 4">
            <a:extLst>
              <a:ext uri="{FF2B5EF4-FFF2-40B4-BE49-F238E27FC236}">
                <a16:creationId xmlns:a16="http://schemas.microsoft.com/office/drawing/2014/main" id="{10624D83-519C-9068-092B-C5F1127CEF7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2FED8812-9788-066F-FDA9-6E02EDF78BE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8353EFC2-9D1B-67BA-B2F6-27E199AF6AAB}"/>
              </a:ext>
            </a:extLst>
          </p:cNvPr>
          <p:cNvSpPr>
            <a:spLocks noGrp="1" noChangeArrowheads="1"/>
          </p:cNvSpPr>
          <p:nvPr>
            <p:ph type="sldNum" sz="quarter" idx="12"/>
          </p:nvPr>
        </p:nvSpPr>
        <p:spPr>
          <a:ln/>
        </p:spPr>
        <p:txBody>
          <a:bodyPr/>
          <a:lstStyle>
            <a:lvl1pPr>
              <a:defRPr/>
            </a:lvl1pPr>
          </a:lstStyle>
          <a:p>
            <a:fld id="{7B5D79BF-2CD2-4304-9470-D011598DD89C}" type="slidenum">
              <a:rPr lang="en-US" altLang="en-US"/>
              <a:pPr/>
              <a:t>‹#›</a:t>
            </a:fld>
            <a:endParaRPr lang="en-US" altLang="en-US"/>
          </a:p>
        </p:txBody>
      </p:sp>
    </p:spTree>
    <p:extLst>
      <p:ext uri="{BB962C8B-B14F-4D97-AF65-F5344CB8AC3E}">
        <p14:creationId xmlns:p14="http://schemas.microsoft.com/office/powerpoint/2010/main" val="1166997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914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858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76400"/>
            <a:ext cx="3810000" cy="4419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8BF962CC-6F17-7919-48C4-C3061448619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0A6542F4-D2D4-07E7-F0AE-B22B641F2A5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CB0D3134-0B51-DD2E-0ABE-55530BA80194}"/>
              </a:ext>
            </a:extLst>
          </p:cNvPr>
          <p:cNvSpPr>
            <a:spLocks noGrp="1" noChangeArrowheads="1"/>
          </p:cNvSpPr>
          <p:nvPr>
            <p:ph type="sldNum" sz="quarter" idx="12"/>
          </p:nvPr>
        </p:nvSpPr>
        <p:spPr>
          <a:ln/>
        </p:spPr>
        <p:txBody>
          <a:bodyPr/>
          <a:lstStyle>
            <a:lvl1pPr>
              <a:defRPr/>
            </a:lvl1pPr>
          </a:lstStyle>
          <a:p>
            <a:fld id="{5D5EF2CF-B65B-4779-BD8A-1384AD6DACBB}" type="slidenum">
              <a:rPr lang="en-US" altLang="en-US"/>
              <a:pPr/>
              <a:t>‹#›</a:t>
            </a:fld>
            <a:endParaRPr lang="en-US" altLang="en-US"/>
          </a:p>
        </p:txBody>
      </p:sp>
    </p:spTree>
    <p:extLst>
      <p:ext uri="{BB962C8B-B14F-4D97-AF65-F5344CB8AC3E}">
        <p14:creationId xmlns:p14="http://schemas.microsoft.com/office/powerpoint/2010/main" val="31722656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3E6D86E6-FE60-206C-BD3F-8A88CC32EB77}"/>
              </a:ext>
            </a:extLst>
          </p:cNvPr>
          <p:cNvSpPr>
            <a:spLocks noGrp="1"/>
          </p:cNvSpPr>
          <p:nvPr>
            <p:ph type="dt" sz="half" idx="10"/>
          </p:nvPr>
        </p:nvSpPr>
        <p:spPr/>
        <p:txBody>
          <a:bodyPr/>
          <a:lstStyle>
            <a:lvl1pPr>
              <a:defRPr/>
            </a:lvl1pPr>
          </a:lstStyle>
          <a:p>
            <a:pPr>
              <a:defRPr/>
            </a:pPr>
            <a:fld id="{7A1D618D-E9FA-4B74-8CBB-3427C5489221}" type="datetimeFigureOut">
              <a:rPr lang="en-US"/>
              <a:pPr>
                <a:defRPr/>
              </a:pPr>
              <a:t>1/22/2025</a:t>
            </a:fld>
            <a:endParaRPr lang="en-US"/>
          </a:p>
        </p:txBody>
      </p:sp>
      <p:sp>
        <p:nvSpPr>
          <p:cNvPr id="5" name="Footer Placeholder 4">
            <a:extLst>
              <a:ext uri="{FF2B5EF4-FFF2-40B4-BE49-F238E27FC236}">
                <a16:creationId xmlns:a16="http://schemas.microsoft.com/office/drawing/2014/main" id="{03DC7F8A-8E37-2E6E-2E07-F4ED9D670D7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FA00C26-5597-31B0-5255-54E3511EA51E}"/>
              </a:ext>
            </a:extLst>
          </p:cNvPr>
          <p:cNvSpPr>
            <a:spLocks noGrp="1"/>
          </p:cNvSpPr>
          <p:nvPr>
            <p:ph type="sldNum" sz="quarter" idx="12"/>
          </p:nvPr>
        </p:nvSpPr>
        <p:spPr/>
        <p:txBody>
          <a:bodyPr/>
          <a:lstStyle>
            <a:lvl1pPr>
              <a:defRPr/>
            </a:lvl1pPr>
          </a:lstStyle>
          <a:p>
            <a:fld id="{5A0BDA06-107B-41E6-A4EF-C15983AE8F51}" type="slidenum">
              <a:rPr lang="en-US" altLang="en-US"/>
              <a:pPr/>
              <a:t>‹#›</a:t>
            </a:fld>
            <a:endParaRPr lang="en-US" altLang="en-US"/>
          </a:p>
        </p:txBody>
      </p:sp>
    </p:spTree>
    <p:extLst>
      <p:ext uri="{BB962C8B-B14F-4D97-AF65-F5344CB8AC3E}">
        <p14:creationId xmlns:p14="http://schemas.microsoft.com/office/powerpoint/2010/main" val="33744998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766BC8-67DD-60B6-E63B-24A450271249}"/>
              </a:ext>
            </a:extLst>
          </p:cNvPr>
          <p:cNvSpPr>
            <a:spLocks noGrp="1"/>
          </p:cNvSpPr>
          <p:nvPr>
            <p:ph type="dt" sz="half" idx="10"/>
          </p:nvPr>
        </p:nvSpPr>
        <p:spPr/>
        <p:txBody>
          <a:bodyPr/>
          <a:lstStyle>
            <a:lvl1pPr>
              <a:defRPr/>
            </a:lvl1pPr>
          </a:lstStyle>
          <a:p>
            <a:pPr>
              <a:defRPr/>
            </a:pPr>
            <a:fld id="{C6D1572A-E017-44DD-A2E1-7BC3204933F3}" type="datetimeFigureOut">
              <a:rPr lang="en-US"/>
              <a:pPr>
                <a:defRPr/>
              </a:pPr>
              <a:t>1/22/2025</a:t>
            </a:fld>
            <a:endParaRPr lang="en-US"/>
          </a:p>
        </p:txBody>
      </p:sp>
      <p:sp>
        <p:nvSpPr>
          <p:cNvPr id="5" name="Footer Placeholder 4">
            <a:extLst>
              <a:ext uri="{FF2B5EF4-FFF2-40B4-BE49-F238E27FC236}">
                <a16:creationId xmlns:a16="http://schemas.microsoft.com/office/drawing/2014/main" id="{7382B66D-0587-8F37-F6B3-333DFEF9A7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D3C5F9-8C2B-B21A-3B30-07031E04AF0A}"/>
              </a:ext>
            </a:extLst>
          </p:cNvPr>
          <p:cNvSpPr>
            <a:spLocks noGrp="1"/>
          </p:cNvSpPr>
          <p:nvPr>
            <p:ph type="sldNum" sz="quarter" idx="12"/>
          </p:nvPr>
        </p:nvSpPr>
        <p:spPr/>
        <p:txBody>
          <a:bodyPr/>
          <a:lstStyle>
            <a:lvl1pPr>
              <a:defRPr/>
            </a:lvl1pPr>
          </a:lstStyle>
          <a:p>
            <a:fld id="{11B1F1DF-AC06-49B7-8B25-D218D72482EE}" type="slidenum">
              <a:rPr lang="en-US" altLang="en-US"/>
              <a:pPr/>
              <a:t>‹#›</a:t>
            </a:fld>
            <a:endParaRPr lang="en-US" altLang="en-US"/>
          </a:p>
        </p:txBody>
      </p:sp>
    </p:spTree>
    <p:extLst>
      <p:ext uri="{BB962C8B-B14F-4D97-AF65-F5344CB8AC3E}">
        <p14:creationId xmlns:p14="http://schemas.microsoft.com/office/powerpoint/2010/main" val="18003841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779348-71E8-0CA6-9999-C39A28B6D23A}"/>
              </a:ext>
            </a:extLst>
          </p:cNvPr>
          <p:cNvSpPr>
            <a:spLocks noGrp="1"/>
          </p:cNvSpPr>
          <p:nvPr>
            <p:ph type="dt" sz="half" idx="10"/>
          </p:nvPr>
        </p:nvSpPr>
        <p:spPr/>
        <p:txBody>
          <a:bodyPr/>
          <a:lstStyle>
            <a:lvl1pPr>
              <a:defRPr/>
            </a:lvl1pPr>
          </a:lstStyle>
          <a:p>
            <a:pPr>
              <a:defRPr/>
            </a:pPr>
            <a:fld id="{13CC5A8B-2A6B-4B8C-8883-40D2F1A64B54}" type="datetimeFigureOut">
              <a:rPr lang="en-US"/>
              <a:pPr>
                <a:defRPr/>
              </a:pPr>
              <a:t>1/22/2025</a:t>
            </a:fld>
            <a:endParaRPr lang="en-US"/>
          </a:p>
        </p:txBody>
      </p:sp>
      <p:sp>
        <p:nvSpPr>
          <p:cNvPr id="5" name="Footer Placeholder 4">
            <a:extLst>
              <a:ext uri="{FF2B5EF4-FFF2-40B4-BE49-F238E27FC236}">
                <a16:creationId xmlns:a16="http://schemas.microsoft.com/office/drawing/2014/main" id="{2E6613FB-BF0E-EC3A-F34B-12AAF3DD17F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6F8059A-BFB5-7CCA-6D94-BE6EAD188136}"/>
              </a:ext>
            </a:extLst>
          </p:cNvPr>
          <p:cNvSpPr>
            <a:spLocks noGrp="1"/>
          </p:cNvSpPr>
          <p:nvPr>
            <p:ph type="sldNum" sz="quarter" idx="12"/>
          </p:nvPr>
        </p:nvSpPr>
        <p:spPr/>
        <p:txBody>
          <a:bodyPr/>
          <a:lstStyle>
            <a:lvl1pPr>
              <a:defRPr/>
            </a:lvl1pPr>
          </a:lstStyle>
          <a:p>
            <a:fld id="{78F51ED4-F170-47AF-A729-E85DB94D9DBF}" type="slidenum">
              <a:rPr lang="en-US" altLang="en-US"/>
              <a:pPr/>
              <a:t>‹#›</a:t>
            </a:fld>
            <a:endParaRPr lang="en-US" altLang="en-US"/>
          </a:p>
        </p:txBody>
      </p:sp>
    </p:spTree>
    <p:extLst>
      <p:ext uri="{BB962C8B-B14F-4D97-AF65-F5344CB8AC3E}">
        <p14:creationId xmlns:p14="http://schemas.microsoft.com/office/powerpoint/2010/main" val="1774622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371C614-B3D3-D443-A984-5D128AE27608}"/>
              </a:ext>
            </a:extLst>
          </p:cNvPr>
          <p:cNvSpPr>
            <a:spLocks noGrp="1"/>
          </p:cNvSpPr>
          <p:nvPr>
            <p:ph type="dt" sz="half" idx="10"/>
          </p:nvPr>
        </p:nvSpPr>
        <p:spPr/>
        <p:txBody>
          <a:bodyPr/>
          <a:lstStyle>
            <a:lvl1pPr>
              <a:defRPr/>
            </a:lvl1pPr>
          </a:lstStyle>
          <a:p>
            <a:pPr>
              <a:defRPr/>
            </a:pPr>
            <a:fld id="{0ADDA871-2D5C-47FE-A7F5-4D2E0272C0F8}" type="datetimeFigureOut">
              <a:rPr lang="en-US"/>
              <a:pPr>
                <a:defRPr/>
              </a:pPr>
              <a:t>1/22/2025</a:t>
            </a:fld>
            <a:endParaRPr lang="en-US"/>
          </a:p>
        </p:txBody>
      </p:sp>
      <p:sp>
        <p:nvSpPr>
          <p:cNvPr id="6" name="Footer Placeholder 4">
            <a:extLst>
              <a:ext uri="{FF2B5EF4-FFF2-40B4-BE49-F238E27FC236}">
                <a16:creationId xmlns:a16="http://schemas.microsoft.com/office/drawing/2014/main" id="{A9D43A52-03D7-D4A4-3A03-DFD73C3F6D9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BEE8B58-45DF-F7FE-A72B-60B022C524B0}"/>
              </a:ext>
            </a:extLst>
          </p:cNvPr>
          <p:cNvSpPr>
            <a:spLocks noGrp="1"/>
          </p:cNvSpPr>
          <p:nvPr>
            <p:ph type="sldNum" sz="quarter" idx="12"/>
          </p:nvPr>
        </p:nvSpPr>
        <p:spPr/>
        <p:txBody>
          <a:bodyPr/>
          <a:lstStyle>
            <a:lvl1pPr>
              <a:defRPr/>
            </a:lvl1pPr>
          </a:lstStyle>
          <a:p>
            <a:fld id="{DB42FF30-516C-4DDB-AF4B-E2A4D131F78D}" type="slidenum">
              <a:rPr lang="en-US" altLang="en-US"/>
              <a:pPr/>
              <a:t>‹#›</a:t>
            </a:fld>
            <a:endParaRPr lang="en-US" altLang="en-US"/>
          </a:p>
        </p:txBody>
      </p:sp>
    </p:spTree>
    <p:extLst>
      <p:ext uri="{BB962C8B-B14F-4D97-AF65-F5344CB8AC3E}">
        <p14:creationId xmlns:p14="http://schemas.microsoft.com/office/powerpoint/2010/main" val="23858535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CC8C904-58D1-64A1-A821-F47118396782}"/>
              </a:ext>
            </a:extLst>
          </p:cNvPr>
          <p:cNvSpPr>
            <a:spLocks noGrp="1"/>
          </p:cNvSpPr>
          <p:nvPr>
            <p:ph type="dt" sz="half" idx="10"/>
          </p:nvPr>
        </p:nvSpPr>
        <p:spPr/>
        <p:txBody>
          <a:bodyPr/>
          <a:lstStyle>
            <a:lvl1pPr>
              <a:defRPr/>
            </a:lvl1pPr>
          </a:lstStyle>
          <a:p>
            <a:pPr>
              <a:defRPr/>
            </a:pPr>
            <a:fld id="{2AA30A1E-2F16-4161-AEDF-1E44210DAD5F}" type="datetimeFigureOut">
              <a:rPr lang="en-US"/>
              <a:pPr>
                <a:defRPr/>
              </a:pPr>
              <a:t>1/22/2025</a:t>
            </a:fld>
            <a:endParaRPr lang="en-US"/>
          </a:p>
        </p:txBody>
      </p:sp>
      <p:sp>
        <p:nvSpPr>
          <p:cNvPr id="8" name="Footer Placeholder 4">
            <a:extLst>
              <a:ext uri="{FF2B5EF4-FFF2-40B4-BE49-F238E27FC236}">
                <a16:creationId xmlns:a16="http://schemas.microsoft.com/office/drawing/2014/main" id="{0AE61349-623D-5587-E725-10D05319328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CF803E2-523C-77F4-31D1-DBFEDEBE3858}"/>
              </a:ext>
            </a:extLst>
          </p:cNvPr>
          <p:cNvSpPr>
            <a:spLocks noGrp="1"/>
          </p:cNvSpPr>
          <p:nvPr>
            <p:ph type="sldNum" sz="quarter" idx="12"/>
          </p:nvPr>
        </p:nvSpPr>
        <p:spPr/>
        <p:txBody>
          <a:bodyPr/>
          <a:lstStyle>
            <a:lvl1pPr>
              <a:defRPr/>
            </a:lvl1pPr>
          </a:lstStyle>
          <a:p>
            <a:fld id="{F76E0823-AF97-43DA-B44B-1A276F09071C}" type="slidenum">
              <a:rPr lang="en-US" altLang="en-US"/>
              <a:pPr/>
              <a:t>‹#›</a:t>
            </a:fld>
            <a:endParaRPr lang="en-US" altLang="en-US"/>
          </a:p>
        </p:txBody>
      </p:sp>
    </p:spTree>
    <p:extLst>
      <p:ext uri="{BB962C8B-B14F-4D97-AF65-F5344CB8AC3E}">
        <p14:creationId xmlns:p14="http://schemas.microsoft.com/office/powerpoint/2010/main" val="30957255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6BDDFD48-2809-57D9-C146-FCC550D7A9F9}"/>
              </a:ext>
            </a:extLst>
          </p:cNvPr>
          <p:cNvSpPr>
            <a:spLocks noGrp="1"/>
          </p:cNvSpPr>
          <p:nvPr>
            <p:ph type="dt" sz="half" idx="10"/>
          </p:nvPr>
        </p:nvSpPr>
        <p:spPr/>
        <p:txBody>
          <a:bodyPr/>
          <a:lstStyle>
            <a:lvl1pPr>
              <a:defRPr/>
            </a:lvl1pPr>
          </a:lstStyle>
          <a:p>
            <a:pPr>
              <a:defRPr/>
            </a:pPr>
            <a:fld id="{A1F2550E-87F6-4D57-840B-52B2473B7B3A}" type="datetimeFigureOut">
              <a:rPr lang="en-US"/>
              <a:pPr>
                <a:defRPr/>
              </a:pPr>
              <a:t>1/22/2025</a:t>
            </a:fld>
            <a:endParaRPr lang="en-US"/>
          </a:p>
        </p:txBody>
      </p:sp>
      <p:sp>
        <p:nvSpPr>
          <p:cNvPr id="4" name="Footer Placeholder 4">
            <a:extLst>
              <a:ext uri="{FF2B5EF4-FFF2-40B4-BE49-F238E27FC236}">
                <a16:creationId xmlns:a16="http://schemas.microsoft.com/office/drawing/2014/main" id="{A676A6E2-3FA0-1227-2C45-0939B7F3B46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5EB338D-238E-273F-091C-D28C84DA479A}"/>
              </a:ext>
            </a:extLst>
          </p:cNvPr>
          <p:cNvSpPr>
            <a:spLocks noGrp="1"/>
          </p:cNvSpPr>
          <p:nvPr>
            <p:ph type="sldNum" sz="quarter" idx="12"/>
          </p:nvPr>
        </p:nvSpPr>
        <p:spPr/>
        <p:txBody>
          <a:bodyPr/>
          <a:lstStyle>
            <a:lvl1pPr>
              <a:defRPr/>
            </a:lvl1pPr>
          </a:lstStyle>
          <a:p>
            <a:fld id="{CFA411D1-B000-480D-BCEE-C42BDDB2BA83}" type="slidenum">
              <a:rPr lang="en-US" altLang="en-US"/>
              <a:pPr/>
              <a:t>‹#›</a:t>
            </a:fld>
            <a:endParaRPr lang="en-US" altLang="en-US"/>
          </a:p>
        </p:txBody>
      </p:sp>
    </p:spTree>
    <p:extLst>
      <p:ext uri="{BB962C8B-B14F-4D97-AF65-F5344CB8AC3E}">
        <p14:creationId xmlns:p14="http://schemas.microsoft.com/office/powerpoint/2010/main" val="36073713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A019EF1-2859-5270-AA65-B5D8F9E34417}"/>
              </a:ext>
            </a:extLst>
          </p:cNvPr>
          <p:cNvSpPr>
            <a:spLocks noGrp="1"/>
          </p:cNvSpPr>
          <p:nvPr>
            <p:ph type="dt" sz="half" idx="10"/>
          </p:nvPr>
        </p:nvSpPr>
        <p:spPr/>
        <p:txBody>
          <a:bodyPr/>
          <a:lstStyle>
            <a:lvl1pPr>
              <a:defRPr/>
            </a:lvl1pPr>
          </a:lstStyle>
          <a:p>
            <a:pPr>
              <a:defRPr/>
            </a:pPr>
            <a:fld id="{7DFCD789-FCA6-4D69-8F4B-14F515DB6E51}" type="datetimeFigureOut">
              <a:rPr lang="en-US"/>
              <a:pPr>
                <a:defRPr/>
              </a:pPr>
              <a:t>1/22/2025</a:t>
            </a:fld>
            <a:endParaRPr lang="en-US"/>
          </a:p>
        </p:txBody>
      </p:sp>
      <p:sp>
        <p:nvSpPr>
          <p:cNvPr id="3" name="Footer Placeholder 4">
            <a:extLst>
              <a:ext uri="{FF2B5EF4-FFF2-40B4-BE49-F238E27FC236}">
                <a16:creationId xmlns:a16="http://schemas.microsoft.com/office/drawing/2014/main" id="{900B38BE-581E-3BC8-E4CB-BF029F1FC89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EAFAD95-FC92-AA57-3C20-B25B6C9021F6}"/>
              </a:ext>
            </a:extLst>
          </p:cNvPr>
          <p:cNvSpPr>
            <a:spLocks noGrp="1"/>
          </p:cNvSpPr>
          <p:nvPr>
            <p:ph type="sldNum" sz="quarter" idx="12"/>
          </p:nvPr>
        </p:nvSpPr>
        <p:spPr/>
        <p:txBody>
          <a:bodyPr/>
          <a:lstStyle>
            <a:lvl1pPr>
              <a:defRPr/>
            </a:lvl1pPr>
          </a:lstStyle>
          <a:p>
            <a:fld id="{1F998E7A-4954-4E3D-9707-E04280446A9C}" type="slidenum">
              <a:rPr lang="en-US" altLang="en-US"/>
              <a:pPr/>
              <a:t>‹#›</a:t>
            </a:fld>
            <a:endParaRPr lang="en-US" altLang="en-US"/>
          </a:p>
        </p:txBody>
      </p:sp>
    </p:spTree>
    <p:extLst>
      <p:ext uri="{BB962C8B-B14F-4D97-AF65-F5344CB8AC3E}">
        <p14:creationId xmlns:p14="http://schemas.microsoft.com/office/powerpoint/2010/main" val="16071182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CAB7A213-9637-DC1B-D2B8-3B6A71AEB758}"/>
              </a:ext>
            </a:extLst>
          </p:cNvPr>
          <p:cNvSpPr>
            <a:spLocks noGrp="1"/>
          </p:cNvSpPr>
          <p:nvPr>
            <p:ph type="dt" sz="half" idx="10"/>
          </p:nvPr>
        </p:nvSpPr>
        <p:spPr/>
        <p:txBody>
          <a:bodyPr/>
          <a:lstStyle>
            <a:lvl1pPr>
              <a:defRPr/>
            </a:lvl1pPr>
          </a:lstStyle>
          <a:p>
            <a:pPr>
              <a:defRPr/>
            </a:pPr>
            <a:fld id="{9C61F5A5-0C68-4F73-AF7A-025CFD74818A}" type="datetimeFigureOut">
              <a:rPr lang="en-US"/>
              <a:pPr>
                <a:defRPr/>
              </a:pPr>
              <a:t>1/22/2025</a:t>
            </a:fld>
            <a:endParaRPr lang="en-US"/>
          </a:p>
        </p:txBody>
      </p:sp>
      <p:sp>
        <p:nvSpPr>
          <p:cNvPr id="6" name="Footer Placeholder 4">
            <a:extLst>
              <a:ext uri="{FF2B5EF4-FFF2-40B4-BE49-F238E27FC236}">
                <a16:creationId xmlns:a16="http://schemas.microsoft.com/office/drawing/2014/main" id="{E4B01681-0E6F-6BF1-8A77-2D134C12C29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19E0C79-C4AA-1F09-9CD1-C6869E36F7CC}"/>
              </a:ext>
            </a:extLst>
          </p:cNvPr>
          <p:cNvSpPr>
            <a:spLocks noGrp="1"/>
          </p:cNvSpPr>
          <p:nvPr>
            <p:ph type="sldNum" sz="quarter" idx="12"/>
          </p:nvPr>
        </p:nvSpPr>
        <p:spPr/>
        <p:txBody>
          <a:bodyPr/>
          <a:lstStyle>
            <a:lvl1pPr>
              <a:defRPr/>
            </a:lvl1pPr>
          </a:lstStyle>
          <a:p>
            <a:fld id="{0EB2DD9B-A44A-4D0B-BDAB-8FEC878D83F1}" type="slidenum">
              <a:rPr lang="en-US" altLang="en-US"/>
              <a:pPr/>
              <a:t>‹#›</a:t>
            </a:fld>
            <a:endParaRPr lang="en-US" altLang="en-US"/>
          </a:p>
        </p:txBody>
      </p:sp>
    </p:spTree>
    <p:extLst>
      <p:ext uri="{BB962C8B-B14F-4D97-AF65-F5344CB8AC3E}">
        <p14:creationId xmlns:p14="http://schemas.microsoft.com/office/powerpoint/2010/main" val="1639702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20351712-D216-FF1D-56F5-0DF6E418B827}"/>
              </a:ext>
            </a:extLst>
          </p:cNvPr>
          <p:cNvSpPr>
            <a:spLocks noGrp="1"/>
          </p:cNvSpPr>
          <p:nvPr>
            <p:ph type="dt" sz="half" idx="10"/>
          </p:nvPr>
        </p:nvSpPr>
        <p:spPr/>
        <p:txBody>
          <a:bodyPr/>
          <a:lstStyle>
            <a:lvl1pPr>
              <a:defRPr/>
            </a:lvl1pPr>
          </a:lstStyle>
          <a:p>
            <a:pPr>
              <a:defRPr/>
            </a:pPr>
            <a:fld id="{C14D75B1-D359-4541-8D58-B79D55B1292D}" type="datetimeFigureOut">
              <a:rPr lang="en-US"/>
              <a:pPr>
                <a:defRPr/>
              </a:pPr>
              <a:t>1/22/2025</a:t>
            </a:fld>
            <a:endParaRPr lang="en-US"/>
          </a:p>
        </p:txBody>
      </p:sp>
      <p:sp>
        <p:nvSpPr>
          <p:cNvPr id="6" name="Footer Placeholder 4">
            <a:extLst>
              <a:ext uri="{FF2B5EF4-FFF2-40B4-BE49-F238E27FC236}">
                <a16:creationId xmlns:a16="http://schemas.microsoft.com/office/drawing/2014/main" id="{690681CC-0FA8-EEEE-F9FB-F5F2A8F0259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B02FD38-2BDC-7B4D-227D-46DA7487CBF6}"/>
              </a:ext>
            </a:extLst>
          </p:cNvPr>
          <p:cNvSpPr>
            <a:spLocks noGrp="1"/>
          </p:cNvSpPr>
          <p:nvPr>
            <p:ph type="sldNum" sz="quarter" idx="12"/>
          </p:nvPr>
        </p:nvSpPr>
        <p:spPr/>
        <p:txBody>
          <a:bodyPr/>
          <a:lstStyle>
            <a:lvl1pPr>
              <a:defRPr/>
            </a:lvl1pPr>
          </a:lstStyle>
          <a:p>
            <a:fld id="{5F449D8C-D545-42E9-9F53-E53D9B99E2BF}" type="slidenum">
              <a:rPr lang="en-US" altLang="en-US"/>
              <a:pPr/>
              <a:t>‹#›</a:t>
            </a:fld>
            <a:endParaRPr lang="en-US" altLang="en-US"/>
          </a:p>
        </p:txBody>
      </p:sp>
    </p:spTree>
    <p:extLst>
      <p:ext uri="{BB962C8B-B14F-4D97-AF65-F5344CB8AC3E}">
        <p14:creationId xmlns:p14="http://schemas.microsoft.com/office/powerpoint/2010/main" val="13710148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2EAD3D-B797-E0C9-495B-26DA1EC9DFB4}"/>
              </a:ext>
            </a:extLst>
          </p:cNvPr>
          <p:cNvSpPr>
            <a:spLocks noGrp="1"/>
          </p:cNvSpPr>
          <p:nvPr>
            <p:ph type="dt" sz="half" idx="10"/>
          </p:nvPr>
        </p:nvSpPr>
        <p:spPr/>
        <p:txBody>
          <a:bodyPr/>
          <a:lstStyle>
            <a:lvl1pPr>
              <a:defRPr/>
            </a:lvl1pPr>
          </a:lstStyle>
          <a:p>
            <a:pPr>
              <a:defRPr/>
            </a:pPr>
            <a:fld id="{B985F274-E53F-4B0A-979A-EA2A34763D75}" type="datetimeFigureOut">
              <a:rPr lang="en-US"/>
              <a:pPr>
                <a:defRPr/>
              </a:pPr>
              <a:t>1/22/2025</a:t>
            </a:fld>
            <a:endParaRPr lang="en-US"/>
          </a:p>
        </p:txBody>
      </p:sp>
      <p:sp>
        <p:nvSpPr>
          <p:cNvPr id="5" name="Footer Placeholder 4">
            <a:extLst>
              <a:ext uri="{FF2B5EF4-FFF2-40B4-BE49-F238E27FC236}">
                <a16:creationId xmlns:a16="http://schemas.microsoft.com/office/drawing/2014/main" id="{B2EC3DE1-6AC5-1E58-2CBC-D777EAB6B3C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8B8B0D9-21AA-69B5-A5B8-F51F6CD6A9EF}"/>
              </a:ext>
            </a:extLst>
          </p:cNvPr>
          <p:cNvSpPr>
            <a:spLocks noGrp="1"/>
          </p:cNvSpPr>
          <p:nvPr>
            <p:ph type="sldNum" sz="quarter" idx="12"/>
          </p:nvPr>
        </p:nvSpPr>
        <p:spPr/>
        <p:txBody>
          <a:bodyPr/>
          <a:lstStyle>
            <a:lvl1pPr>
              <a:defRPr/>
            </a:lvl1pPr>
          </a:lstStyle>
          <a:p>
            <a:fld id="{D7F23EAA-4394-4E7B-96EC-B9EA2B69B492}" type="slidenum">
              <a:rPr lang="en-US" altLang="en-US"/>
              <a:pPr/>
              <a:t>‹#›</a:t>
            </a:fld>
            <a:endParaRPr lang="en-US" altLang="en-US"/>
          </a:p>
        </p:txBody>
      </p:sp>
    </p:spTree>
    <p:extLst>
      <p:ext uri="{BB962C8B-B14F-4D97-AF65-F5344CB8AC3E}">
        <p14:creationId xmlns:p14="http://schemas.microsoft.com/office/powerpoint/2010/main" val="35275745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48BA5A-353F-656F-DD8E-CBF5E43CD846}"/>
              </a:ext>
            </a:extLst>
          </p:cNvPr>
          <p:cNvSpPr>
            <a:spLocks noGrp="1"/>
          </p:cNvSpPr>
          <p:nvPr>
            <p:ph type="dt" sz="half" idx="10"/>
          </p:nvPr>
        </p:nvSpPr>
        <p:spPr/>
        <p:txBody>
          <a:bodyPr/>
          <a:lstStyle>
            <a:lvl1pPr>
              <a:defRPr/>
            </a:lvl1pPr>
          </a:lstStyle>
          <a:p>
            <a:pPr>
              <a:defRPr/>
            </a:pPr>
            <a:fld id="{A888414E-B99E-4671-91EA-02D3671D27A8}" type="datetimeFigureOut">
              <a:rPr lang="en-US"/>
              <a:pPr>
                <a:defRPr/>
              </a:pPr>
              <a:t>1/22/2025</a:t>
            </a:fld>
            <a:endParaRPr lang="en-US"/>
          </a:p>
        </p:txBody>
      </p:sp>
      <p:sp>
        <p:nvSpPr>
          <p:cNvPr id="5" name="Footer Placeholder 4">
            <a:extLst>
              <a:ext uri="{FF2B5EF4-FFF2-40B4-BE49-F238E27FC236}">
                <a16:creationId xmlns:a16="http://schemas.microsoft.com/office/drawing/2014/main" id="{7D566BE4-83AF-CACE-4D65-D60DEE20D4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0BDFEA-19BB-7EC7-AD44-01EA7A785684}"/>
              </a:ext>
            </a:extLst>
          </p:cNvPr>
          <p:cNvSpPr>
            <a:spLocks noGrp="1"/>
          </p:cNvSpPr>
          <p:nvPr>
            <p:ph type="sldNum" sz="quarter" idx="12"/>
          </p:nvPr>
        </p:nvSpPr>
        <p:spPr/>
        <p:txBody>
          <a:bodyPr/>
          <a:lstStyle>
            <a:lvl1pPr>
              <a:defRPr/>
            </a:lvl1pPr>
          </a:lstStyle>
          <a:p>
            <a:fld id="{A3BB8790-DDC0-4386-8EAE-95BDE1EABEC4}" type="slidenum">
              <a:rPr lang="en-US" altLang="en-US"/>
              <a:pPr/>
              <a:t>‹#›</a:t>
            </a:fld>
            <a:endParaRPr lang="en-US" altLang="en-US"/>
          </a:p>
        </p:txBody>
      </p:sp>
    </p:spTree>
    <p:extLst>
      <p:ext uri="{BB962C8B-B14F-4D97-AF65-F5344CB8AC3E}">
        <p14:creationId xmlns:p14="http://schemas.microsoft.com/office/powerpoint/2010/main" val="347989465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356195C-041D-E405-DAF7-E5F202777B27}"/>
              </a:ext>
            </a:extLst>
          </p:cNvPr>
          <p:cNvSpPr>
            <a:spLocks noGrp="1"/>
          </p:cNvSpPr>
          <p:nvPr>
            <p:ph type="dt" sz="half" idx="10"/>
          </p:nvPr>
        </p:nvSpPr>
        <p:spPr/>
        <p:txBody>
          <a:bodyPr/>
          <a:lstStyle>
            <a:lvl1pPr>
              <a:defRPr/>
            </a:lvl1pPr>
          </a:lstStyle>
          <a:p>
            <a:pPr>
              <a:defRPr/>
            </a:pPr>
            <a:fld id="{6B811C43-0D29-4AD4-8848-BCC30D3EEC90}" type="datetimeFigureOut">
              <a:rPr lang="en-US"/>
              <a:pPr>
                <a:defRPr/>
              </a:pPr>
              <a:t>1/22/2025</a:t>
            </a:fld>
            <a:endParaRPr lang="en-US"/>
          </a:p>
        </p:txBody>
      </p:sp>
      <p:sp>
        <p:nvSpPr>
          <p:cNvPr id="5" name="Footer Placeholder 4">
            <a:extLst>
              <a:ext uri="{FF2B5EF4-FFF2-40B4-BE49-F238E27FC236}">
                <a16:creationId xmlns:a16="http://schemas.microsoft.com/office/drawing/2014/main" id="{E327FBBB-68A7-E2D0-55D6-FE118CF9146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3260275-BBAC-30AA-9F8D-7FEB4C01EC79}"/>
              </a:ext>
            </a:extLst>
          </p:cNvPr>
          <p:cNvSpPr>
            <a:spLocks noGrp="1"/>
          </p:cNvSpPr>
          <p:nvPr>
            <p:ph type="sldNum" sz="quarter" idx="12"/>
          </p:nvPr>
        </p:nvSpPr>
        <p:spPr/>
        <p:txBody>
          <a:bodyPr/>
          <a:lstStyle>
            <a:lvl1pPr>
              <a:defRPr/>
            </a:lvl1pPr>
          </a:lstStyle>
          <a:p>
            <a:fld id="{547FD015-4107-458D-A065-43C4EF792C6E}" type="slidenum">
              <a:rPr lang="en-US" altLang="en-US"/>
              <a:pPr/>
              <a:t>‹#›</a:t>
            </a:fld>
            <a:endParaRPr lang="en-US" altLang="en-US"/>
          </a:p>
        </p:txBody>
      </p:sp>
    </p:spTree>
    <p:extLst>
      <p:ext uri="{BB962C8B-B14F-4D97-AF65-F5344CB8AC3E}">
        <p14:creationId xmlns:p14="http://schemas.microsoft.com/office/powerpoint/2010/main" val="26152436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00466A-A228-106B-2D7E-674BBD55038C}"/>
              </a:ext>
            </a:extLst>
          </p:cNvPr>
          <p:cNvSpPr>
            <a:spLocks noGrp="1"/>
          </p:cNvSpPr>
          <p:nvPr>
            <p:ph type="dt" sz="half" idx="10"/>
          </p:nvPr>
        </p:nvSpPr>
        <p:spPr/>
        <p:txBody>
          <a:bodyPr/>
          <a:lstStyle>
            <a:lvl1pPr>
              <a:defRPr/>
            </a:lvl1pPr>
          </a:lstStyle>
          <a:p>
            <a:pPr>
              <a:defRPr/>
            </a:pPr>
            <a:fld id="{C149D775-335B-4329-BD2D-6E2A4DE2A37B}" type="datetimeFigureOut">
              <a:rPr lang="en-US"/>
              <a:pPr>
                <a:defRPr/>
              </a:pPr>
              <a:t>1/22/2025</a:t>
            </a:fld>
            <a:endParaRPr lang="en-US"/>
          </a:p>
        </p:txBody>
      </p:sp>
      <p:sp>
        <p:nvSpPr>
          <p:cNvPr id="5" name="Footer Placeholder 4">
            <a:extLst>
              <a:ext uri="{FF2B5EF4-FFF2-40B4-BE49-F238E27FC236}">
                <a16:creationId xmlns:a16="http://schemas.microsoft.com/office/drawing/2014/main" id="{A27EF72B-EED6-77EE-D3A2-3764AC6A770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5002397-22E6-B9DF-AF74-03E76B44899B}"/>
              </a:ext>
            </a:extLst>
          </p:cNvPr>
          <p:cNvSpPr>
            <a:spLocks noGrp="1"/>
          </p:cNvSpPr>
          <p:nvPr>
            <p:ph type="sldNum" sz="quarter" idx="12"/>
          </p:nvPr>
        </p:nvSpPr>
        <p:spPr/>
        <p:txBody>
          <a:bodyPr/>
          <a:lstStyle>
            <a:lvl1pPr>
              <a:defRPr/>
            </a:lvl1pPr>
          </a:lstStyle>
          <a:p>
            <a:fld id="{6A754164-613A-450E-A300-19EE6E4810F5}" type="slidenum">
              <a:rPr lang="en-US" altLang="en-US"/>
              <a:pPr/>
              <a:t>‹#›</a:t>
            </a:fld>
            <a:endParaRPr lang="en-US" altLang="en-US"/>
          </a:p>
        </p:txBody>
      </p:sp>
    </p:spTree>
    <p:extLst>
      <p:ext uri="{BB962C8B-B14F-4D97-AF65-F5344CB8AC3E}">
        <p14:creationId xmlns:p14="http://schemas.microsoft.com/office/powerpoint/2010/main" val="86785288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1A60F6-6553-0BD5-750B-E9DFB215FCAC}"/>
              </a:ext>
            </a:extLst>
          </p:cNvPr>
          <p:cNvSpPr>
            <a:spLocks noGrp="1"/>
          </p:cNvSpPr>
          <p:nvPr>
            <p:ph type="dt" sz="half" idx="10"/>
          </p:nvPr>
        </p:nvSpPr>
        <p:spPr/>
        <p:txBody>
          <a:bodyPr/>
          <a:lstStyle>
            <a:lvl1pPr>
              <a:defRPr/>
            </a:lvl1pPr>
          </a:lstStyle>
          <a:p>
            <a:pPr>
              <a:defRPr/>
            </a:pPr>
            <a:fld id="{27584B80-AAA5-41C3-87BC-57D1F6530EF8}" type="datetimeFigureOut">
              <a:rPr lang="en-US"/>
              <a:pPr>
                <a:defRPr/>
              </a:pPr>
              <a:t>1/22/2025</a:t>
            </a:fld>
            <a:endParaRPr lang="en-US"/>
          </a:p>
        </p:txBody>
      </p:sp>
      <p:sp>
        <p:nvSpPr>
          <p:cNvPr id="5" name="Footer Placeholder 4">
            <a:extLst>
              <a:ext uri="{FF2B5EF4-FFF2-40B4-BE49-F238E27FC236}">
                <a16:creationId xmlns:a16="http://schemas.microsoft.com/office/drawing/2014/main" id="{119BFAFB-0ED2-39E5-A058-98097E6AD60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F23006B-DB73-BAA7-8CBD-BC94D758D7EA}"/>
              </a:ext>
            </a:extLst>
          </p:cNvPr>
          <p:cNvSpPr>
            <a:spLocks noGrp="1"/>
          </p:cNvSpPr>
          <p:nvPr>
            <p:ph type="sldNum" sz="quarter" idx="12"/>
          </p:nvPr>
        </p:nvSpPr>
        <p:spPr/>
        <p:txBody>
          <a:bodyPr/>
          <a:lstStyle>
            <a:lvl1pPr>
              <a:defRPr/>
            </a:lvl1pPr>
          </a:lstStyle>
          <a:p>
            <a:fld id="{8C8E604B-7287-4DD2-8999-E3A6AAC9E71A}" type="slidenum">
              <a:rPr lang="en-US" altLang="en-US"/>
              <a:pPr/>
              <a:t>‹#›</a:t>
            </a:fld>
            <a:endParaRPr lang="en-US" altLang="en-US"/>
          </a:p>
        </p:txBody>
      </p:sp>
    </p:spTree>
    <p:extLst>
      <p:ext uri="{BB962C8B-B14F-4D97-AF65-F5344CB8AC3E}">
        <p14:creationId xmlns:p14="http://schemas.microsoft.com/office/powerpoint/2010/main" val="36614697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D3F6A85-5CF5-5CBB-7DA3-0139EC660817}"/>
              </a:ext>
            </a:extLst>
          </p:cNvPr>
          <p:cNvSpPr>
            <a:spLocks noGrp="1"/>
          </p:cNvSpPr>
          <p:nvPr>
            <p:ph type="dt" sz="half" idx="10"/>
          </p:nvPr>
        </p:nvSpPr>
        <p:spPr/>
        <p:txBody>
          <a:bodyPr/>
          <a:lstStyle>
            <a:lvl1pPr>
              <a:defRPr/>
            </a:lvl1pPr>
          </a:lstStyle>
          <a:p>
            <a:pPr>
              <a:defRPr/>
            </a:pPr>
            <a:fld id="{6C23F55E-1ED3-423C-A60B-49ABB4642076}" type="datetimeFigureOut">
              <a:rPr lang="en-US"/>
              <a:pPr>
                <a:defRPr/>
              </a:pPr>
              <a:t>1/22/2025</a:t>
            </a:fld>
            <a:endParaRPr lang="en-US"/>
          </a:p>
        </p:txBody>
      </p:sp>
      <p:sp>
        <p:nvSpPr>
          <p:cNvPr id="6" name="Footer Placeholder 4">
            <a:extLst>
              <a:ext uri="{FF2B5EF4-FFF2-40B4-BE49-F238E27FC236}">
                <a16:creationId xmlns:a16="http://schemas.microsoft.com/office/drawing/2014/main" id="{9D416996-92D5-1296-B5E4-4FB0AF91827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96BCCFE-5159-139A-B2B8-73395B629C79}"/>
              </a:ext>
            </a:extLst>
          </p:cNvPr>
          <p:cNvSpPr>
            <a:spLocks noGrp="1"/>
          </p:cNvSpPr>
          <p:nvPr>
            <p:ph type="sldNum" sz="quarter" idx="12"/>
          </p:nvPr>
        </p:nvSpPr>
        <p:spPr/>
        <p:txBody>
          <a:bodyPr/>
          <a:lstStyle>
            <a:lvl1pPr>
              <a:defRPr/>
            </a:lvl1pPr>
          </a:lstStyle>
          <a:p>
            <a:fld id="{DC701263-CB5B-4036-AE38-FB1FB5E08132}" type="slidenum">
              <a:rPr lang="en-US" altLang="en-US"/>
              <a:pPr/>
              <a:t>‹#›</a:t>
            </a:fld>
            <a:endParaRPr lang="en-US" altLang="en-US"/>
          </a:p>
        </p:txBody>
      </p:sp>
    </p:spTree>
    <p:extLst>
      <p:ext uri="{BB962C8B-B14F-4D97-AF65-F5344CB8AC3E}">
        <p14:creationId xmlns:p14="http://schemas.microsoft.com/office/powerpoint/2010/main" val="239427474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9D8B0F7-F64B-52AD-1E7D-F604EF17720C}"/>
              </a:ext>
            </a:extLst>
          </p:cNvPr>
          <p:cNvSpPr>
            <a:spLocks noGrp="1"/>
          </p:cNvSpPr>
          <p:nvPr>
            <p:ph type="dt" sz="half" idx="10"/>
          </p:nvPr>
        </p:nvSpPr>
        <p:spPr/>
        <p:txBody>
          <a:bodyPr/>
          <a:lstStyle>
            <a:lvl1pPr>
              <a:defRPr/>
            </a:lvl1pPr>
          </a:lstStyle>
          <a:p>
            <a:pPr>
              <a:defRPr/>
            </a:pPr>
            <a:fld id="{9AB983D5-4445-4DD0-92EE-7F7F9ED12A6E}" type="datetimeFigureOut">
              <a:rPr lang="en-US"/>
              <a:pPr>
                <a:defRPr/>
              </a:pPr>
              <a:t>1/22/2025</a:t>
            </a:fld>
            <a:endParaRPr lang="en-US"/>
          </a:p>
        </p:txBody>
      </p:sp>
      <p:sp>
        <p:nvSpPr>
          <p:cNvPr id="8" name="Footer Placeholder 4">
            <a:extLst>
              <a:ext uri="{FF2B5EF4-FFF2-40B4-BE49-F238E27FC236}">
                <a16:creationId xmlns:a16="http://schemas.microsoft.com/office/drawing/2014/main" id="{62F9CBB5-6F2A-E255-E646-D5F3DB24AAE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17219D56-C623-2A5F-D716-F40E7BDD8762}"/>
              </a:ext>
            </a:extLst>
          </p:cNvPr>
          <p:cNvSpPr>
            <a:spLocks noGrp="1"/>
          </p:cNvSpPr>
          <p:nvPr>
            <p:ph type="sldNum" sz="quarter" idx="12"/>
          </p:nvPr>
        </p:nvSpPr>
        <p:spPr/>
        <p:txBody>
          <a:bodyPr/>
          <a:lstStyle>
            <a:lvl1pPr>
              <a:defRPr/>
            </a:lvl1pPr>
          </a:lstStyle>
          <a:p>
            <a:fld id="{664ED603-DC93-4270-8351-A5268CCB95EE}" type="slidenum">
              <a:rPr lang="en-US" altLang="en-US"/>
              <a:pPr/>
              <a:t>‹#›</a:t>
            </a:fld>
            <a:endParaRPr lang="en-US" altLang="en-US"/>
          </a:p>
        </p:txBody>
      </p:sp>
    </p:spTree>
    <p:extLst>
      <p:ext uri="{BB962C8B-B14F-4D97-AF65-F5344CB8AC3E}">
        <p14:creationId xmlns:p14="http://schemas.microsoft.com/office/powerpoint/2010/main" val="34994852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D108914B-F956-999D-1A8B-16BB6BA3166A}"/>
              </a:ext>
            </a:extLst>
          </p:cNvPr>
          <p:cNvSpPr>
            <a:spLocks noGrp="1"/>
          </p:cNvSpPr>
          <p:nvPr>
            <p:ph type="dt" sz="half" idx="10"/>
          </p:nvPr>
        </p:nvSpPr>
        <p:spPr/>
        <p:txBody>
          <a:bodyPr/>
          <a:lstStyle>
            <a:lvl1pPr>
              <a:defRPr/>
            </a:lvl1pPr>
          </a:lstStyle>
          <a:p>
            <a:pPr>
              <a:defRPr/>
            </a:pPr>
            <a:fld id="{24A8F40D-9063-41FF-AC2F-F4DC446583F2}" type="datetimeFigureOut">
              <a:rPr lang="en-US"/>
              <a:pPr>
                <a:defRPr/>
              </a:pPr>
              <a:t>1/22/2025</a:t>
            </a:fld>
            <a:endParaRPr lang="en-US"/>
          </a:p>
        </p:txBody>
      </p:sp>
      <p:sp>
        <p:nvSpPr>
          <p:cNvPr id="4" name="Footer Placeholder 4">
            <a:extLst>
              <a:ext uri="{FF2B5EF4-FFF2-40B4-BE49-F238E27FC236}">
                <a16:creationId xmlns:a16="http://schemas.microsoft.com/office/drawing/2014/main" id="{48DF9AF7-2D52-A677-9240-F42990376A4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5345EB9-24D5-3EE6-B6C9-E0129752CA11}"/>
              </a:ext>
            </a:extLst>
          </p:cNvPr>
          <p:cNvSpPr>
            <a:spLocks noGrp="1"/>
          </p:cNvSpPr>
          <p:nvPr>
            <p:ph type="sldNum" sz="quarter" idx="12"/>
          </p:nvPr>
        </p:nvSpPr>
        <p:spPr/>
        <p:txBody>
          <a:bodyPr/>
          <a:lstStyle>
            <a:lvl1pPr>
              <a:defRPr/>
            </a:lvl1pPr>
          </a:lstStyle>
          <a:p>
            <a:fld id="{AE16C7A5-0396-45B9-925C-8013ED0C70E8}" type="slidenum">
              <a:rPr lang="en-US" altLang="en-US"/>
              <a:pPr/>
              <a:t>‹#›</a:t>
            </a:fld>
            <a:endParaRPr lang="en-US" altLang="en-US"/>
          </a:p>
        </p:txBody>
      </p:sp>
    </p:spTree>
    <p:extLst>
      <p:ext uri="{BB962C8B-B14F-4D97-AF65-F5344CB8AC3E}">
        <p14:creationId xmlns:p14="http://schemas.microsoft.com/office/powerpoint/2010/main" val="30651548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54BD307-02E3-7DFC-C7C4-46224A419999}"/>
              </a:ext>
            </a:extLst>
          </p:cNvPr>
          <p:cNvSpPr>
            <a:spLocks noGrp="1"/>
          </p:cNvSpPr>
          <p:nvPr>
            <p:ph type="dt" sz="half" idx="10"/>
          </p:nvPr>
        </p:nvSpPr>
        <p:spPr/>
        <p:txBody>
          <a:bodyPr/>
          <a:lstStyle>
            <a:lvl1pPr>
              <a:defRPr/>
            </a:lvl1pPr>
          </a:lstStyle>
          <a:p>
            <a:pPr>
              <a:defRPr/>
            </a:pPr>
            <a:fld id="{46CAE92D-26B5-4DC6-9500-EF7A85B5346D}" type="datetimeFigureOut">
              <a:rPr lang="en-US"/>
              <a:pPr>
                <a:defRPr/>
              </a:pPr>
              <a:t>1/22/2025</a:t>
            </a:fld>
            <a:endParaRPr lang="en-US"/>
          </a:p>
        </p:txBody>
      </p:sp>
      <p:sp>
        <p:nvSpPr>
          <p:cNvPr id="3" name="Footer Placeholder 4">
            <a:extLst>
              <a:ext uri="{FF2B5EF4-FFF2-40B4-BE49-F238E27FC236}">
                <a16:creationId xmlns:a16="http://schemas.microsoft.com/office/drawing/2014/main" id="{9D8395C3-F39E-517E-3A77-D9E13C1331F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C9386FC-92CC-CFC1-F0B6-3CCC0D38D337}"/>
              </a:ext>
            </a:extLst>
          </p:cNvPr>
          <p:cNvSpPr>
            <a:spLocks noGrp="1"/>
          </p:cNvSpPr>
          <p:nvPr>
            <p:ph type="sldNum" sz="quarter" idx="12"/>
          </p:nvPr>
        </p:nvSpPr>
        <p:spPr/>
        <p:txBody>
          <a:bodyPr/>
          <a:lstStyle>
            <a:lvl1pPr>
              <a:defRPr/>
            </a:lvl1pPr>
          </a:lstStyle>
          <a:p>
            <a:fld id="{040CEB7E-92C3-4B00-A069-9056FAF6D8CB}" type="slidenum">
              <a:rPr lang="en-US" altLang="en-US"/>
              <a:pPr/>
              <a:t>‹#›</a:t>
            </a:fld>
            <a:endParaRPr lang="en-US" altLang="en-US"/>
          </a:p>
        </p:txBody>
      </p:sp>
    </p:spTree>
    <p:extLst>
      <p:ext uri="{BB962C8B-B14F-4D97-AF65-F5344CB8AC3E}">
        <p14:creationId xmlns:p14="http://schemas.microsoft.com/office/powerpoint/2010/main" val="10438298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D3EAB62F-5265-B147-4658-C6D2D9FB7E78}"/>
              </a:ext>
            </a:extLst>
          </p:cNvPr>
          <p:cNvSpPr>
            <a:spLocks noGrp="1"/>
          </p:cNvSpPr>
          <p:nvPr>
            <p:ph type="dt" sz="half" idx="10"/>
          </p:nvPr>
        </p:nvSpPr>
        <p:spPr/>
        <p:txBody>
          <a:bodyPr/>
          <a:lstStyle>
            <a:lvl1pPr>
              <a:defRPr/>
            </a:lvl1pPr>
          </a:lstStyle>
          <a:p>
            <a:pPr>
              <a:defRPr/>
            </a:pPr>
            <a:fld id="{8E5A6827-F482-4156-9246-A97C79FFD968}" type="datetimeFigureOut">
              <a:rPr lang="en-US"/>
              <a:pPr>
                <a:defRPr/>
              </a:pPr>
              <a:t>1/22/2025</a:t>
            </a:fld>
            <a:endParaRPr lang="en-US"/>
          </a:p>
        </p:txBody>
      </p:sp>
      <p:sp>
        <p:nvSpPr>
          <p:cNvPr id="6" name="Footer Placeholder 4">
            <a:extLst>
              <a:ext uri="{FF2B5EF4-FFF2-40B4-BE49-F238E27FC236}">
                <a16:creationId xmlns:a16="http://schemas.microsoft.com/office/drawing/2014/main" id="{3C50D322-7CB0-1A78-3F44-8D1D5700954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7A9DE5E-F7BD-7E04-A55D-3E29A34E062E}"/>
              </a:ext>
            </a:extLst>
          </p:cNvPr>
          <p:cNvSpPr>
            <a:spLocks noGrp="1"/>
          </p:cNvSpPr>
          <p:nvPr>
            <p:ph type="sldNum" sz="quarter" idx="12"/>
          </p:nvPr>
        </p:nvSpPr>
        <p:spPr/>
        <p:txBody>
          <a:bodyPr/>
          <a:lstStyle>
            <a:lvl1pPr>
              <a:defRPr/>
            </a:lvl1pPr>
          </a:lstStyle>
          <a:p>
            <a:fld id="{6AFC0219-1B5D-4838-BA73-0CB4A0965293}" type="slidenum">
              <a:rPr lang="en-US" altLang="en-US"/>
              <a:pPr/>
              <a:t>‹#›</a:t>
            </a:fld>
            <a:endParaRPr lang="en-US" altLang="en-US"/>
          </a:p>
        </p:txBody>
      </p:sp>
    </p:spTree>
    <p:extLst>
      <p:ext uri="{BB962C8B-B14F-4D97-AF65-F5344CB8AC3E}">
        <p14:creationId xmlns:p14="http://schemas.microsoft.com/office/powerpoint/2010/main" val="36041412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521AC070-8506-1193-5009-2E8FFC45D886}"/>
              </a:ext>
            </a:extLst>
          </p:cNvPr>
          <p:cNvSpPr>
            <a:spLocks noGrp="1"/>
          </p:cNvSpPr>
          <p:nvPr>
            <p:ph type="dt" sz="half" idx="10"/>
          </p:nvPr>
        </p:nvSpPr>
        <p:spPr/>
        <p:txBody>
          <a:bodyPr/>
          <a:lstStyle>
            <a:lvl1pPr>
              <a:defRPr/>
            </a:lvl1pPr>
          </a:lstStyle>
          <a:p>
            <a:pPr>
              <a:defRPr/>
            </a:pPr>
            <a:fld id="{608E1DFD-5F25-42F5-9580-392FDFC3E6B2}" type="datetimeFigureOut">
              <a:rPr lang="en-US"/>
              <a:pPr>
                <a:defRPr/>
              </a:pPr>
              <a:t>1/22/2025</a:t>
            </a:fld>
            <a:endParaRPr lang="en-US"/>
          </a:p>
        </p:txBody>
      </p:sp>
      <p:sp>
        <p:nvSpPr>
          <p:cNvPr id="6" name="Footer Placeholder 4">
            <a:extLst>
              <a:ext uri="{FF2B5EF4-FFF2-40B4-BE49-F238E27FC236}">
                <a16:creationId xmlns:a16="http://schemas.microsoft.com/office/drawing/2014/main" id="{6C3BBEC1-E479-3018-148C-6FFEBFCF41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7749042-3540-F630-EBD1-FECB91CAA1FD}"/>
              </a:ext>
            </a:extLst>
          </p:cNvPr>
          <p:cNvSpPr>
            <a:spLocks noGrp="1"/>
          </p:cNvSpPr>
          <p:nvPr>
            <p:ph type="sldNum" sz="quarter" idx="12"/>
          </p:nvPr>
        </p:nvSpPr>
        <p:spPr/>
        <p:txBody>
          <a:bodyPr/>
          <a:lstStyle>
            <a:lvl1pPr>
              <a:defRPr/>
            </a:lvl1pPr>
          </a:lstStyle>
          <a:p>
            <a:fld id="{EBD56E35-B6AF-45FF-891A-B6746A86A07E}" type="slidenum">
              <a:rPr lang="en-US" altLang="en-US"/>
              <a:pPr/>
              <a:t>‹#›</a:t>
            </a:fld>
            <a:endParaRPr lang="en-US" altLang="en-US"/>
          </a:p>
        </p:txBody>
      </p:sp>
    </p:spTree>
    <p:extLst>
      <p:ext uri="{BB962C8B-B14F-4D97-AF65-F5344CB8AC3E}">
        <p14:creationId xmlns:p14="http://schemas.microsoft.com/office/powerpoint/2010/main" val="28050151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24952E-494E-2DC4-A78E-8E063DDBB728}"/>
              </a:ext>
            </a:extLst>
          </p:cNvPr>
          <p:cNvSpPr>
            <a:spLocks noGrp="1"/>
          </p:cNvSpPr>
          <p:nvPr>
            <p:ph type="dt" sz="half" idx="10"/>
          </p:nvPr>
        </p:nvSpPr>
        <p:spPr/>
        <p:txBody>
          <a:bodyPr/>
          <a:lstStyle>
            <a:lvl1pPr>
              <a:defRPr/>
            </a:lvl1pPr>
          </a:lstStyle>
          <a:p>
            <a:pPr>
              <a:defRPr/>
            </a:pPr>
            <a:fld id="{F874A920-C2E1-483D-B6DD-CD6E454821F2}" type="datetimeFigureOut">
              <a:rPr lang="en-US"/>
              <a:pPr>
                <a:defRPr/>
              </a:pPr>
              <a:t>1/22/2025</a:t>
            </a:fld>
            <a:endParaRPr lang="en-US"/>
          </a:p>
        </p:txBody>
      </p:sp>
      <p:sp>
        <p:nvSpPr>
          <p:cNvPr id="5" name="Footer Placeholder 4">
            <a:extLst>
              <a:ext uri="{FF2B5EF4-FFF2-40B4-BE49-F238E27FC236}">
                <a16:creationId xmlns:a16="http://schemas.microsoft.com/office/drawing/2014/main" id="{E3D5BE7E-54B8-72F4-7950-E98EFDE503E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D312BE7-BA5F-D846-CE51-7317397EE963}"/>
              </a:ext>
            </a:extLst>
          </p:cNvPr>
          <p:cNvSpPr>
            <a:spLocks noGrp="1"/>
          </p:cNvSpPr>
          <p:nvPr>
            <p:ph type="sldNum" sz="quarter" idx="12"/>
          </p:nvPr>
        </p:nvSpPr>
        <p:spPr/>
        <p:txBody>
          <a:bodyPr/>
          <a:lstStyle>
            <a:lvl1pPr>
              <a:defRPr/>
            </a:lvl1pPr>
          </a:lstStyle>
          <a:p>
            <a:fld id="{026F5FEB-240D-45CF-9DA1-17E068BD52ED}" type="slidenum">
              <a:rPr lang="en-US" altLang="en-US"/>
              <a:pPr/>
              <a:t>‹#›</a:t>
            </a:fld>
            <a:endParaRPr lang="en-US" altLang="en-US"/>
          </a:p>
        </p:txBody>
      </p:sp>
    </p:spTree>
    <p:extLst>
      <p:ext uri="{BB962C8B-B14F-4D97-AF65-F5344CB8AC3E}">
        <p14:creationId xmlns:p14="http://schemas.microsoft.com/office/powerpoint/2010/main" val="7475953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10A5B9-058F-78E3-F556-C475DB750B2F}"/>
              </a:ext>
            </a:extLst>
          </p:cNvPr>
          <p:cNvSpPr>
            <a:spLocks noGrp="1"/>
          </p:cNvSpPr>
          <p:nvPr>
            <p:ph type="dt" sz="half" idx="10"/>
          </p:nvPr>
        </p:nvSpPr>
        <p:spPr/>
        <p:txBody>
          <a:bodyPr/>
          <a:lstStyle>
            <a:lvl1pPr>
              <a:defRPr/>
            </a:lvl1pPr>
          </a:lstStyle>
          <a:p>
            <a:pPr>
              <a:defRPr/>
            </a:pPr>
            <a:fld id="{6B38B009-454A-4B33-BABC-D92B7F0C2379}" type="datetimeFigureOut">
              <a:rPr lang="en-US"/>
              <a:pPr>
                <a:defRPr/>
              </a:pPr>
              <a:t>1/22/2025</a:t>
            </a:fld>
            <a:endParaRPr lang="en-US"/>
          </a:p>
        </p:txBody>
      </p:sp>
      <p:sp>
        <p:nvSpPr>
          <p:cNvPr id="5" name="Footer Placeholder 4">
            <a:extLst>
              <a:ext uri="{FF2B5EF4-FFF2-40B4-BE49-F238E27FC236}">
                <a16:creationId xmlns:a16="http://schemas.microsoft.com/office/drawing/2014/main" id="{0868A775-7B95-0D69-2009-E8228AABA8A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A877050-8717-9D93-556F-EC01BEDCAAE9}"/>
              </a:ext>
            </a:extLst>
          </p:cNvPr>
          <p:cNvSpPr>
            <a:spLocks noGrp="1"/>
          </p:cNvSpPr>
          <p:nvPr>
            <p:ph type="sldNum" sz="quarter" idx="12"/>
          </p:nvPr>
        </p:nvSpPr>
        <p:spPr/>
        <p:txBody>
          <a:bodyPr/>
          <a:lstStyle>
            <a:lvl1pPr>
              <a:defRPr/>
            </a:lvl1pPr>
          </a:lstStyle>
          <a:p>
            <a:fld id="{81618B54-A970-4BB8-9BE5-85C1ADF12FC4}" type="slidenum">
              <a:rPr lang="en-US" altLang="en-US"/>
              <a:pPr/>
              <a:t>‹#›</a:t>
            </a:fld>
            <a:endParaRPr lang="en-US" altLang="en-US"/>
          </a:p>
        </p:txBody>
      </p:sp>
    </p:spTree>
    <p:extLst>
      <p:ext uri="{BB962C8B-B14F-4D97-AF65-F5344CB8AC3E}">
        <p14:creationId xmlns:p14="http://schemas.microsoft.com/office/powerpoint/2010/main" val="256407826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55230D4C-6C09-9BF3-0482-EB421DB5686B}"/>
              </a:ext>
            </a:extLst>
          </p:cNvPr>
          <p:cNvSpPr>
            <a:spLocks noGrp="1"/>
          </p:cNvSpPr>
          <p:nvPr>
            <p:ph type="dt" sz="half" idx="10"/>
          </p:nvPr>
        </p:nvSpPr>
        <p:spPr/>
        <p:txBody>
          <a:bodyPr/>
          <a:lstStyle>
            <a:lvl1pPr>
              <a:defRPr/>
            </a:lvl1pPr>
          </a:lstStyle>
          <a:p>
            <a:pPr>
              <a:defRPr/>
            </a:pPr>
            <a:fld id="{549CF947-E676-4648-9776-CF78FBAE8C18}" type="datetimeFigureOut">
              <a:rPr lang="en-US"/>
              <a:pPr>
                <a:defRPr/>
              </a:pPr>
              <a:t>1/22/2025</a:t>
            </a:fld>
            <a:endParaRPr lang="en-US"/>
          </a:p>
        </p:txBody>
      </p:sp>
      <p:sp>
        <p:nvSpPr>
          <p:cNvPr id="5" name="Footer Placeholder 4">
            <a:extLst>
              <a:ext uri="{FF2B5EF4-FFF2-40B4-BE49-F238E27FC236}">
                <a16:creationId xmlns:a16="http://schemas.microsoft.com/office/drawing/2014/main" id="{DF6931DD-2C7D-4610-C261-D290348B178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5A746F2-1FA0-B790-97BC-EB8874EBEC75}"/>
              </a:ext>
            </a:extLst>
          </p:cNvPr>
          <p:cNvSpPr>
            <a:spLocks noGrp="1"/>
          </p:cNvSpPr>
          <p:nvPr>
            <p:ph type="sldNum" sz="quarter" idx="12"/>
          </p:nvPr>
        </p:nvSpPr>
        <p:spPr/>
        <p:txBody>
          <a:bodyPr/>
          <a:lstStyle>
            <a:lvl1pPr>
              <a:defRPr/>
            </a:lvl1pPr>
          </a:lstStyle>
          <a:p>
            <a:fld id="{7DF1471C-8CCD-445D-B8BB-E9AEEB45E082}" type="slidenum">
              <a:rPr lang="en-US" altLang="en-US"/>
              <a:pPr/>
              <a:t>‹#›</a:t>
            </a:fld>
            <a:endParaRPr lang="en-US" altLang="en-US"/>
          </a:p>
        </p:txBody>
      </p:sp>
    </p:spTree>
    <p:extLst>
      <p:ext uri="{BB962C8B-B14F-4D97-AF65-F5344CB8AC3E}">
        <p14:creationId xmlns:p14="http://schemas.microsoft.com/office/powerpoint/2010/main" val="35116260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CB16E2-98AB-4E2A-A43F-A17688A3F2EC}"/>
              </a:ext>
            </a:extLst>
          </p:cNvPr>
          <p:cNvSpPr>
            <a:spLocks noGrp="1"/>
          </p:cNvSpPr>
          <p:nvPr>
            <p:ph type="dt" sz="half" idx="10"/>
          </p:nvPr>
        </p:nvSpPr>
        <p:spPr/>
        <p:txBody>
          <a:bodyPr/>
          <a:lstStyle>
            <a:lvl1pPr>
              <a:defRPr/>
            </a:lvl1pPr>
          </a:lstStyle>
          <a:p>
            <a:pPr>
              <a:defRPr/>
            </a:pPr>
            <a:fld id="{8035EA3A-664E-4719-B8EE-882DE5CB205D}" type="datetimeFigureOut">
              <a:rPr lang="en-US"/>
              <a:pPr>
                <a:defRPr/>
              </a:pPr>
              <a:t>1/22/2025</a:t>
            </a:fld>
            <a:endParaRPr lang="en-US"/>
          </a:p>
        </p:txBody>
      </p:sp>
      <p:sp>
        <p:nvSpPr>
          <p:cNvPr id="5" name="Footer Placeholder 4">
            <a:extLst>
              <a:ext uri="{FF2B5EF4-FFF2-40B4-BE49-F238E27FC236}">
                <a16:creationId xmlns:a16="http://schemas.microsoft.com/office/drawing/2014/main" id="{D92512FA-05F6-455C-7A41-E88679E324E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EF12A58-1827-72B5-AE23-00438C9BE2BB}"/>
              </a:ext>
            </a:extLst>
          </p:cNvPr>
          <p:cNvSpPr>
            <a:spLocks noGrp="1"/>
          </p:cNvSpPr>
          <p:nvPr>
            <p:ph type="sldNum" sz="quarter" idx="12"/>
          </p:nvPr>
        </p:nvSpPr>
        <p:spPr/>
        <p:txBody>
          <a:bodyPr/>
          <a:lstStyle>
            <a:lvl1pPr>
              <a:defRPr/>
            </a:lvl1pPr>
          </a:lstStyle>
          <a:p>
            <a:fld id="{A3AFF881-1782-4C6F-8DD4-7BA17D25B85B}" type="slidenum">
              <a:rPr lang="en-US" altLang="en-US"/>
              <a:pPr/>
              <a:t>‹#›</a:t>
            </a:fld>
            <a:endParaRPr lang="en-US" altLang="en-US"/>
          </a:p>
        </p:txBody>
      </p:sp>
    </p:spTree>
    <p:extLst>
      <p:ext uri="{BB962C8B-B14F-4D97-AF65-F5344CB8AC3E}">
        <p14:creationId xmlns:p14="http://schemas.microsoft.com/office/powerpoint/2010/main" val="33541453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B8FBF5-4EA6-E26E-CDCE-BF617743972D}"/>
              </a:ext>
            </a:extLst>
          </p:cNvPr>
          <p:cNvSpPr>
            <a:spLocks noGrp="1"/>
          </p:cNvSpPr>
          <p:nvPr>
            <p:ph type="dt" sz="half" idx="10"/>
          </p:nvPr>
        </p:nvSpPr>
        <p:spPr/>
        <p:txBody>
          <a:bodyPr/>
          <a:lstStyle>
            <a:lvl1pPr>
              <a:defRPr/>
            </a:lvl1pPr>
          </a:lstStyle>
          <a:p>
            <a:pPr>
              <a:defRPr/>
            </a:pPr>
            <a:fld id="{1A3BFDF5-BC53-4EE2-8335-5D7166A10773}" type="datetimeFigureOut">
              <a:rPr lang="en-US"/>
              <a:pPr>
                <a:defRPr/>
              </a:pPr>
              <a:t>1/22/2025</a:t>
            </a:fld>
            <a:endParaRPr lang="en-US"/>
          </a:p>
        </p:txBody>
      </p:sp>
      <p:sp>
        <p:nvSpPr>
          <p:cNvPr id="5" name="Footer Placeholder 4">
            <a:extLst>
              <a:ext uri="{FF2B5EF4-FFF2-40B4-BE49-F238E27FC236}">
                <a16:creationId xmlns:a16="http://schemas.microsoft.com/office/drawing/2014/main" id="{202CADD2-8376-A089-5214-D3F7F8EF4D3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040AA7E-10FC-2F01-3D73-3C78CF6682BC}"/>
              </a:ext>
            </a:extLst>
          </p:cNvPr>
          <p:cNvSpPr>
            <a:spLocks noGrp="1"/>
          </p:cNvSpPr>
          <p:nvPr>
            <p:ph type="sldNum" sz="quarter" idx="12"/>
          </p:nvPr>
        </p:nvSpPr>
        <p:spPr/>
        <p:txBody>
          <a:bodyPr/>
          <a:lstStyle>
            <a:lvl1pPr>
              <a:defRPr/>
            </a:lvl1pPr>
          </a:lstStyle>
          <a:p>
            <a:fld id="{3CFE9EDE-580F-4634-A0E0-791EE2870BB9}" type="slidenum">
              <a:rPr lang="en-US" altLang="en-US"/>
              <a:pPr/>
              <a:t>‹#›</a:t>
            </a:fld>
            <a:endParaRPr lang="en-US" altLang="en-US"/>
          </a:p>
        </p:txBody>
      </p:sp>
    </p:spTree>
    <p:extLst>
      <p:ext uri="{BB962C8B-B14F-4D97-AF65-F5344CB8AC3E}">
        <p14:creationId xmlns:p14="http://schemas.microsoft.com/office/powerpoint/2010/main" val="15902996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C114043-5BFC-256E-7382-A0F32E452CA3}"/>
              </a:ext>
            </a:extLst>
          </p:cNvPr>
          <p:cNvSpPr>
            <a:spLocks noGrp="1"/>
          </p:cNvSpPr>
          <p:nvPr>
            <p:ph type="dt" sz="half" idx="10"/>
          </p:nvPr>
        </p:nvSpPr>
        <p:spPr/>
        <p:txBody>
          <a:bodyPr/>
          <a:lstStyle>
            <a:lvl1pPr>
              <a:defRPr/>
            </a:lvl1pPr>
          </a:lstStyle>
          <a:p>
            <a:pPr>
              <a:defRPr/>
            </a:pPr>
            <a:fld id="{B63F117A-B2A6-427D-BEE7-CA0F19FD727A}" type="datetimeFigureOut">
              <a:rPr lang="en-US"/>
              <a:pPr>
                <a:defRPr/>
              </a:pPr>
              <a:t>1/22/2025</a:t>
            </a:fld>
            <a:endParaRPr lang="en-US"/>
          </a:p>
        </p:txBody>
      </p:sp>
      <p:sp>
        <p:nvSpPr>
          <p:cNvPr id="6" name="Footer Placeholder 4">
            <a:extLst>
              <a:ext uri="{FF2B5EF4-FFF2-40B4-BE49-F238E27FC236}">
                <a16:creationId xmlns:a16="http://schemas.microsoft.com/office/drawing/2014/main" id="{C6D20EC6-CF18-34DC-D24E-5D813D91039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C7CC64E-DC46-AA3A-7F43-99F5F057B3D8}"/>
              </a:ext>
            </a:extLst>
          </p:cNvPr>
          <p:cNvSpPr>
            <a:spLocks noGrp="1"/>
          </p:cNvSpPr>
          <p:nvPr>
            <p:ph type="sldNum" sz="quarter" idx="12"/>
          </p:nvPr>
        </p:nvSpPr>
        <p:spPr/>
        <p:txBody>
          <a:bodyPr/>
          <a:lstStyle>
            <a:lvl1pPr>
              <a:defRPr/>
            </a:lvl1pPr>
          </a:lstStyle>
          <a:p>
            <a:fld id="{7813B1F3-9F39-4F95-9D20-FB6E2572EEE7}" type="slidenum">
              <a:rPr lang="en-US" altLang="en-US"/>
              <a:pPr/>
              <a:t>‹#›</a:t>
            </a:fld>
            <a:endParaRPr lang="en-US" altLang="en-US"/>
          </a:p>
        </p:txBody>
      </p:sp>
    </p:spTree>
    <p:extLst>
      <p:ext uri="{BB962C8B-B14F-4D97-AF65-F5344CB8AC3E}">
        <p14:creationId xmlns:p14="http://schemas.microsoft.com/office/powerpoint/2010/main" val="260266014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73C2699-7623-C5BA-A9B3-EA70334C88D3}"/>
              </a:ext>
            </a:extLst>
          </p:cNvPr>
          <p:cNvSpPr>
            <a:spLocks noGrp="1"/>
          </p:cNvSpPr>
          <p:nvPr>
            <p:ph type="dt" sz="half" idx="10"/>
          </p:nvPr>
        </p:nvSpPr>
        <p:spPr/>
        <p:txBody>
          <a:bodyPr/>
          <a:lstStyle>
            <a:lvl1pPr>
              <a:defRPr/>
            </a:lvl1pPr>
          </a:lstStyle>
          <a:p>
            <a:pPr>
              <a:defRPr/>
            </a:pPr>
            <a:fld id="{47A51A22-247D-44B3-BBC6-60BC0E0F058E}" type="datetimeFigureOut">
              <a:rPr lang="en-US"/>
              <a:pPr>
                <a:defRPr/>
              </a:pPr>
              <a:t>1/22/2025</a:t>
            </a:fld>
            <a:endParaRPr lang="en-US"/>
          </a:p>
        </p:txBody>
      </p:sp>
      <p:sp>
        <p:nvSpPr>
          <p:cNvPr id="8" name="Footer Placeholder 4">
            <a:extLst>
              <a:ext uri="{FF2B5EF4-FFF2-40B4-BE49-F238E27FC236}">
                <a16:creationId xmlns:a16="http://schemas.microsoft.com/office/drawing/2014/main" id="{5447FD5C-ED9E-7E2C-1A4E-EC77CF9F6F1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3F86419A-FAE2-7FB5-90D5-692C73FF9A69}"/>
              </a:ext>
            </a:extLst>
          </p:cNvPr>
          <p:cNvSpPr>
            <a:spLocks noGrp="1"/>
          </p:cNvSpPr>
          <p:nvPr>
            <p:ph type="sldNum" sz="quarter" idx="12"/>
          </p:nvPr>
        </p:nvSpPr>
        <p:spPr/>
        <p:txBody>
          <a:bodyPr/>
          <a:lstStyle>
            <a:lvl1pPr>
              <a:defRPr/>
            </a:lvl1pPr>
          </a:lstStyle>
          <a:p>
            <a:fld id="{6ED25E06-00DE-462B-9B96-743B8101D806}" type="slidenum">
              <a:rPr lang="en-US" altLang="en-US"/>
              <a:pPr/>
              <a:t>‹#›</a:t>
            </a:fld>
            <a:endParaRPr lang="en-US" altLang="en-US"/>
          </a:p>
        </p:txBody>
      </p:sp>
    </p:spTree>
    <p:extLst>
      <p:ext uri="{BB962C8B-B14F-4D97-AF65-F5344CB8AC3E}">
        <p14:creationId xmlns:p14="http://schemas.microsoft.com/office/powerpoint/2010/main" val="406084781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1B6B83F-27D3-3A03-E2A2-ED2330942DCB}"/>
              </a:ext>
            </a:extLst>
          </p:cNvPr>
          <p:cNvSpPr>
            <a:spLocks noGrp="1"/>
          </p:cNvSpPr>
          <p:nvPr>
            <p:ph type="dt" sz="half" idx="10"/>
          </p:nvPr>
        </p:nvSpPr>
        <p:spPr/>
        <p:txBody>
          <a:bodyPr/>
          <a:lstStyle>
            <a:lvl1pPr>
              <a:defRPr/>
            </a:lvl1pPr>
          </a:lstStyle>
          <a:p>
            <a:pPr>
              <a:defRPr/>
            </a:pPr>
            <a:fld id="{93E7B283-55C8-4B67-97AA-B37FFC126841}" type="datetimeFigureOut">
              <a:rPr lang="en-US"/>
              <a:pPr>
                <a:defRPr/>
              </a:pPr>
              <a:t>1/22/2025</a:t>
            </a:fld>
            <a:endParaRPr lang="en-US"/>
          </a:p>
        </p:txBody>
      </p:sp>
      <p:sp>
        <p:nvSpPr>
          <p:cNvPr id="4" name="Footer Placeholder 4">
            <a:extLst>
              <a:ext uri="{FF2B5EF4-FFF2-40B4-BE49-F238E27FC236}">
                <a16:creationId xmlns:a16="http://schemas.microsoft.com/office/drawing/2014/main" id="{C1B7A72C-124A-7046-D7E7-B88AC5C9A41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08F0A42-F3FA-E32D-EA59-BE0E3B1C3EBB}"/>
              </a:ext>
            </a:extLst>
          </p:cNvPr>
          <p:cNvSpPr>
            <a:spLocks noGrp="1"/>
          </p:cNvSpPr>
          <p:nvPr>
            <p:ph type="sldNum" sz="quarter" idx="12"/>
          </p:nvPr>
        </p:nvSpPr>
        <p:spPr/>
        <p:txBody>
          <a:bodyPr/>
          <a:lstStyle>
            <a:lvl1pPr>
              <a:defRPr/>
            </a:lvl1pPr>
          </a:lstStyle>
          <a:p>
            <a:fld id="{4B3DC935-863E-47AA-BF4A-418D006BF4B5}" type="slidenum">
              <a:rPr lang="en-US" altLang="en-US"/>
              <a:pPr/>
              <a:t>‹#›</a:t>
            </a:fld>
            <a:endParaRPr lang="en-US" altLang="en-US"/>
          </a:p>
        </p:txBody>
      </p:sp>
    </p:spTree>
    <p:extLst>
      <p:ext uri="{BB962C8B-B14F-4D97-AF65-F5344CB8AC3E}">
        <p14:creationId xmlns:p14="http://schemas.microsoft.com/office/powerpoint/2010/main" val="394640812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F28D7C5-45F3-96D1-0028-D30A56E3F002}"/>
              </a:ext>
            </a:extLst>
          </p:cNvPr>
          <p:cNvSpPr>
            <a:spLocks noGrp="1"/>
          </p:cNvSpPr>
          <p:nvPr>
            <p:ph type="dt" sz="half" idx="10"/>
          </p:nvPr>
        </p:nvSpPr>
        <p:spPr/>
        <p:txBody>
          <a:bodyPr/>
          <a:lstStyle>
            <a:lvl1pPr>
              <a:defRPr/>
            </a:lvl1pPr>
          </a:lstStyle>
          <a:p>
            <a:pPr>
              <a:defRPr/>
            </a:pPr>
            <a:fld id="{3E7867A6-74C2-4B89-A3E8-FBF0462C977C}" type="datetimeFigureOut">
              <a:rPr lang="en-US"/>
              <a:pPr>
                <a:defRPr/>
              </a:pPr>
              <a:t>1/22/2025</a:t>
            </a:fld>
            <a:endParaRPr lang="en-US"/>
          </a:p>
        </p:txBody>
      </p:sp>
      <p:sp>
        <p:nvSpPr>
          <p:cNvPr id="3" name="Footer Placeholder 4">
            <a:extLst>
              <a:ext uri="{FF2B5EF4-FFF2-40B4-BE49-F238E27FC236}">
                <a16:creationId xmlns:a16="http://schemas.microsoft.com/office/drawing/2014/main" id="{4983B248-44A9-BE3E-B9AE-DB715B8437A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1229B925-FAFA-3A67-B531-5231750225F0}"/>
              </a:ext>
            </a:extLst>
          </p:cNvPr>
          <p:cNvSpPr>
            <a:spLocks noGrp="1"/>
          </p:cNvSpPr>
          <p:nvPr>
            <p:ph type="sldNum" sz="quarter" idx="12"/>
          </p:nvPr>
        </p:nvSpPr>
        <p:spPr/>
        <p:txBody>
          <a:bodyPr/>
          <a:lstStyle>
            <a:lvl1pPr>
              <a:defRPr/>
            </a:lvl1pPr>
          </a:lstStyle>
          <a:p>
            <a:fld id="{7B0DAE44-3339-4B39-BBCD-ED7977BAE15A}" type="slidenum">
              <a:rPr lang="en-US" altLang="en-US"/>
              <a:pPr/>
              <a:t>‹#›</a:t>
            </a:fld>
            <a:endParaRPr lang="en-US" altLang="en-US"/>
          </a:p>
        </p:txBody>
      </p:sp>
    </p:spTree>
    <p:extLst>
      <p:ext uri="{BB962C8B-B14F-4D97-AF65-F5344CB8AC3E}">
        <p14:creationId xmlns:p14="http://schemas.microsoft.com/office/powerpoint/2010/main" val="99740027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182D4CE5-6642-AFF6-B0FA-703EDBD78561}"/>
              </a:ext>
            </a:extLst>
          </p:cNvPr>
          <p:cNvSpPr>
            <a:spLocks noGrp="1"/>
          </p:cNvSpPr>
          <p:nvPr>
            <p:ph type="dt" sz="half" idx="10"/>
          </p:nvPr>
        </p:nvSpPr>
        <p:spPr/>
        <p:txBody>
          <a:bodyPr/>
          <a:lstStyle>
            <a:lvl1pPr>
              <a:defRPr/>
            </a:lvl1pPr>
          </a:lstStyle>
          <a:p>
            <a:pPr>
              <a:defRPr/>
            </a:pPr>
            <a:fld id="{021E6AD7-9C01-450F-AF85-890734C04981}" type="datetimeFigureOut">
              <a:rPr lang="en-US"/>
              <a:pPr>
                <a:defRPr/>
              </a:pPr>
              <a:t>1/22/2025</a:t>
            </a:fld>
            <a:endParaRPr lang="en-US"/>
          </a:p>
        </p:txBody>
      </p:sp>
      <p:sp>
        <p:nvSpPr>
          <p:cNvPr id="6" name="Footer Placeholder 4">
            <a:extLst>
              <a:ext uri="{FF2B5EF4-FFF2-40B4-BE49-F238E27FC236}">
                <a16:creationId xmlns:a16="http://schemas.microsoft.com/office/drawing/2014/main" id="{62E6C2B8-FADE-9B60-7C48-7BA159C8F03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7FDBEB8-5AA1-A755-A0F7-2B5565582852}"/>
              </a:ext>
            </a:extLst>
          </p:cNvPr>
          <p:cNvSpPr>
            <a:spLocks noGrp="1"/>
          </p:cNvSpPr>
          <p:nvPr>
            <p:ph type="sldNum" sz="quarter" idx="12"/>
          </p:nvPr>
        </p:nvSpPr>
        <p:spPr/>
        <p:txBody>
          <a:bodyPr/>
          <a:lstStyle>
            <a:lvl1pPr>
              <a:defRPr/>
            </a:lvl1pPr>
          </a:lstStyle>
          <a:p>
            <a:fld id="{C4BD2EB5-FA6E-4A0A-AB84-7DA48365AF47}" type="slidenum">
              <a:rPr lang="en-US" altLang="en-US"/>
              <a:pPr/>
              <a:t>‹#›</a:t>
            </a:fld>
            <a:endParaRPr lang="en-US" altLang="en-US"/>
          </a:p>
        </p:txBody>
      </p:sp>
    </p:spTree>
    <p:extLst>
      <p:ext uri="{BB962C8B-B14F-4D97-AF65-F5344CB8AC3E}">
        <p14:creationId xmlns:p14="http://schemas.microsoft.com/office/powerpoint/2010/main" val="17620974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E57CDF9D-2D35-6A94-601B-395B6413C685}"/>
              </a:ext>
            </a:extLst>
          </p:cNvPr>
          <p:cNvSpPr>
            <a:spLocks noGrp="1"/>
          </p:cNvSpPr>
          <p:nvPr>
            <p:ph type="dt" sz="half" idx="10"/>
          </p:nvPr>
        </p:nvSpPr>
        <p:spPr/>
        <p:txBody>
          <a:bodyPr/>
          <a:lstStyle>
            <a:lvl1pPr>
              <a:defRPr/>
            </a:lvl1pPr>
          </a:lstStyle>
          <a:p>
            <a:pPr>
              <a:defRPr/>
            </a:pPr>
            <a:fld id="{9375E5B0-2002-497B-A175-5CF58C99DA6A}" type="datetimeFigureOut">
              <a:rPr lang="en-US"/>
              <a:pPr>
                <a:defRPr/>
              </a:pPr>
              <a:t>1/22/2025</a:t>
            </a:fld>
            <a:endParaRPr lang="en-US"/>
          </a:p>
        </p:txBody>
      </p:sp>
      <p:sp>
        <p:nvSpPr>
          <p:cNvPr id="6" name="Footer Placeholder 4">
            <a:extLst>
              <a:ext uri="{FF2B5EF4-FFF2-40B4-BE49-F238E27FC236}">
                <a16:creationId xmlns:a16="http://schemas.microsoft.com/office/drawing/2014/main" id="{686640A3-9CB7-A966-6BFE-16C490315FF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88889D2-68C3-1BC8-B5C2-63CFF5257856}"/>
              </a:ext>
            </a:extLst>
          </p:cNvPr>
          <p:cNvSpPr>
            <a:spLocks noGrp="1"/>
          </p:cNvSpPr>
          <p:nvPr>
            <p:ph type="sldNum" sz="quarter" idx="12"/>
          </p:nvPr>
        </p:nvSpPr>
        <p:spPr/>
        <p:txBody>
          <a:bodyPr/>
          <a:lstStyle>
            <a:lvl1pPr>
              <a:defRPr/>
            </a:lvl1pPr>
          </a:lstStyle>
          <a:p>
            <a:fld id="{5DBCAB26-242F-4318-BF8A-D5A14464D83E}" type="slidenum">
              <a:rPr lang="en-US" altLang="en-US"/>
              <a:pPr/>
              <a:t>‹#›</a:t>
            </a:fld>
            <a:endParaRPr lang="en-US" altLang="en-US"/>
          </a:p>
        </p:txBody>
      </p:sp>
    </p:spTree>
    <p:extLst>
      <p:ext uri="{BB962C8B-B14F-4D97-AF65-F5344CB8AC3E}">
        <p14:creationId xmlns:p14="http://schemas.microsoft.com/office/powerpoint/2010/main" val="42295219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EB4DF3-A915-D243-F995-F046CDD45ED1}"/>
              </a:ext>
            </a:extLst>
          </p:cNvPr>
          <p:cNvSpPr>
            <a:spLocks noGrp="1"/>
          </p:cNvSpPr>
          <p:nvPr>
            <p:ph type="dt" sz="half" idx="10"/>
          </p:nvPr>
        </p:nvSpPr>
        <p:spPr/>
        <p:txBody>
          <a:bodyPr/>
          <a:lstStyle>
            <a:lvl1pPr>
              <a:defRPr/>
            </a:lvl1pPr>
          </a:lstStyle>
          <a:p>
            <a:pPr>
              <a:defRPr/>
            </a:pPr>
            <a:fld id="{5CFFD411-5DF7-49A2-8B99-CA9F37035E41}" type="datetimeFigureOut">
              <a:rPr lang="en-US"/>
              <a:pPr>
                <a:defRPr/>
              </a:pPr>
              <a:t>1/22/2025</a:t>
            </a:fld>
            <a:endParaRPr lang="en-US"/>
          </a:p>
        </p:txBody>
      </p:sp>
      <p:sp>
        <p:nvSpPr>
          <p:cNvPr id="5" name="Footer Placeholder 4">
            <a:extLst>
              <a:ext uri="{FF2B5EF4-FFF2-40B4-BE49-F238E27FC236}">
                <a16:creationId xmlns:a16="http://schemas.microsoft.com/office/drawing/2014/main" id="{246EECB4-92B3-AC9E-6214-81CF2BDC11B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E385EC7-9BE7-CBAB-67B4-B024331E0EC4}"/>
              </a:ext>
            </a:extLst>
          </p:cNvPr>
          <p:cNvSpPr>
            <a:spLocks noGrp="1"/>
          </p:cNvSpPr>
          <p:nvPr>
            <p:ph type="sldNum" sz="quarter" idx="12"/>
          </p:nvPr>
        </p:nvSpPr>
        <p:spPr/>
        <p:txBody>
          <a:bodyPr/>
          <a:lstStyle>
            <a:lvl1pPr>
              <a:defRPr/>
            </a:lvl1pPr>
          </a:lstStyle>
          <a:p>
            <a:fld id="{426B7352-885D-4B58-83F6-80ACBED6D491}" type="slidenum">
              <a:rPr lang="en-US" altLang="en-US"/>
              <a:pPr/>
              <a:t>‹#›</a:t>
            </a:fld>
            <a:endParaRPr lang="en-US" altLang="en-US"/>
          </a:p>
        </p:txBody>
      </p:sp>
    </p:spTree>
    <p:extLst>
      <p:ext uri="{BB962C8B-B14F-4D97-AF65-F5344CB8AC3E}">
        <p14:creationId xmlns:p14="http://schemas.microsoft.com/office/powerpoint/2010/main" val="171468777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F183A-E360-ABEF-E496-0FC2F3678C6D}"/>
              </a:ext>
            </a:extLst>
          </p:cNvPr>
          <p:cNvSpPr>
            <a:spLocks noGrp="1"/>
          </p:cNvSpPr>
          <p:nvPr>
            <p:ph type="dt" sz="half" idx="10"/>
          </p:nvPr>
        </p:nvSpPr>
        <p:spPr/>
        <p:txBody>
          <a:bodyPr/>
          <a:lstStyle>
            <a:lvl1pPr>
              <a:defRPr/>
            </a:lvl1pPr>
          </a:lstStyle>
          <a:p>
            <a:pPr>
              <a:defRPr/>
            </a:pPr>
            <a:fld id="{E93362EA-673C-4919-9C4F-714A2AC2D68A}" type="datetimeFigureOut">
              <a:rPr lang="en-US"/>
              <a:pPr>
                <a:defRPr/>
              </a:pPr>
              <a:t>1/22/2025</a:t>
            </a:fld>
            <a:endParaRPr lang="en-US"/>
          </a:p>
        </p:txBody>
      </p:sp>
      <p:sp>
        <p:nvSpPr>
          <p:cNvPr id="5" name="Footer Placeholder 4">
            <a:extLst>
              <a:ext uri="{FF2B5EF4-FFF2-40B4-BE49-F238E27FC236}">
                <a16:creationId xmlns:a16="http://schemas.microsoft.com/office/drawing/2014/main" id="{35C2C958-F9F8-B4E3-E1FB-0E561ECB87E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71B7364-2433-8197-5B59-86A339F10C0A}"/>
              </a:ext>
            </a:extLst>
          </p:cNvPr>
          <p:cNvSpPr>
            <a:spLocks noGrp="1"/>
          </p:cNvSpPr>
          <p:nvPr>
            <p:ph type="sldNum" sz="quarter" idx="12"/>
          </p:nvPr>
        </p:nvSpPr>
        <p:spPr/>
        <p:txBody>
          <a:bodyPr/>
          <a:lstStyle>
            <a:lvl1pPr>
              <a:defRPr/>
            </a:lvl1pPr>
          </a:lstStyle>
          <a:p>
            <a:fld id="{9D921A44-D6FC-415B-8F8B-FA4EE968F90A}" type="slidenum">
              <a:rPr lang="en-US" altLang="en-US"/>
              <a:pPr/>
              <a:t>‹#›</a:t>
            </a:fld>
            <a:endParaRPr lang="en-US" altLang="en-US"/>
          </a:p>
        </p:txBody>
      </p:sp>
    </p:spTree>
    <p:extLst>
      <p:ext uri="{BB962C8B-B14F-4D97-AF65-F5344CB8AC3E}">
        <p14:creationId xmlns:p14="http://schemas.microsoft.com/office/powerpoint/2010/main" val="28391651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25544D1-8A1F-CA80-A230-3C0B2AF4688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27E205EA-001F-3EDA-5B36-1FA35B8C449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05B23BBB-42DD-4389-A8BF-490DB39AEACD}"/>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11" name="Rectangle 5">
                <a:extLst>
                  <a:ext uri="{FF2B5EF4-FFF2-40B4-BE49-F238E27FC236}">
                    <a16:creationId xmlns:a16="http://schemas.microsoft.com/office/drawing/2014/main" id="{79EB7DC1-4B5E-C6E9-F846-5A9E13D0B6C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grpSp>
        <p:grpSp>
          <p:nvGrpSpPr>
            <p:cNvPr id="4" name="Group 6">
              <a:extLst>
                <a:ext uri="{FF2B5EF4-FFF2-40B4-BE49-F238E27FC236}">
                  <a16:creationId xmlns:a16="http://schemas.microsoft.com/office/drawing/2014/main" id="{F21DFCDE-E531-3400-A8A5-0EDB5735BA0B}"/>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454A7CEA-4901-A242-E79C-B50F6466AF89}"/>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9" name="Rectangle 8">
                <a:extLst>
                  <a:ext uri="{FF2B5EF4-FFF2-40B4-BE49-F238E27FC236}">
                    <a16:creationId xmlns:a16="http://schemas.microsoft.com/office/drawing/2014/main" id="{B4AC071A-D3F5-F2C9-7D28-1B45D139EFBF}"/>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grpSp>
        <p:sp>
          <p:nvSpPr>
            <p:cNvPr id="5" name="Rectangle 9">
              <a:extLst>
                <a:ext uri="{FF2B5EF4-FFF2-40B4-BE49-F238E27FC236}">
                  <a16:creationId xmlns:a16="http://schemas.microsoft.com/office/drawing/2014/main" id="{DBE60A02-E7DF-640C-313D-30B295837BE6}"/>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6" name="Rectangle 10">
              <a:extLst>
                <a:ext uri="{FF2B5EF4-FFF2-40B4-BE49-F238E27FC236}">
                  <a16:creationId xmlns:a16="http://schemas.microsoft.com/office/drawing/2014/main" id="{D9774C3D-ECED-1527-40A0-72E7DB40EF99}"/>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7" name="Rectangle 11">
              <a:extLst>
                <a:ext uri="{FF2B5EF4-FFF2-40B4-BE49-F238E27FC236}">
                  <a16:creationId xmlns:a16="http://schemas.microsoft.com/office/drawing/2014/main" id="{49C7187E-E705-42C8-6294-6D1A3A94BA8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grpSp>
      <p:sp>
        <p:nvSpPr>
          <p:cNvPr id="12" name="Text Box 17">
            <a:extLst>
              <a:ext uri="{FF2B5EF4-FFF2-40B4-BE49-F238E27FC236}">
                <a16:creationId xmlns:a16="http://schemas.microsoft.com/office/drawing/2014/main" id="{4E375C99-39C4-6E2E-0FC6-9D7F2FD3F217}"/>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eaLnBrk="1" hangingPunct="1">
              <a:spcBef>
                <a:spcPct val="50000"/>
              </a:spcBef>
            </a:pPr>
            <a:r>
              <a:rPr lang="en-US" altLang="en-US" sz="1400" b="0" i="0">
                <a:solidFill>
                  <a:srgbClr val="000000"/>
                </a:solidFill>
                <a:latin typeface="McGrawHill-Italic"/>
              </a:rPr>
              <a:t>McGraw-Hill</a:t>
            </a:r>
            <a:endParaRPr lang="en-US" altLang="en-US" sz="2400" b="0" i="0">
              <a:solidFill>
                <a:srgbClr val="000000"/>
              </a:solidFill>
            </a:endParaRPr>
          </a:p>
        </p:txBody>
      </p:sp>
      <p:sp>
        <p:nvSpPr>
          <p:cNvPr id="13" name="Text Box 18">
            <a:extLst>
              <a:ext uri="{FF2B5EF4-FFF2-40B4-BE49-F238E27FC236}">
                <a16:creationId xmlns:a16="http://schemas.microsoft.com/office/drawing/2014/main" id="{8D990553-72AF-3FCF-C504-2FDAE43471BA}"/>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r" eaLnBrk="1" hangingPunct="1">
              <a:spcBef>
                <a:spcPct val="50000"/>
              </a:spcBef>
              <a:buFontTx/>
              <a:buChar char="©"/>
            </a:pPr>
            <a:r>
              <a:rPr lang="en-US" altLang="en-US" sz="1400" b="0" i="0">
                <a:solidFill>
                  <a:srgbClr val="000000"/>
                </a:solidFill>
                <a:latin typeface="McGrawHill-Italic"/>
              </a:rPr>
              <a:t>The McGraw-Hill Companies, Inc., 2000</a:t>
            </a:r>
            <a:endParaRPr lang="en-US" altLang="en-US" sz="2400" b="0" i="0">
              <a:solidFill>
                <a:srgbClr val="000000"/>
              </a:solidFill>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4">
            <a:extLst>
              <a:ext uri="{FF2B5EF4-FFF2-40B4-BE49-F238E27FC236}">
                <a16:creationId xmlns:a16="http://schemas.microsoft.com/office/drawing/2014/main" id="{CE445519-7586-CC86-BC5E-440D599A986C}"/>
              </a:ext>
            </a:extLst>
          </p:cNvPr>
          <p:cNvSpPr>
            <a:spLocks noGrp="1" noChangeArrowheads="1"/>
          </p:cNvSpPr>
          <p:nvPr>
            <p:ph type="dt" sz="half" idx="10"/>
          </p:nvPr>
        </p:nvSpPr>
        <p:spPr bwMode="auto">
          <a:xfrm>
            <a:off x="9906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i="0" smtClean="0">
                <a:solidFill>
                  <a:srgbClr val="1C1C1C"/>
                </a:solidFill>
                <a:latin typeface="+mn-lt"/>
              </a:defRPr>
            </a:lvl1pPr>
          </a:lstStyle>
          <a:p>
            <a:pPr>
              <a:defRPr/>
            </a:pPr>
            <a:endParaRPr lang="en-US" altLang="en-US"/>
          </a:p>
        </p:txBody>
      </p:sp>
      <p:sp>
        <p:nvSpPr>
          <p:cNvPr id="15" name="Footer Placeholder 15">
            <a:extLst>
              <a:ext uri="{FF2B5EF4-FFF2-40B4-BE49-F238E27FC236}">
                <a16:creationId xmlns:a16="http://schemas.microsoft.com/office/drawing/2014/main" id="{4924CD97-DDA5-3F31-3BB4-78FB24E19F3C}"/>
              </a:ext>
            </a:extLst>
          </p:cNvPr>
          <p:cNvSpPr>
            <a:spLocks noGrp="1" noChangeArrowheads="1"/>
          </p:cNvSpPr>
          <p:nvPr>
            <p:ph type="ftr" sz="quarter" idx="11"/>
          </p:nvPr>
        </p:nvSpPr>
        <p:spPr bwMode="auto">
          <a:xfrm>
            <a:off x="34290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i="0" smtClean="0">
                <a:solidFill>
                  <a:srgbClr val="1C1C1C"/>
                </a:solidFill>
                <a:latin typeface="+mn-lt"/>
              </a:defRPr>
            </a:lvl1pPr>
          </a:lstStyle>
          <a:p>
            <a:pPr>
              <a:defRPr/>
            </a:pPr>
            <a:endParaRPr lang="en-US" altLang="en-US"/>
          </a:p>
        </p:txBody>
      </p:sp>
      <p:sp>
        <p:nvSpPr>
          <p:cNvPr id="16" name="Slide Number Placeholder 16">
            <a:extLst>
              <a:ext uri="{FF2B5EF4-FFF2-40B4-BE49-F238E27FC236}">
                <a16:creationId xmlns:a16="http://schemas.microsoft.com/office/drawing/2014/main" id="{50736345-4103-709E-298D-9F0B4F4F670B}"/>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fld id="{FC92F9A4-2348-4A74-BC76-F36BE9A29B3F}" type="slidenum">
              <a:rPr lang="en-US" altLang="en-US"/>
              <a:pPr/>
              <a:t>‹#›</a:t>
            </a:fld>
            <a:endParaRPr lang="en-US" altLang="en-US"/>
          </a:p>
        </p:txBody>
      </p:sp>
    </p:spTree>
    <p:extLst>
      <p:ext uri="{BB962C8B-B14F-4D97-AF65-F5344CB8AC3E}">
        <p14:creationId xmlns:p14="http://schemas.microsoft.com/office/powerpoint/2010/main" val="4915558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0E4B36D9-7184-0DFC-A3E1-2CBC1D517B1C}"/>
              </a:ext>
            </a:extLst>
          </p:cNvPr>
          <p:cNvSpPr>
            <a:spLocks noGrp="1" noChangeArrowheads="1"/>
          </p:cNvSpPr>
          <p:nvPr>
            <p:ph type="sldNum" sz="quarter" idx="10"/>
          </p:nvPr>
        </p:nvSpPr>
        <p:spPr>
          <a:ln/>
        </p:spPr>
        <p:txBody>
          <a:bodyPr/>
          <a:lstStyle>
            <a:lvl1pPr>
              <a:defRPr/>
            </a:lvl1pPr>
          </a:lstStyle>
          <a:p>
            <a:r>
              <a:rPr lang="en-US" altLang="en-US"/>
              <a:t>9.</a:t>
            </a:r>
            <a:fld id="{DA535B84-E8FC-493A-B3AC-620ECD3ACE04}" type="slidenum">
              <a:rPr lang="en-US" altLang="en-US"/>
              <a:pPr/>
              <a:t>‹#›</a:t>
            </a:fld>
            <a:endParaRPr lang="en-US" altLang="en-US"/>
          </a:p>
        </p:txBody>
      </p:sp>
    </p:spTree>
    <p:extLst>
      <p:ext uri="{BB962C8B-B14F-4D97-AF65-F5344CB8AC3E}">
        <p14:creationId xmlns:p14="http://schemas.microsoft.com/office/powerpoint/2010/main" val="28852868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6">
            <a:extLst>
              <a:ext uri="{FF2B5EF4-FFF2-40B4-BE49-F238E27FC236}">
                <a16:creationId xmlns:a16="http://schemas.microsoft.com/office/drawing/2014/main" id="{BA58675A-A215-E252-481A-98F5C715A984}"/>
              </a:ext>
            </a:extLst>
          </p:cNvPr>
          <p:cNvSpPr>
            <a:spLocks noGrp="1" noChangeArrowheads="1"/>
          </p:cNvSpPr>
          <p:nvPr>
            <p:ph type="sldNum" sz="quarter" idx="10"/>
          </p:nvPr>
        </p:nvSpPr>
        <p:spPr>
          <a:ln/>
        </p:spPr>
        <p:txBody>
          <a:bodyPr/>
          <a:lstStyle>
            <a:lvl1pPr>
              <a:defRPr/>
            </a:lvl1pPr>
          </a:lstStyle>
          <a:p>
            <a:r>
              <a:rPr lang="en-US" altLang="en-US"/>
              <a:t>9.</a:t>
            </a:r>
            <a:fld id="{2E723415-D464-4A2F-8371-8C978AB52DC7}" type="slidenum">
              <a:rPr lang="en-US" altLang="en-US"/>
              <a:pPr/>
              <a:t>‹#›</a:t>
            </a:fld>
            <a:endParaRPr lang="en-US" altLang="en-US"/>
          </a:p>
        </p:txBody>
      </p:sp>
    </p:spTree>
    <p:extLst>
      <p:ext uri="{BB962C8B-B14F-4D97-AF65-F5344CB8AC3E}">
        <p14:creationId xmlns:p14="http://schemas.microsoft.com/office/powerpoint/2010/main" val="216168207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6">
            <a:extLst>
              <a:ext uri="{FF2B5EF4-FFF2-40B4-BE49-F238E27FC236}">
                <a16:creationId xmlns:a16="http://schemas.microsoft.com/office/drawing/2014/main" id="{59E2E509-99FE-B78F-8DFA-5BF948EC0039}"/>
              </a:ext>
            </a:extLst>
          </p:cNvPr>
          <p:cNvSpPr>
            <a:spLocks noGrp="1" noChangeArrowheads="1"/>
          </p:cNvSpPr>
          <p:nvPr>
            <p:ph type="sldNum" sz="quarter" idx="10"/>
          </p:nvPr>
        </p:nvSpPr>
        <p:spPr>
          <a:ln/>
        </p:spPr>
        <p:txBody>
          <a:bodyPr/>
          <a:lstStyle>
            <a:lvl1pPr>
              <a:defRPr/>
            </a:lvl1pPr>
          </a:lstStyle>
          <a:p>
            <a:r>
              <a:rPr lang="en-US" altLang="en-US"/>
              <a:t>9.</a:t>
            </a:r>
            <a:fld id="{B7ECB19A-13D5-4A13-9086-E512AEE2C770}" type="slidenum">
              <a:rPr lang="en-US" altLang="en-US"/>
              <a:pPr/>
              <a:t>‹#›</a:t>
            </a:fld>
            <a:endParaRPr lang="en-US" altLang="en-US"/>
          </a:p>
        </p:txBody>
      </p:sp>
    </p:spTree>
    <p:extLst>
      <p:ext uri="{BB962C8B-B14F-4D97-AF65-F5344CB8AC3E}">
        <p14:creationId xmlns:p14="http://schemas.microsoft.com/office/powerpoint/2010/main" val="342739310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6">
            <a:extLst>
              <a:ext uri="{FF2B5EF4-FFF2-40B4-BE49-F238E27FC236}">
                <a16:creationId xmlns:a16="http://schemas.microsoft.com/office/drawing/2014/main" id="{7577E5C2-CFE0-1F0C-CC2C-E87526107F62}"/>
              </a:ext>
            </a:extLst>
          </p:cNvPr>
          <p:cNvSpPr>
            <a:spLocks noGrp="1" noChangeArrowheads="1"/>
          </p:cNvSpPr>
          <p:nvPr>
            <p:ph type="sldNum" sz="quarter" idx="10"/>
          </p:nvPr>
        </p:nvSpPr>
        <p:spPr>
          <a:ln/>
        </p:spPr>
        <p:txBody>
          <a:bodyPr/>
          <a:lstStyle>
            <a:lvl1pPr>
              <a:defRPr/>
            </a:lvl1pPr>
          </a:lstStyle>
          <a:p>
            <a:r>
              <a:rPr lang="en-US" altLang="en-US"/>
              <a:t>9.</a:t>
            </a:r>
            <a:fld id="{CC99334B-8B1F-4A2A-9499-68BC966FB52E}" type="slidenum">
              <a:rPr lang="en-US" altLang="en-US"/>
              <a:pPr/>
              <a:t>‹#›</a:t>
            </a:fld>
            <a:endParaRPr lang="en-US" altLang="en-US"/>
          </a:p>
        </p:txBody>
      </p:sp>
    </p:spTree>
    <p:extLst>
      <p:ext uri="{BB962C8B-B14F-4D97-AF65-F5344CB8AC3E}">
        <p14:creationId xmlns:p14="http://schemas.microsoft.com/office/powerpoint/2010/main" val="379619821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Rectangle 16">
            <a:extLst>
              <a:ext uri="{FF2B5EF4-FFF2-40B4-BE49-F238E27FC236}">
                <a16:creationId xmlns:a16="http://schemas.microsoft.com/office/drawing/2014/main" id="{A7FCAEA9-256D-9210-5445-B12E1E63E79E}"/>
              </a:ext>
            </a:extLst>
          </p:cNvPr>
          <p:cNvSpPr>
            <a:spLocks noGrp="1" noChangeArrowheads="1"/>
          </p:cNvSpPr>
          <p:nvPr>
            <p:ph type="sldNum" sz="quarter" idx="10"/>
          </p:nvPr>
        </p:nvSpPr>
        <p:spPr>
          <a:ln/>
        </p:spPr>
        <p:txBody>
          <a:bodyPr/>
          <a:lstStyle>
            <a:lvl1pPr>
              <a:defRPr/>
            </a:lvl1pPr>
          </a:lstStyle>
          <a:p>
            <a:r>
              <a:rPr lang="en-US" altLang="en-US"/>
              <a:t>9.</a:t>
            </a:r>
            <a:fld id="{32002288-56BB-4F77-94A8-6C8B4A3940C5}" type="slidenum">
              <a:rPr lang="en-US" altLang="en-US"/>
              <a:pPr/>
              <a:t>‹#›</a:t>
            </a:fld>
            <a:endParaRPr lang="en-US" altLang="en-US"/>
          </a:p>
        </p:txBody>
      </p:sp>
    </p:spTree>
    <p:extLst>
      <p:ext uri="{BB962C8B-B14F-4D97-AF65-F5344CB8AC3E}">
        <p14:creationId xmlns:p14="http://schemas.microsoft.com/office/powerpoint/2010/main" val="295433731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06F31D1D-0146-9179-0E15-5FC524104184}"/>
              </a:ext>
            </a:extLst>
          </p:cNvPr>
          <p:cNvSpPr>
            <a:spLocks noGrp="1" noChangeArrowheads="1"/>
          </p:cNvSpPr>
          <p:nvPr>
            <p:ph type="sldNum" sz="quarter" idx="10"/>
          </p:nvPr>
        </p:nvSpPr>
        <p:spPr>
          <a:ln/>
        </p:spPr>
        <p:txBody>
          <a:bodyPr/>
          <a:lstStyle>
            <a:lvl1pPr>
              <a:defRPr/>
            </a:lvl1pPr>
          </a:lstStyle>
          <a:p>
            <a:r>
              <a:rPr lang="en-US" altLang="en-US"/>
              <a:t>9.</a:t>
            </a:r>
            <a:fld id="{3E5B4B78-5E63-492D-8C04-F8260193FDA3}" type="slidenum">
              <a:rPr lang="en-US" altLang="en-US"/>
              <a:pPr/>
              <a:t>‹#›</a:t>
            </a:fld>
            <a:endParaRPr lang="en-US" altLang="en-US"/>
          </a:p>
        </p:txBody>
      </p:sp>
    </p:spTree>
    <p:extLst>
      <p:ext uri="{BB962C8B-B14F-4D97-AF65-F5344CB8AC3E}">
        <p14:creationId xmlns:p14="http://schemas.microsoft.com/office/powerpoint/2010/main" val="158575588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B7BAFA4B-EEF4-4C43-8D5E-EB58A112F4BC}"/>
              </a:ext>
            </a:extLst>
          </p:cNvPr>
          <p:cNvSpPr>
            <a:spLocks noGrp="1" noChangeArrowheads="1"/>
          </p:cNvSpPr>
          <p:nvPr>
            <p:ph type="sldNum" sz="quarter" idx="10"/>
          </p:nvPr>
        </p:nvSpPr>
        <p:spPr>
          <a:ln/>
        </p:spPr>
        <p:txBody>
          <a:bodyPr/>
          <a:lstStyle>
            <a:lvl1pPr>
              <a:defRPr/>
            </a:lvl1pPr>
          </a:lstStyle>
          <a:p>
            <a:r>
              <a:rPr lang="en-US" altLang="en-US"/>
              <a:t>9.</a:t>
            </a:r>
            <a:fld id="{E6FCB961-C2BC-468C-829D-48E12885D6B9}" type="slidenum">
              <a:rPr lang="en-US" altLang="en-US"/>
              <a:pPr/>
              <a:t>‹#›</a:t>
            </a:fld>
            <a:endParaRPr lang="en-US" altLang="en-US"/>
          </a:p>
        </p:txBody>
      </p:sp>
    </p:spTree>
    <p:extLst>
      <p:ext uri="{BB962C8B-B14F-4D97-AF65-F5344CB8AC3E}">
        <p14:creationId xmlns:p14="http://schemas.microsoft.com/office/powerpoint/2010/main" val="176084572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1D9294A5-07F4-4785-DAA5-06DA28B3D25F}"/>
              </a:ext>
            </a:extLst>
          </p:cNvPr>
          <p:cNvSpPr>
            <a:spLocks noGrp="1" noChangeArrowheads="1"/>
          </p:cNvSpPr>
          <p:nvPr>
            <p:ph type="sldNum" sz="quarter" idx="10"/>
          </p:nvPr>
        </p:nvSpPr>
        <p:spPr>
          <a:ln/>
        </p:spPr>
        <p:txBody>
          <a:bodyPr/>
          <a:lstStyle>
            <a:lvl1pPr>
              <a:defRPr/>
            </a:lvl1pPr>
          </a:lstStyle>
          <a:p>
            <a:r>
              <a:rPr lang="en-US" altLang="en-US"/>
              <a:t>9.</a:t>
            </a:r>
            <a:fld id="{01EB4CAE-72D5-468D-9968-127DAF5AB86B}" type="slidenum">
              <a:rPr lang="en-US" altLang="en-US"/>
              <a:pPr/>
              <a:t>‹#›</a:t>
            </a:fld>
            <a:endParaRPr lang="en-US" altLang="en-US"/>
          </a:p>
        </p:txBody>
      </p:sp>
    </p:spTree>
    <p:extLst>
      <p:ext uri="{BB962C8B-B14F-4D97-AF65-F5344CB8AC3E}">
        <p14:creationId xmlns:p14="http://schemas.microsoft.com/office/powerpoint/2010/main" val="232020446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53EFC897-5B42-7A45-05D2-5753812A637A}"/>
              </a:ext>
            </a:extLst>
          </p:cNvPr>
          <p:cNvSpPr>
            <a:spLocks noGrp="1" noChangeArrowheads="1"/>
          </p:cNvSpPr>
          <p:nvPr>
            <p:ph type="sldNum" sz="quarter" idx="10"/>
          </p:nvPr>
        </p:nvSpPr>
        <p:spPr>
          <a:ln/>
        </p:spPr>
        <p:txBody>
          <a:bodyPr/>
          <a:lstStyle>
            <a:lvl1pPr>
              <a:defRPr/>
            </a:lvl1pPr>
          </a:lstStyle>
          <a:p>
            <a:r>
              <a:rPr lang="en-US" altLang="en-US"/>
              <a:t>9.</a:t>
            </a:r>
            <a:fld id="{2F4EA5C5-FEA9-4692-8A3A-BAA1FE7360DC}" type="slidenum">
              <a:rPr lang="en-US" altLang="en-US"/>
              <a:pPr/>
              <a:t>‹#›</a:t>
            </a:fld>
            <a:endParaRPr lang="en-US" altLang="en-US"/>
          </a:p>
        </p:txBody>
      </p:sp>
    </p:spTree>
    <p:extLst>
      <p:ext uri="{BB962C8B-B14F-4D97-AF65-F5344CB8AC3E}">
        <p14:creationId xmlns:p14="http://schemas.microsoft.com/office/powerpoint/2010/main" val="124528002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51156B1C-2FF2-B14B-3C9D-CDCF0DD1DB44}"/>
              </a:ext>
            </a:extLst>
          </p:cNvPr>
          <p:cNvSpPr>
            <a:spLocks noGrp="1" noChangeArrowheads="1"/>
          </p:cNvSpPr>
          <p:nvPr>
            <p:ph type="sldNum" sz="quarter" idx="10"/>
          </p:nvPr>
        </p:nvSpPr>
        <p:spPr>
          <a:ln/>
        </p:spPr>
        <p:txBody>
          <a:bodyPr/>
          <a:lstStyle>
            <a:lvl1pPr>
              <a:defRPr/>
            </a:lvl1pPr>
          </a:lstStyle>
          <a:p>
            <a:r>
              <a:rPr lang="en-US" altLang="en-US"/>
              <a:t>9.</a:t>
            </a:r>
            <a:fld id="{689B5D4D-03D5-42CA-B666-2DB3939E4BD6}" type="slidenum">
              <a:rPr lang="en-US" altLang="en-US"/>
              <a:pPr/>
              <a:t>‹#›</a:t>
            </a:fld>
            <a:endParaRPr lang="en-US" altLang="en-US"/>
          </a:p>
        </p:txBody>
      </p:sp>
    </p:spTree>
    <p:extLst>
      <p:ext uri="{BB962C8B-B14F-4D97-AF65-F5344CB8AC3E}">
        <p14:creationId xmlns:p14="http://schemas.microsoft.com/office/powerpoint/2010/main" val="174612334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3DEF077-99F1-3600-36BF-CC5C7E75EEC9}"/>
              </a:ext>
            </a:extLst>
          </p:cNvPr>
          <p:cNvCxnSpPr/>
          <p:nvPr/>
        </p:nvCxnSpPr>
        <p:spPr>
          <a:xfrm flipV="1">
            <a:off x="1588" y="5937250"/>
            <a:ext cx="6350" cy="635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Group 15">
            <a:extLst>
              <a:ext uri="{FF2B5EF4-FFF2-40B4-BE49-F238E27FC236}">
                <a16:creationId xmlns:a16="http://schemas.microsoft.com/office/drawing/2014/main" id="{AEB9901F-FCFC-9E04-E2F0-8EE1894EDEC3}"/>
              </a:ext>
            </a:extLst>
          </p:cNvPr>
          <p:cNvGrpSpPr>
            <a:grpSpLocks/>
          </p:cNvGrpSpPr>
          <p:nvPr/>
        </p:nvGrpSpPr>
        <p:grpSpPr bwMode="auto">
          <a:xfrm>
            <a:off x="0" y="6208713"/>
            <a:ext cx="9144000" cy="649287"/>
            <a:chOff x="0" y="6208894"/>
            <a:chExt cx="12192000" cy="649106"/>
          </a:xfrm>
        </p:grpSpPr>
        <p:sp>
          <p:nvSpPr>
            <p:cNvPr id="4" name="Rectangle 3">
              <a:extLst>
                <a:ext uri="{FF2B5EF4-FFF2-40B4-BE49-F238E27FC236}">
                  <a16:creationId xmlns:a16="http://schemas.microsoft.com/office/drawing/2014/main" id="{B7788876-672F-4CA0-003C-D0A1B22BF21E}"/>
                </a:ext>
              </a:extLst>
            </p:cNvPr>
            <p:cNvSpPr/>
            <p:nvPr/>
          </p:nvSpPr>
          <p:spPr>
            <a:xfrm>
              <a:off x="2117" y="6220003"/>
              <a:ext cx="12189883" cy="637997"/>
            </a:xfrm>
            <a:prstGeom prst="rect">
              <a:avLst/>
            </a:prstGeom>
            <a:ln>
              <a:noFill/>
            </a:ln>
          </p:spPr>
          <p:style>
            <a:lnRef idx="1">
              <a:schemeClr val="accent3"/>
            </a:lnRef>
            <a:fillRef idx="2">
              <a:schemeClr val="accent3"/>
            </a:fillRef>
            <a:effectRef idx="1">
              <a:schemeClr val="accent3"/>
            </a:effectRef>
            <a:fontRef idx="minor">
              <a:schemeClr val="dk1"/>
            </a:fontRef>
          </p:style>
          <p:txBody>
            <a:bodyPr anchor="ctr"/>
            <a:lstStyle/>
            <a:p>
              <a:pPr algn="ctr" defTabSz="685800" eaLnBrk="1" fontAlgn="auto" hangingPunct="1">
                <a:spcBef>
                  <a:spcPts val="0"/>
                </a:spcBef>
                <a:spcAft>
                  <a:spcPts val="0"/>
                </a:spcAft>
                <a:defRPr/>
              </a:pPr>
              <a:endParaRPr lang="en-US" sz="1350" b="0" i="0">
                <a:solidFill>
                  <a:prstClr val="black"/>
                </a:solidFill>
              </a:endParaRPr>
            </a:p>
          </p:txBody>
        </p:sp>
        <p:cxnSp>
          <p:nvCxnSpPr>
            <p:cNvPr id="5" name="Straight Connector 4">
              <a:extLst>
                <a:ext uri="{FF2B5EF4-FFF2-40B4-BE49-F238E27FC236}">
                  <a16:creationId xmlns:a16="http://schemas.microsoft.com/office/drawing/2014/main" id="{8556F89C-EC52-0818-EAB1-3D72284A57E7}"/>
                </a:ext>
              </a:extLst>
            </p:cNvPr>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AD58EA83-367A-2E1E-8A1C-D355B0B5903D}"/>
              </a:ext>
            </a:extLst>
          </p:cNvPr>
          <p:cNvCxnSpPr/>
          <p:nvPr userDrawn="1"/>
        </p:nvCxnSpPr>
        <p:spPr>
          <a:xfrm flipV="1">
            <a:off x="1588" y="5937250"/>
            <a:ext cx="6350" cy="6350"/>
          </a:xfrm>
          <a:prstGeom prst="line">
            <a:avLst/>
          </a:prstGeom>
        </p:spPr>
        <p:style>
          <a:lnRef idx="1">
            <a:schemeClr val="accent1"/>
          </a:lnRef>
          <a:fillRef idx="0">
            <a:schemeClr val="accent1"/>
          </a:fillRef>
          <a:effectRef idx="0">
            <a:schemeClr val="accent1"/>
          </a:effectRef>
          <a:fontRef idx="minor">
            <a:schemeClr val="tx1"/>
          </a:fontRef>
        </p:style>
      </p:cxnSp>
      <p:sp>
        <p:nvSpPr>
          <p:cNvPr id="17" name="Subtitle 16"/>
          <p:cNvSpPr>
            <a:spLocks noGrp="1"/>
          </p:cNvSpPr>
          <p:nvPr>
            <p:ph type="subTitle" idx="1"/>
          </p:nvPr>
        </p:nvSpPr>
        <p:spPr>
          <a:xfrm>
            <a:off x="533400" y="3228536"/>
            <a:ext cx="7854696" cy="1752600"/>
          </a:xfrm>
        </p:spPr>
        <p:txBody>
          <a:bodyPr lIns="0" rIns="18288"/>
          <a:lstStyle>
            <a:lvl1pPr marL="0" marR="34290" indent="0" algn="r">
              <a:buNone/>
              <a:defRPr>
                <a:solidFill>
                  <a:schemeClr val="tx1"/>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a:t>Click to edit Master subtitle style</a:t>
            </a:r>
          </a:p>
        </p:txBody>
      </p:sp>
      <p:sp>
        <p:nvSpPr>
          <p:cNvPr id="9" name="Title 8"/>
          <p:cNvSpPr>
            <a:spLocks noGrp="1"/>
          </p:cNvSpPr>
          <p:nvPr>
            <p:ph type="ctrTitle"/>
          </p:nvPr>
        </p:nvSpPr>
        <p:spPr>
          <a:xfrm>
            <a:off x="533400" y="1371600"/>
            <a:ext cx="7851648" cy="1828800"/>
          </a:xfrm>
          <a:ln>
            <a:noFill/>
          </a:ln>
        </p:spPr>
        <p:txBody>
          <a:bodyPr tIns="0" rIns="18288">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200" b="1">
                <a:ln>
                  <a:noFill/>
                </a:ln>
                <a:solidFill>
                  <a:schemeClr val="tx2"/>
                </a:solidFill>
                <a:effectLst/>
                <a:latin typeface="+mj-lt"/>
                <a:ea typeface="+mj-ea"/>
                <a:cs typeface="+mj-cs"/>
              </a:defRPr>
            </a:lvl1pPr>
          </a:lstStyle>
          <a:p>
            <a:r>
              <a:rPr lang="en-US"/>
              <a:t>Click to edit Master title style</a:t>
            </a:r>
            <a:endParaRPr lang="en-US" dirty="0"/>
          </a:p>
        </p:txBody>
      </p:sp>
      <p:sp>
        <p:nvSpPr>
          <p:cNvPr id="7" name="Date Placeholder 29">
            <a:extLst>
              <a:ext uri="{FF2B5EF4-FFF2-40B4-BE49-F238E27FC236}">
                <a16:creationId xmlns:a16="http://schemas.microsoft.com/office/drawing/2014/main" id="{FA00FB7A-37B3-E3D6-EBB3-8EDC7EE16CC0}"/>
              </a:ext>
            </a:extLst>
          </p:cNvPr>
          <p:cNvSpPr>
            <a:spLocks noGrp="1"/>
          </p:cNvSpPr>
          <p:nvPr>
            <p:ph type="dt" sz="half" idx="10"/>
          </p:nvPr>
        </p:nvSpPr>
        <p:spPr/>
        <p:txBody>
          <a:bodyPr/>
          <a:lstStyle>
            <a:lvl1pPr>
              <a:defRPr/>
            </a:lvl1pPr>
          </a:lstStyle>
          <a:p>
            <a:pPr>
              <a:defRPr/>
            </a:pPr>
            <a:fld id="{021A1D30-C0A0-4124-A783-34D9F15FA0FE}" type="datetime1">
              <a:rPr lang="en-US"/>
              <a:pPr>
                <a:defRPr/>
              </a:pPr>
              <a:t>1/22/2025</a:t>
            </a:fld>
            <a:endParaRPr lang="en-US"/>
          </a:p>
        </p:txBody>
      </p:sp>
      <p:sp>
        <p:nvSpPr>
          <p:cNvPr id="8" name="Footer Placeholder 18">
            <a:extLst>
              <a:ext uri="{FF2B5EF4-FFF2-40B4-BE49-F238E27FC236}">
                <a16:creationId xmlns:a16="http://schemas.microsoft.com/office/drawing/2014/main" id="{A8B29770-0D79-9039-0CCB-90132E870392}"/>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26">
            <a:extLst>
              <a:ext uri="{FF2B5EF4-FFF2-40B4-BE49-F238E27FC236}">
                <a16:creationId xmlns:a16="http://schemas.microsoft.com/office/drawing/2014/main" id="{1862723D-067B-7D7D-AA63-AC3228057568}"/>
              </a:ext>
            </a:extLst>
          </p:cNvPr>
          <p:cNvSpPr>
            <a:spLocks noGrp="1"/>
          </p:cNvSpPr>
          <p:nvPr>
            <p:ph type="sldNum" sz="quarter" idx="12"/>
          </p:nvPr>
        </p:nvSpPr>
        <p:spPr/>
        <p:txBody>
          <a:bodyPr/>
          <a:lstStyle>
            <a:lvl1pPr>
              <a:defRPr/>
            </a:lvl1pPr>
          </a:lstStyle>
          <a:p>
            <a:fld id="{E55DC46B-2BB5-4D4E-8F8D-084803E5B9DD}" type="slidenum">
              <a:rPr lang="en-US" altLang="en-US"/>
              <a:pPr/>
              <a:t>‹#›</a:t>
            </a:fld>
            <a:endParaRPr lang="en-US" altLang="en-US"/>
          </a:p>
        </p:txBody>
      </p:sp>
    </p:spTree>
    <p:extLst>
      <p:ext uri="{BB962C8B-B14F-4D97-AF65-F5344CB8AC3E}">
        <p14:creationId xmlns:p14="http://schemas.microsoft.com/office/powerpoint/2010/main" val="2021468410"/>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9">
            <a:extLst>
              <a:ext uri="{FF2B5EF4-FFF2-40B4-BE49-F238E27FC236}">
                <a16:creationId xmlns:a16="http://schemas.microsoft.com/office/drawing/2014/main" id="{39BE421A-2072-B712-647A-20974ABC44F1}"/>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8C3F23E5-B6AA-EE16-7B92-0CA970396CC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E875D765-4932-52B1-3C8D-53849AE2F08C}"/>
              </a:ext>
            </a:extLst>
          </p:cNvPr>
          <p:cNvSpPr>
            <a:spLocks noGrp="1"/>
          </p:cNvSpPr>
          <p:nvPr>
            <p:ph type="sldNum" sz="quarter" idx="12"/>
          </p:nvPr>
        </p:nvSpPr>
        <p:spPr/>
        <p:txBody>
          <a:bodyPr/>
          <a:lstStyle>
            <a:lvl1pPr>
              <a:defRPr/>
            </a:lvl1pPr>
          </a:lstStyle>
          <a:p>
            <a:fld id="{F1BDC134-DEA0-4850-A767-4BECDCE6677D}" type="slidenum">
              <a:rPr lang="en-US" altLang="en-US"/>
              <a:pPr/>
              <a:t>‹#›</a:t>
            </a:fld>
            <a:endParaRPr lang="en-US" altLang="en-US"/>
          </a:p>
        </p:txBody>
      </p:sp>
    </p:spTree>
    <p:extLst>
      <p:ext uri="{BB962C8B-B14F-4D97-AF65-F5344CB8AC3E}">
        <p14:creationId xmlns:p14="http://schemas.microsoft.com/office/powerpoint/2010/main" val="4028921614"/>
      </p:ext>
    </p:extLst>
  </p:cSld>
  <p:clrMapOvr>
    <a:masterClrMapping/>
  </p:clrMapOvr>
  <p:transition spd="med">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1650">
                <a:solidFill>
                  <a:schemeClr val="tx1"/>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4200" b="1" cap="none" baseline="0" dirty="0">
                <a:ln w="635">
                  <a:noFill/>
                </a:ln>
                <a:solidFill>
                  <a:schemeClr val="tx2"/>
                </a:solidFill>
                <a:effectLst/>
                <a:latin typeface="+mj-lt"/>
                <a:ea typeface="+mj-ea"/>
                <a:cs typeface="+mj-cs"/>
              </a:defRPr>
            </a:lvl1pPr>
          </a:lstStyle>
          <a:p>
            <a:r>
              <a:rPr lang="en-US"/>
              <a:t>Click to edit Master title style</a:t>
            </a:r>
          </a:p>
        </p:txBody>
      </p:sp>
      <p:sp>
        <p:nvSpPr>
          <p:cNvPr id="4" name="Date Placeholder 9">
            <a:extLst>
              <a:ext uri="{FF2B5EF4-FFF2-40B4-BE49-F238E27FC236}">
                <a16:creationId xmlns:a16="http://schemas.microsoft.com/office/drawing/2014/main" id="{D2A013B9-DFE4-7731-799D-E86FA877C7CF}"/>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2310AB4D-3AA5-2C63-1091-F435D9DAD4E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1A7E0D02-3098-C769-4935-6B63493E1F61}"/>
              </a:ext>
            </a:extLst>
          </p:cNvPr>
          <p:cNvSpPr>
            <a:spLocks noGrp="1"/>
          </p:cNvSpPr>
          <p:nvPr>
            <p:ph type="sldNum" sz="quarter" idx="12"/>
          </p:nvPr>
        </p:nvSpPr>
        <p:spPr/>
        <p:txBody>
          <a:bodyPr/>
          <a:lstStyle>
            <a:lvl1pPr>
              <a:defRPr/>
            </a:lvl1pPr>
          </a:lstStyle>
          <a:p>
            <a:fld id="{F7BCBFE3-A2F1-44B9-87BB-ECE230C13B3C}" type="slidenum">
              <a:rPr lang="en-US" altLang="en-US"/>
              <a:pPr/>
              <a:t>‹#›</a:t>
            </a:fld>
            <a:endParaRPr lang="en-US" altLang="en-US"/>
          </a:p>
        </p:txBody>
      </p:sp>
    </p:spTree>
    <p:extLst>
      <p:ext uri="{BB962C8B-B14F-4D97-AF65-F5344CB8AC3E}">
        <p14:creationId xmlns:p14="http://schemas.microsoft.com/office/powerpoint/2010/main" val="681209334"/>
      </p:ext>
    </p:extLst>
  </p:cSld>
  <p:clrMapOvr>
    <a:masterClrMapping/>
  </p:clrMapOvr>
  <p:transition spd="med">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48200" y="1920085"/>
            <a:ext cx="4038600" cy="4434840"/>
          </a:xfrm>
        </p:spPr>
        <p:txBody>
          <a:bodyPr/>
          <a:lstStyle>
            <a:lvl1pPr>
              <a:defRPr sz="1950"/>
            </a:lvl1pPr>
            <a:lvl2pPr>
              <a:defRPr sz="1800"/>
            </a:lvl2pPr>
            <a:lvl3pPr>
              <a:defRPr sz="1500"/>
            </a:lvl3pPr>
            <a:lvl4pPr>
              <a:defRPr sz="1350"/>
            </a:lvl4pPr>
            <a:lvl5pPr>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half" idx="1"/>
          </p:nvPr>
        </p:nvSpPr>
        <p:spPr>
          <a:xfrm>
            <a:off x="457200" y="1920085"/>
            <a:ext cx="4038600" cy="4434840"/>
          </a:xfrm>
        </p:spPr>
        <p:txBody>
          <a:bodyPr/>
          <a:lstStyle>
            <a:lvl1pPr>
              <a:defRPr sz="1950"/>
            </a:lvl1pPr>
            <a:lvl2pPr>
              <a:defRPr sz="1800"/>
            </a:lvl2pPr>
            <a:lvl3pPr>
              <a:defRPr sz="1500"/>
            </a:lvl3pPr>
            <a:lvl4pPr>
              <a:defRPr sz="1350"/>
            </a:lvl4pPr>
            <a:lvl5pPr>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5" name="Date Placeholder 9">
            <a:extLst>
              <a:ext uri="{FF2B5EF4-FFF2-40B4-BE49-F238E27FC236}">
                <a16:creationId xmlns:a16="http://schemas.microsoft.com/office/drawing/2014/main" id="{16190BF6-DDE0-1B63-07BB-A70C3BA1DFBD}"/>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6" name="Footer Placeholder 21">
            <a:extLst>
              <a:ext uri="{FF2B5EF4-FFF2-40B4-BE49-F238E27FC236}">
                <a16:creationId xmlns:a16="http://schemas.microsoft.com/office/drawing/2014/main" id="{70CF17BD-3A85-2AE3-2D94-AED5F495C1A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83DC8BED-9413-5DF7-EF46-1B378293BEAB}"/>
              </a:ext>
            </a:extLst>
          </p:cNvPr>
          <p:cNvSpPr>
            <a:spLocks noGrp="1"/>
          </p:cNvSpPr>
          <p:nvPr>
            <p:ph type="sldNum" sz="quarter" idx="12"/>
          </p:nvPr>
        </p:nvSpPr>
        <p:spPr/>
        <p:txBody>
          <a:bodyPr/>
          <a:lstStyle>
            <a:lvl1pPr>
              <a:defRPr/>
            </a:lvl1pPr>
          </a:lstStyle>
          <a:p>
            <a:fld id="{17585DDF-5B30-4272-BC4C-330BF0F0213F}" type="slidenum">
              <a:rPr lang="en-US" altLang="en-US"/>
              <a:pPr/>
              <a:t>‹#›</a:t>
            </a:fld>
            <a:endParaRPr lang="en-US" altLang="en-US"/>
          </a:p>
        </p:txBody>
      </p:sp>
    </p:spTree>
    <p:extLst>
      <p:ext uri="{BB962C8B-B14F-4D97-AF65-F5344CB8AC3E}">
        <p14:creationId xmlns:p14="http://schemas.microsoft.com/office/powerpoint/2010/main" val="2855075253"/>
      </p:ext>
    </p:extLst>
  </p:cSld>
  <p:clrMapOvr>
    <a:masterClrMapping/>
  </p:clrMapOvr>
  <p:transition spd="med">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4645026" y="2514600"/>
            <a:ext cx="4041775" cy="3845720"/>
          </a:xfrm>
        </p:spPr>
        <p:txBody>
          <a:bodyPr tIns="0"/>
          <a:lstStyle>
            <a:lvl1pPr>
              <a:defRPr sz="165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4645026" y="1859759"/>
            <a:ext cx="4041775" cy="654843"/>
          </a:xfrm>
        </p:spPr>
        <p:txBody>
          <a:bodyPr lIns="45720" tIns="0" rIns="45720" bIns="0" anchor="ctr"/>
          <a:lstStyle>
            <a:lvl1pPr marL="0" indent="0">
              <a:buNone/>
              <a:defRPr sz="1800" b="1" cap="none" baseline="0">
                <a:solidFill>
                  <a:schemeClr val="tx1"/>
                </a:solidFill>
                <a:effectLst/>
              </a:defRPr>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165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1800" b="1" cap="none" baseline="0">
                <a:solidFill>
                  <a:schemeClr val="tx1"/>
                </a:solidFill>
                <a:effectLst/>
              </a:defRPr>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2" name="Title 1"/>
          <p:cNvSpPr>
            <a:spLocks noGrp="1"/>
          </p:cNvSpPr>
          <p:nvPr>
            <p:ph type="title"/>
          </p:nvPr>
        </p:nvSpPr>
        <p:spPr>
          <a:xfrm>
            <a:off x="457200" y="704088"/>
            <a:ext cx="8229600" cy="1143000"/>
          </a:xfrm>
        </p:spPr>
        <p:txBody>
          <a:bodyPr tIns="45720"/>
          <a:lstStyle>
            <a:lvl1pPr>
              <a:defRPr/>
            </a:lvl1pPr>
          </a:lstStyle>
          <a:p>
            <a:r>
              <a:rPr lang="en-US"/>
              <a:t>Click to edit Master title style</a:t>
            </a:r>
          </a:p>
        </p:txBody>
      </p:sp>
      <p:sp>
        <p:nvSpPr>
          <p:cNvPr id="7" name="Date Placeholder 9">
            <a:extLst>
              <a:ext uri="{FF2B5EF4-FFF2-40B4-BE49-F238E27FC236}">
                <a16:creationId xmlns:a16="http://schemas.microsoft.com/office/drawing/2014/main" id="{2C8EB032-6F8E-DA16-720F-CD3AFB8C5E55}"/>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8" name="Footer Placeholder 21">
            <a:extLst>
              <a:ext uri="{FF2B5EF4-FFF2-40B4-BE49-F238E27FC236}">
                <a16:creationId xmlns:a16="http://schemas.microsoft.com/office/drawing/2014/main" id="{3197D349-B7E9-4561-1A69-C26C9FA6398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7">
            <a:extLst>
              <a:ext uri="{FF2B5EF4-FFF2-40B4-BE49-F238E27FC236}">
                <a16:creationId xmlns:a16="http://schemas.microsoft.com/office/drawing/2014/main" id="{FD7EA1CA-A4B0-505C-A811-4C2F02037E22}"/>
              </a:ext>
            </a:extLst>
          </p:cNvPr>
          <p:cNvSpPr>
            <a:spLocks noGrp="1"/>
          </p:cNvSpPr>
          <p:nvPr>
            <p:ph type="sldNum" sz="quarter" idx="12"/>
          </p:nvPr>
        </p:nvSpPr>
        <p:spPr/>
        <p:txBody>
          <a:bodyPr/>
          <a:lstStyle>
            <a:lvl1pPr>
              <a:defRPr/>
            </a:lvl1pPr>
          </a:lstStyle>
          <a:p>
            <a:fld id="{DF40279E-1863-45D1-9FD3-EB64BC9000C0}" type="slidenum">
              <a:rPr lang="en-US" altLang="en-US"/>
              <a:pPr/>
              <a:t>‹#›</a:t>
            </a:fld>
            <a:endParaRPr lang="en-US" altLang="en-US"/>
          </a:p>
        </p:txBody>
      </p:sp>
    </p:spTree>
    <p:extLst>
      <p:ext uri="{BB962C8B-B14F-4D97-AF65-F5344CB8AC3E}">
        <p14:creationId xmlns:p14="http://schemas.microsoft.com/office/powerpoint/2010/main" val="3273548129"/>
      </p:ext>
    </p:extLst>
  </p:cSld>
  <p:clrMapOvr>
    <a:masterClrMapping/>
  </p:clrMapOvr>
  <p:transition spd="med">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tIns="45720">
            <a:scene3d>
              <a:camera prst="orthographicFront"/>
              <a:lightRig rig="freezing" dir="t">
                <a:rot lat="0" lon="0" rev="5640000"/>
              </a:lightRig>
            </a:scene3d>
            <a:sp3d prstMaterial="flat">
              <a:contourClr>
                <a:schemeClr val="tx2"/>
              </a:contourClr>
            </a:sp3d>
          </a:bodyPr>
          <a:lstStyle>
            <a:lvl1pPr algn="l" rtl="0">
              <a:spcBef>
                <a:spcPct val="0"/>
              </a:spcBef>
              <a:buNone/>
              <a:defRPr sz="375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a16="http://schemas.microsoft.com/office/drawing/2014/main" id="{E1B7103A-BEAA-E15D-305E-BF942A3508CC}"/>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4" name="Footer Placeholder 21">
            <a:extLst>
              <a:ext uri="{FF2B5EF4-FFF2-40B4-BE49-F238E27FC236}">
                <a16:creationId xmlns:a16="http://schemas.microsoft.com/office/drawing/2014/main" id="{DB3FA8AC-31BC-D17B-F06C-C7702E857BA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7">
            <a:extLst>
              <a:ext uri="{FF2B5EF4-FFF2-40B4-BE49-F238E27FC236}">
                <a16:creationId xmlns:a16="http://schemas.microsoft.com/office/drawing/2014/main" id="{1688F0EB-ED4A-30B8-A932-B6B6E46F6A26}"/>
              </a:ext>
            </a:extLst>
          </p:cNvPr>
          <p:cNvSpPr>
            <a:spLocks noGrp="1"/>
          </p:cNvSpPr>
          <p:nvPr>
            <p:ph type="sldNum" sz="quarter" idx="12"/>
          </p:nvPr>
        </p:nvSpPr>
        <p:spPr/>
        <p:txBody>
          <a:bodyPr/>
          <a:lstStyle>
            <a:lvl1pPr>
              <a:defRPr/>
            </a:lvl1pPr>
          </a:lstStyle>
          <a:p>
            <a:fld id="{EDF77E79-732E-435F-8CB3-9BAA79323DC5}" type="slidenum">
              <a:rPr lang="en-US" altLang="en-US"/>
              <a:pPr/>
              <a:t>‹#›</a:t>
            </a:fld>
            <a:endParaRPr lang="en-US" altLang="en-US"/>
          </a:p>
        </p:txBody>
      </p:sp>
    </p:spTree>
    <p:extLst>
      <p:ext uri="{BB962C8B-B14F-4D97-AF65-F5344CB8AC3E}">
        <p14:creationId xmlns:p14="http://schemas.microsoft.com/office/powerpoint/2010/main" val="3132851587"/>
      </p:ext>
    </p:extLst>
  </p:cSld>
  <p:clrMapOvr>
    <a:masterClrMapping/>
  </p:clrMapOvr>
  <p:transition spd="med">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53330D71-5091-A7D6-F44B-778E98553ABA}"/>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3" name="Footer Placeholder 21">
            <a:extLst>
              <a:ext uri="{FF2B5EF4-FFF2-40B4-BE49-F238E27FC236}">
                <a16:creationId xmlns:a16="http://schemas.microsoft.com/office/drawing/2014/main" id="{9C097613-51E2-2D79-C2E5-75C95F8BD0E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17">
            <a:extLst>
              <a:ext uri="{FF2B5EF4-FFF2-40B4-BE49-F238E27FC236}">
                <a16:creationId xmlns:a16="http://schemas.microsoft.com/office/drawing/2014/main" id="{6B887754-BF42-8905-6D8A-6C72206C1BA6}"/>
              </a:ext>
            </a:extLst>
          </p:cNvPr>
          <p:cNvSpPr>
            <a:spLocks noGrp="1"/>
          </p:cNvSpPr>
          <p:nvPr>
            <p:ph type="sldNum" sz="quarter" idx="12"/>
          </p:nvPr>
        </p:nvSpPr>
        <p:spPr/>
        <p:txBody>
          <a:bodyPr/>
          <a:lstStyle>
            <a:lvl1pPr>
              <a:defRPr/>
            </a:lvl1pPr>
          </a:lstStyle>
          <a:p>
            <a:fld id="{91300BB3-C334-439C-A0DB-8BF4A9FA1C6C}" type="slidenum">
              <a:rPr lang="en-US" altLang="en-US"/>
              <a:pPr/>
              <a:t>‹#›</a:t>
            </a:fld>
            <a:endParaRPr lang="en-US" altLang="en-US"/>
          </a:p>
        </p:txBody>
      </p:sp>
    </p:spTree>
    <p:extLst>
      <p:ext uri="{BB962C8B-B14F-4D97-AF65-F5344CB8AC3E}">
        <p14:creationId xmlns:p14="http://schemas.microsoft.com/office/powerpoint/2010/main" val="3447000665"/>
      </p:ext>
    </p:extLst>
  </p:cSld>
  <p:clrMapOvr>
    <a:masterClrMapping/>
  </p:clrMapOvr>
  <p:transition spd="med">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3575050" y="1676400"/>
            <a:ext cx="5111750" cy="4572000"/>
          </a:xfrm>
        </p:spPr>
        <p:txBody>
          <a:bodyPr tIns="0"/>
          <a:lstStyle>
            <a:lvl1pPr>
              <a:defRPr sz="2100"/>
            </a:lvl1pPr>
            <a:lvl2pPr>
              <a:defRPr sz="1950"/>
            </a:lvl2pPr>
            <a:lvl3pPr>
              <a:defRPr sz="1800"/>
            </a:lvl3pPr>
            <a:lvl4pPr>
              <a:defRPr sz="1500"/>
            </a:lvl4pPr>
            <a:lvl5pPr>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050"/>
            </a:lvl1pPr>
            <a:lvl2pPr indent="0" algn="l">
              <a:buNone/>
              <a:defRPr sz="900"/>
            </a:lvl2pPr>
            <a:lvl3pPr indent="0" algn="l">
              <a:buNone/>
              <a:defRPr sz="750"/>
            </a:lvl3pPr>
            <a:lvl4pPr indent="0" algn="l">
              <a:buNone/>
              <a:defRPr sz="675"/>
            </a:lvl4pPr>
            <a:lvl5pPr indent="0" algn="l">
              <a:buNone/>
              <a:defRPr sz="675"/>
            </a:lvl5pPr>
          </a:lstStyle>
          <a:p>
            <a:pPr lvl="0"/>
            <a:r>
              <a:rPr lang="en-US"/>
              <a:t>Click to edit Master text styles</a:t>
            </a:r>
          </a:p>
        </p:txBody>
      </p:sp>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1950" b="0">
                <a:ln>
                  <a:noFill/>
                </a:ln>
                <a:solidFill>
                  <a:schemeClr val="tx2"/>
                </a:solidFill>
                <a:effectLst/>
                <a:latin typeface="+mj-lt"/>
                <a:ea typeface="+mj-ea"/>
                <a:cs typeface="+mj-cs"/>
              </a:defRPr>
            </a:lvl1pPr>
          </a:lstStyle>
          <a:p>
            <a:r>
              <a:rPr lang="en-US"/>
              <a:t>Click to edit Master title style</a:t>
            </a:r>
          </a:p>
        </p:txBody>
      </p:sp>
      <p:sp>
        <p:nvSpPr>
          <p:cNvPr id="5" name="Date Placeholder 9">
            <a:extLst>
              <a:ext uri="{FF2B5EF4-FFF2-40B4-BE49-F238E27FC236}">
                <a16:creationId xmlns:a16="http://schemas.microsoft.com/office/drawing/2014/main" id="{FCE545AB-550B-EB5E-01B4-C016B556C85B}"/>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6" name="Footer Placeholder 21">
            <a:extLst>
              <a:ext uri="{FF2B5EF4-FFF2-40B4-BE49-F238E27FC236}">
                <a16:creationId xmlns:a16="http://schemas.microsoft.com/office/drawing/2014/main" id="{22D94B51-795D-B769-DEA8-2A20F1BE1F8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12DE165C-D108-9D4A-F51A-84DE07BAFCD5}"/>
              </a:ext>
            </a:extLst>
          </p:cNvPr>
          <p:cNvSpPr>
            <a:spLocks noGrp="1"/>
          </p:cNvSpPr>
          <p:nvPr>
            <p:ph type="sldNum" sz="quarter" idx="12"/>
          </p:nvPr>
        </p:nvSpPr>
        <p:spPr/>
        <p:txBody>
          <a:bodyPr/>
          <a:lstStyle>
            <a:lvl1pPr>
              <a:defRPr/>
            </a:lvl1pPr>
          </a:lstStyle>
          <a:p>
            <a:fld id="{02E01D3D-43C0-4782-8FDB-5D469FFDA6CD}" type="slidenum">
              <a:rPr lang="en-US" altLang="en-US"/>
              <a:pPr/>
              <a:t>‹#›</a:t>
            </a:fld>
            <a:endParaRPr lang="en-US" altLang="en-US"/>
          </a:p>
        </p:txBody>
      </p:sp>
    </p:spTree>
    <p:extLst>
      <p:ext uri="{BB962C8B-B14F-4D97-AF65-F5344CB8AC3E}">
        <p14:creationId xmlns:p14="http://schemas.microsoft.com/office/powerpoint/2010/main" val="3352828682"/>
      </p:ext>
    </p:extLst>
  </p:cSld>
  <p:clrMapOvr>
    <a:masterClrMapping/>
  </p:clrMapOvr>
  <p:transition spd="med">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4">
            <a:extLst>
              <a:ext uri="{FF2B5EF4-FFF2-40B4-BE49-F238E27FC236}">
                <a16:creationId xmlns:a16="http://schemas.microsoft.com/office/drawing/2014/main" id="{B62943E6-0420-ED0B-62FA-BD142958A28B}"/>
              </a:ext>
            </a:extLst>
          </p:cNvPr>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b="0" i="0">
              <a:solidFill>
                <a:prstClr val="white"/>
              </a:solidFill>
            </a:endParaRPr>
          </a:p>
        </p:txBody>
      </p:sp>
      <p:sp>
        <p:nvSpPr>
          <p:cNvPr id="6" name="Right Triangle 5">
            <a:extLst>
              <a:ext uri="{FF2B5EF4-FFF2-40B4-BE49-F238E27FC236}">
                <a16:creationId xmlns:a16="http://schemas.microsoft.com/office/drawing/2014/main" id="{01CD5AE6-EA89-6D0B-B990-E5833B890D7E}"/>
              </a:ext>
            </a:extLst>
          </p:cNvPr>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b="0" i="0">
              <a:solidFill>
                <a:prstClr val="white"/>
              </a:solidFill>
            </a:endParaRPr>
          </a:p>
        </p:txBody>
      </p:sp>
      <p:sp>
        <p:nvSpPr>
          <p:cNvPr id="7" name="Freeform 16">
            <a:extLst>
              <a:ext uri="{FF2B5EF4-FFF2-40B4-BE49-F238E27FC236}">
                <a16:creationId xmlns:a16="http://schemas.microsoft.com/office/drawing/2014/main" id="{AA73A038-B765-FA26-E34D-C8BD97F9DEC8}"/>
              </a:ext>
            </a:extLst>
          </p:cNvPr>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68580" tIns="34290" rIns="68580" bIns="34290"/>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8" name="Freeform 18">
            <a:extLst>
              <a:ext uri="{FF2B5EF4-FFF2-40B4-BE49-F238E27FC236}">
                <a16:creationId xmlns:a16="http://schemas.microsoft.com/office/drawing/2014/main" id="{CC766204-C654-5A46-7FAB-512CAB76EC59}"/>
              </a:ext>
            </a:extLst>
          </p:cNvPr>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68580" tIns="34290" rIns="68580" bIns="34290"/>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24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188"/>
              </a:spcBef>
              <a:buFontTx/>
              <a:buNone/>
              <a:defRPr sz="975"/>
            </a:lvl1pPr>
            <a:lvl2pPr>
              <a:defRPr sz="900"/>
            </a:lvl2pPr>
            <a:lvl3pPr>
              <a:defRPr sz="750"/>
            </a:lvl3pPr>
            <a:lvl4pPr>
              <a:defRPr sz="675"/>
            </a:lvl4pPr>
            <a:lvl5pPr>
              <a:defRPr sz="675"/>
            </a:lvl5pPr>
          </a:lstStyle>
          <a:p>
            <a:pPr lvl="0"/>
            <a:r>
              <a:rPr lang="en-US"/>
              <a:t>Click to edit Master text styles</a:t>
            </a:r>
          </a:p>
        </p:txBody>
      </p:sp>
      <p:sp>
        <p:nvSpPr>
          <p:cNvPr id="2" name="Title 1"/>
          <p:cNvSpPr>
            <a:spLocks noGrp="1"/>
          </p:cNvSpPr>
          <p:nvPr>
            <p:ph type="title"/>
          </p:nvPr>
        </p:nvSpPr>
        <p:spPr>
          <a:xfrm>
            <a:off x="609600" y="1176998"/>
            <a:ext cx="2212848" cy="1582621"/>
          </a:xfrm>
        </p:spPr>
        <p:txBody>
          <a:bodyPr lIns="45720" tIns="45720" rIns="45720" bIns="45720"/>
          <a:lstStyle>
            <a:lvl1pPr algn="l">
              <a:buNone/>
              <a:defRPr sz="1500" b="1">
                <a:solidFill>
                  <a:schemeClr val="tx2"/>
                </a:solidFill>
              </a:defRPr>
            </a:lvl1pPr>
          </a:lstStyle>
          <a:p>
            <a:r>
              <a:rPr lang="en-US"/>
              <a:t>Click to edit Master title style</a:t>
            </a:r>
          </a:p>
        </p:txBody>
      </p:sp>
      <p:sp>
        <p:nvSpPr>
          <p:cNvPr id="9" name="Date Placeholder 4">
            <a:extLst>
              <a:ext uri="{FF2B5EF4-FFF2-40B4-BE49-F238E27FC236}">
                <a16:creationId xmlns:a16="http://schemas.microsoft.com/office/drawing/2014/main" id="{F80E253F-7A60-2700-871B-BA4D03FF3F8D}"/>
              </a:ext>
            </a:extLst>
          </p:cNvPr>
          <p:cNvSpPr>
            <a:spLocks noGrp="1"/>
          </p:cNvSpPr>
          <p:nvPr>
            <p:ph type="dt" sz="half" idx="10"/>
          </p:nvPr>
        </p:nvSpPr>
        <p:spPr/>
        <p:txBody>
          <a:bodyPr/>
          <a:lstStyle>
            <a:lvl1pPr>
              <a:defRPr/>
            </a:lvl1pPr>
          </a:lstStyle>
          <a:p>
            <a:pPr>
              <a:defRPr/>
            </a:pPr>
            <a:fld id="{1359EFBB-CFA1-4AA8-9123-F0B52DBD84FE}" type="datetime1">
              <a:rPr lang="en-US"/>
              <a:pPr>
                <a:defRPr/>
              </a:pPr>
              <a:t>1/22/2025</a:t>
            </a:fld>
            <a:endParaRPr lang="en-US"/>
          </a:p>
        </p:txBody>
      </p:sp>
      <p:sp>
        <p:nvSpPr>
          <p:cNvPr id="10" name="Footer Placeholder 5">
            <a:extLst>
              <a:ext uri="{FF2B5EF4-FFF2-40B4-BE49-F238E27FC236}">
                <a16:creationId xmlns:a16="http://schemas.microsoft.com/office/drawing/2014/main" id="{EBEB6215-FC5E-84EF-D0EA-A58B80407BD1}"/>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id="{62F9FDD2-0178-F129-1CB2-158F39C487F4}"/>
              </a:ext>
            </a:extLst>
          </p:cNvPr>
          <p:cNvSpPr>
            <a:spLocks noGrp="1"/>
          </p:cNvSpPr>
          <p:nvPr>
            <p:ph type="sldNum" sz="quarter" idx="12"/>
          </p:nvPr>
        </p:nvSpPr>
        <p:spPr>
          <a:xfrm>
            <a:off x="8077200" y="6356350"/>
            <a:ext cx="609600" cy="365125"/>
          </a:xfrm>
        </p:spPr>
        <p:txBody>
          <a:bodyPr/>
          <a:lstStyle>
            <a:lvl1pPr>
              <a:defRPr/>
            </a:lvl1pPr>
          </a:lstStyle>
          <a:p>
            <a:fld id="{C4F3AD4E-08E8-46AA-B0F0-701753D5D24A}" type="slidenum">
              <a:rPr lang="en-US" altLang="en-US"/>
              <a:pPr/>
              <a:t>‹#›</a:t>
            </a:fld>
            <a:endParaRPr lang="en-US" altLang="en-US"/>
          </a:p>
        </p:txBody>
      </p:sp>
    </p:spTree>
    <p:extLst>
      <p:ext uri="{BB962C8B-B14F-4D97-AF65-F5344CB8AC3E}">
        <p14:creationId xmlns:p14="http://schemas.microsoft.com/office/powerpoint/2010/main" val="2323719582"/>
      </p:ext>
    </p:extLst>
  </p:cSld>
  <p:clrMapOvr>
    <a:masterClrMapping/>
  </p:clrMapOvr>
  <p:transition spd="med">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9">
            <a:extLst>
              <a:ext uri="{FF2B5EF4-FFF2-40B4-BE49-F238E27FC236}">
                <a16:creationId xmlns:a16="http://schemas.microsoft.com/office/drawing/2014/main" id="{FB4E389B-95BE-03E4-4F65-1B8E0BA85C55}"/>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E36072D8-E6EA-2600-44D7-F628B297E6D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E3EB6CE9-55FC-DEC0-33DE-93A3862BB5A1}"/>
              </a:ext>
            </a:extLst>
          </p:cNvPr>
          <p:cNvSpPr>
            <a:spLocks noGrp="1"/>
          </p:cNvSpPr>
          <p:nvPr>
            <p:ph type="sldNum" sz="quarter" idx="12"/>
          </p:nvPr>
        </p:nvSpPr>
        <p:spPr/>
        <p:txBody>
          <a:bodyPr/>
          <a:lstStyle>
            <a:lvl1pPr>
              <a:defRPr/>
            </a:lvl1pPr>
          </a:lstStyle>
          <a:p>
            <a:fld id="{61A99C2A-7957-4C5B-8038-5F6D7D3E7B6B}" type="slidenum">
              <a:rPr lang="en-US" altLang="en-US"/>
              <a:pPr/>
              <a:t>‹#›</a:t>
            </a:fld>
            <a:endParaRPr lang="en-US" altLang="en-US"/>
          </a:p>
        </p:txBody>
      </p:sp>
    </p:spTree>
    <p:extLst>
      <p:ext uri="{BB962C8B-B14F-4D97-AF65-F5344CB8AC3E}">
        <p14:creationId xmlns:p14="http://schemas.microsoft.com/office/powerpoint/2010/main" val="450131859"/>
      </p:ext>
    </p:extLst>
  </p:cSld>
  <p:clrMapOvr>
    <a:masterClrMapping/>
  </p:clrMapOvr>
  <p:transition spd="med">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457200" y="914402"/>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6629400" y="914402"/>
            <a:ext cx="2057400" cy="5211763"/>
          </a:xfrm>
        </p:spPr>
        <p:txBody>
          <a:bodyPr vert="eaVert"/>
          <a:lstStyle/>
          <a:p>
            <a:r>
              <a:rPr lang="en-US"/>
              <a:t>Click to edit Master title style</a:t>
            </a:r>
          </a:p>
        </p:txBody>
      </p:sp>
      <p:sp>
        <p:nvSpPr>
          <p:cNvPr id="4" name="Date Placeholder 9">
            <a:extLst>
              <a:ext uri="{FF2B5EF4-FFF2-40B4-BE49-F238E27FC236}">
                <a16:creationId xmlns:a16="http://schemas.microsoft.com/office/drawing/2014/main" id="{4B26AFF4-53D8-3B48-5000-01A4DA2877DE}"/>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9242749B-58A6-8A4E-6F81-E4791EE1772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66542209-828F-EA99-DADC-4F9B739ECEDC}"/>
              </a:ext>
            </a:extLst>
          </p:cNvPr>
          <p:cNvSpPr>
            <a:spLocks noGrp="1"/>
          </p:cNvSpPr>
          <p:nvPr>
            <p:ph type="sldNum" sz="quarter" idx="12"/>
          </p:nvPr>
        </p:nvSpPr>
        <p:spPr/>
        <p:txBody>
          <a:bodyPr/>
          <a:lstStyle>
            <a:lvl1pPr>
              <a:defRPr/>
            </a:lvl1pPr>
          </a:lstStyle>
          <a:p>
            <a:fld id="{FFB81420-34FF-4D27-8237-02678314E66B}" type="slidenum">
              <a:rPr lang="en-US" altLang="en-US"/>
              <a:pPr/>
              <a:t>‹#›</a:t>
            </a:fld>
            <a:endParaRPr lang="en-US" altLang="en-US"/>
          </a:p>
        </p:txBody>
      </p:sp>
    </p:spTree>
    <p:extLst>
      <p:ext uri="{BB962C8B-B14F-4D97-AF65-F5344CB8AC3E}">
        <p14:creationId xmlns:p14="http://schemas.microsoft.com/office/powerpoint/2010/main" val="1170904974"/>
      </p:ext>
    </p:extLst>
  </p:cSld>
  <p:clrMapOvr>
    <a:masterClrMapping/>
  </p:clrMapOvr>
  <p:transition spd="med">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55070AC-DC42-FA17-7A19-BF4BB14D5746}"/>
              </a:ext>
            </a:extLst>
          </p:cNvPr>
          <p:cNvCxnSpPr/>
          <p:nvPr/>
        </p:nvCxnSpPr>
        <p:spPr>
          <a:xfrm flipV="1">
            <a:off x="1588" y="5937250"/>
            <a:ext cx="6350" cy="635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Group 15">
            <a:extLst>
              <a:ext uri="{FF2B5EF4-FFF2-40B4-BE49-F238E27FC236}">
                <a16:creationId xmlns:a16="http://schemas.microsoft.com/office/drawing/2014/main" id="{49F5CEFB-8FAF-C669-E3A4-601AEE93D703}"/>
              </a:ext>
            </a:extLst>
          </p:cNvPr>
          <p:cNvGrpSpPr>
            <a:grpSpLocks/>
          </p:cNvGrpSpPr>
          <p:nvPr/>
        </p:nvGrpSpPr>
        <p:grpSpPr bwMode="auto">
          <a:xfrm>
            <a:off x="0" y="6208713"/>
            <a:ext cx="9144000" cy="649287"/>
            <a:chOff x="0" y="6208894"/>
            <a:chExt cx="12192000" cy="649106"/>
          </a:xfrm>
        </p:grpSpPr>
        <p:sp>
          <p:nvSpPr>
            <p:cNvPr id="4" name="Rectangle 3">
              <a:extLst>
                <a:ext uri="{FF2B5EF4-FFF2-40B4-BE49-F238E27FC236}">
                  <a16:creationId xmlns:a16="http://schemas.microsoft.com/office/drawing/2014/main" id="{C05FCCF1-6B2F-36FA-02BB-6199AEA4713A}"/>
                </a:ext>
              </a:extLst>
            </p:cNvPr>
            <p:cNvSpPr/>
            <p:nvPr/>
          </p:nvSpPr>
          <p:spPr>
            <a:xfrm>
              <a:off x="2117" y="6220003"/>
              <a:ext cx="12189883" cy="637997"/>
            </a:xfrm>
            <a:prstGeom prst="rect">
              <a:avLst/>
            </a:prstGeom>
            <a:ln>
              <a:noFill/>
            </a:ln>
          </p:spPr>
          <p:style>
            <a:lnRef idx="1">
              <a:schemeClr val="accent3"/>
            </a:lnRef>
            <a:fillRef idx="2">
              <a:schemeClr val="accent3"/>
            </a:fillRef>
            <a:effectRef idx="1">
              <a:schemeClr val="accent3"/>
            </a:effectRef>
            <a:fontRef idx="minor">
              <a:schemeClr val="dk1"/>
            </a:fontRef>
          </p:style>
          <p:txBody>
            <a:bodyPr anchor="ctr"/>
            <a:lstStyle/>
            <a:p>
              <a:pPr algn="ctr" defTabSz="685800" eaLnBrk="1" fontAlgn="auto" hangingPunct="1">
                <a:spcBef>
                  <a:spcPts val="0"/>
                </a:spcBef>
                <a:spcAft>
                  <a:spcPts val="0"/>
                </a:spcAft>
                <a:defRPr/>
              </a:pPr>
              <a:endParaRPr lang="en-US" sz="1350" b="0" i="0">
                <a:solidFill>
                  <a:prstClr val="black"/>
                </a:solidFill>
              </a:endParaRPr>
            </a:p>
          </p:txBody>
        </p:sp>
        <p:cxnSp>
          <p:nvCxnSpPr>
            <p:cNvPr id="5" name="Straight Connector 4">
              <a:extLst>
                <a:ext uri="{FF2B5EF4-FFF2-40B4-BE49-F238E27FC236}">
                  <a16:creationId xmlns:a16="http://schemas.microsoft.com/office/drawing/2014/main" id="{7E32A352-ABA2-DDA7-3D69-6D1A0A215BB6}"/>
                </a:ext>
              </a:extLst>
            </p:cNvPr>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B1349DED-DFAB-2587-D61E-6963F2115BC4}"/>
              </a:ext>
            </a:extLst>
          </p:cNvPr>
          <p:cNvCxnSpPr/>
          <p:nvPr userDrawn="1"/>
        </p:nvCxnSpPr>
        <p:spPr>
          <a:xfrm flipV="1">
            <a:off x="1588" y="5937250"/>
            <a:ext cx="6350" cy="6350"/>
          </a:xfrm>
          <a:prstGeom prst="line">
            <a:avLst/>
          </a:prstGeom>
        </p:spPr>
        <p:style>
          <a:lnRef idx="1">
            <a:schemeClr val="accent1"/>
          </a:lnRef>
          <a:fillRef idx="0">
            <a:schemeClr val="accent1"/>
          </a:fillRef>
          <a:effectRef idx="0">
            <a:schemeClr val="accent1"/>
          </a:effectRef>
          <a:fontRef idx="minor">
            <a:schemeClr val="tx1"/>
          </a:fontRef>
        </p:style>
      </p:cxnSp>
      <p:sp>
        <p:nvSpPr>
          <p:cNvPr id="17" name="Subtitle 16"/>
          <p:cNvSpPr>
            <a:spLocks noGrp="1"/>
          </p:cNvSpPr>
          <p:nvPr>
            <p:ph type="subTitle" idx="1"/>
          </p:nvPr>
        </p:nvSpPr>
        <p:spPr>
          <a:xfrm>
            <a:off x="533400" y="3228536"/>
            <a:ext cx="7854696" cy="1752600"/>
          </a:xfrm>
        </p:spPr>
        <p:txBody>
          <a:bodyPr lIns="0" rIns="18288"/>
          <a:lstStyle>
            <a:lvl1pPr marL="0" marR="34290" indent="0" algn="r">
              <a:buNone/>
              <a:defRPr>
                <a:solidFill>
                  <a:schemeClr val="tx1"/>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a:t>Click to edit Master subtitle style</a:t>
            </a:r>
          </a:p>
        </p:txBody>
      </p:sp>
      <p:sp>
        <p:nvSpPr>
          <p:cNvPr id="9" name="Title 8"/>
          <p:cNvSpPr>
            <a:spLocks noGrp="1"/>
          </p:cNvSpPr>
          <p:nvPr>
            <p:ph type="ctrTitle"/>
          </p:nvPr>
        </p:nvSpPr>
        <p:spPr>
          <a:xfrm>
            <a:off x="533400" y="1371600"/>
            <a:ext cx="7851648" cy="1828800"/>
          </a:xfrm>
          <a:ln>
            <a:noFill/>
          </a:ln>
        </p:spPr>
        <p:txBody>
          <a:bodyPr tIns="0" rIns="18288">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200" b="1">
                <a:ln>
                  <a:noFill/>
                </a:ln>
                <a:solidFill>
                  <a:schemeClr val="tx2"/>
                </a:solidFill>
                <a:effectLst/>
                <a:latin typeface="+mj-lt"/>
                <a:ea typeface="+mj-ea"/>
                <a:cs typeface="+mj-cs"/>
              </a:defRPr>
            </a:lvl1pPr>
          </a:lstStyle>
          <a:p>
            <a:r>
              <a:rPr lang="en-US"/>
              <a:t>Click to edit Master title style</a:t>
            </a:r>
            <a:endParaRPr lang="en-US" dirty="0"/>
          </a:p>
        </p:txBody>
      </p:sp>
      <p:sp>
        <p:nvSpPr>
          <p:cNvPr id="7" name="Date Placeholder 29">
            <a:extLst>
              <a:ext uri="{FF2B5EF4-FFF2-40B4-BE49-F238E27FC236}">
                <a16:creationId xmlns:a16="http://schemas.microsoft.com/office/drawing/2014/main" id="{B68316F8-58AF-AF74-78DC-85B748C03E95}"/>
              </a:ext>
            </a:extLst>
          </p:cNvPr>
          <p:cNvSpPr>
            <a:spLocks noGrp="1"/>
          </p:cNvSpPr>
          <p:nvPr>
            <p:ph type="dt" sz="half" idx="10"/>
          </p:nvPr>
        </p:nvSpPr>
        <p:spPr/>
        <p:txBody>
          <a:bodyPr/>
          <a:lstStyle>
            <a:lvl1pPr>
              <a:defRPr/>
            </a:lvl1pPr>
          </a:lstStyle>
          <a:p>
            <a:pPr>
              <a:defRPr/>
            </a:pPr>
            <a:fld id="{021A1D30-C0A0-4124-A783-34D9F15FA0FE}" type="datetime1">
              <a:rPr lang="en-US"/>
              <a:pPr>
                <a:defRPr/>
              </a:pPr>
              <a:t>1/22/2025</a:t>
            </a:fld>
            <a:endParaRPr lang="en-US"/>
          </a:p>
        </p:txBody>
      </p:sp>
      <p:sp>
        <p:nvSpPr>
          <p:cNvPr id="8" name="Footer Placeholder 18">
            <a:extLst>
              <a:ext uri="{FF2B5EF4-FFF2-40B4-BE49-F238E27FC236}">
                <a16:creationId xmlns:a16="http://schemas.microsoft.com/office/drawing/2014/main" id="{E81355C8-CD9F-473E-555D-D55D038A91C3}"/>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26">
            <a:extLst>
              <a:ext uri="{FF2B5EF4-FFF2-40B4-BE49-F238E27FC236}">
                <a16:creationId xmlns:a16="http://schemas.microsoft.com/office/drawing/2014/main" id="{2FAECCD4-12FA-FEE5-182A-F0597B3249B8}"/>
              </a:ext>
            </a:extLst>
          </p:cNvPr>
          <p:cNvSpPr>
            <a:spLocks noGrp="1"/>
          </p:cNvSpPr>
          <p:nvPr>
            <p:ph type="sldNum" sz="quarter" idx="12"/>
          </p:nvPr>
        </p:nvSpPr>
        <p:spPr/>
        <p:txBody>
          <a:bodyPr/>
          <a:lstStyle>
            <a:lvl1pPr>
              <a:defRPr/>
            </a:lvl1pPr>
          </a:lstStyle>
          <a:p>
            <a:fld id="{B73FD83E-CC47-4FF7-9AB4-FCA13590438B}" type="slidenum">
              <a:rPr lang="en-US" altLang="en-US"/>
              <a:pPr/>
              <a:t>‹#›</a:t>
            </a:fld>
            <a:endParaRPr lang="en-US" altLang="en-US"/>
          </a:p>
        </p:txBody>
      </p:sp>
    </p:spTree>
    <p:extLst>
      <p:ext uri="{BB962C8B-B14F-4D97-AF65-F5344CB8AC3E}">
        <p14:creationId xmlns:p14="http://schemas.microsoft.com/office/powerpoint/2010/main" val="332958417"/>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9">
            <a:extLst>
              <a:ext uri="{FF2B5EF4-FFF2-40B4-BE49-F238E27FC236}">
                <a16:creationId xmlns:a16="http://schemas.microsoft.com/office/drawing/2014/main" id="{3A21079E-F6F9-888A-367A-38B591F338AB}"/>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04B9EAA8-94BD-8CBC-097E-C1811A301E1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1A1BBB84-2A6C-9675-DC93-A5350515A33D}"/>
              </a:ext>
            </a:extLst>
          </p:cNvPr>
          <p:cNvSpPr>
            <a:spLocks noGrp="1"/>
          </p:cNvSpPr>
          <p:nvPr>
            <p:ph type="sldNum" sz="quarter" idx="12"/>
          </p:nvPr>
        </p:nvSpPr>
        <p:spPr/>
        <p:txBody>
          <a:bodyPr/>
          <a:lstStyle>
            <a:lvl1pPr>
              <a:defRPr/>
            </a:lvl1pPr>
          </a:lstStyle>
          <a:p>
            <a:fld id="{A0FE4C0C-D234-409C-8767-6BEAC87B4D12}" type="slidenum">
              <a:rPr lang="en-US" altLang="en-US"/>
              <a:pPr/>
              <a:t>‹#›</a:t>
            </a:fld>
            <a:endParaRPr lang="en-US" altLang="en-US"/>
          </a:p>
        </p:txBody>
      </p:sp>
    </p:spTree>
    <p:extLst>
      <p:ext uri="{BB962C8B-B14F-4D97-AF65-F5344CB8AC3E}">
        <p14:creationId xmlns:p14="http://schemas.microsoft.com/office/powerpoint/2010/main" val="1046243251"/>
      </p:ext>
    </p:extLst>
  </p:cSld>
  <p:clrMapOvr>
    <a:masterClrMapping/>
  </p:clrMapOvr>
  <p:transition spd="med">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1650">
                <a:solidFill>
                  <a:schemeClr val="tx1"/>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4200" b="1" cap="none" baseline="0" dirty="0">
                <a:ln w="635">
                  <a:noFill/>
                </a:ln>
                <a:solidFill>
                  <a:schemeClr val="tx2"/>
                </a:solidFill>
                <a:effectLst/>
                <a:latin typeface="+mj-lt"/>
                <a:ea typeface="+mj-ea"/>
                <a:cs typeface="+mj-cs"/>
              </a:defRPr>
            </a:lvl1pPr>
          </a:lstStyle>
          <a:p>
            <a:r>
              <a:rPr lang="en-US"/>
              <a:t>Click to edit Master title style</a:t>
            </a:r>
          </a:p>
        </p:txBody>
      </p:sp>
      <p:sp>
        <p:nvSpPr>
          <p:cNvPr id="4" name="Date Placeholder 9">
            <a:extLst>
              <a:ext uri="{FF2B5EF4-FFF2-40B4-BE49-F238E27FC236}">
                <a16:creationId xmlns:a16="http://schemas.microsoft.com/office/drawing/2014/main" id="{0EDDA75C-3D20-CEE1-DC3E-1371E682D97C}"/>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6E93E9F1-9270-71EB-AB5F-8B42C01FA7E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E1E1E2B5-C060-ACC9-D15C-B915D4B887E1}"/>
              </a:ext>
            </a:extLst>
          </p:cNvPr>
          <p:cNvSpPr>
            <a:spLocks noGrp="1"/>
          </p:cNvSpPr>
          <p:nvPr>
            <p:ph type="sldNum" sz="quarter" idx="12"/>
          </p:nvPr>
        </p:nvSpPr>
        <p:spPr/>
        <p:txBody>
          <a:bodyPr/>
          <a:lstStyle>
            <a:lvl1pPr>
              <a:defRPr/>
            </a:lvl1pPr>
          </a:lstStyle>
          <a:p>
            <a:fld id="{A4F2E435-98CD-428F-9C52-7C529AF48A48}" type="slidenum">
              <a:rPr lang="en-US" altLang="en-US"/>
              <a:pPr/>
              <a:t>‹#›</a:t>
            </a:fld>
            <a:endParaRPr lang="en-US" altLang="en-US"/>
          </a:p>
        </p:txBody>
      </p:sp>
    </p:spTree>
    <p:extLst>
      <p:ext uri="{BB962C8B-B14F-4D97-AF65-F5344CB8AC3E}">
        <p14:creationId xmlns:p14="http://schemas.microsoft.com/office/powerpoint/2010/main" val="1766042149"/>
      </p:ext>
    </p:extLst>
  </p:cSld>
  <p:clrMapOvr>
    <a:masterClrMapping/>
  </p:clrMapOvr>
  <p:transition spd="med">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48200" y="1920085"/>
            <a:ext cx="4038600" cy="4434840"/>
          </a:xfrm>
        </p:spPr>
        <p:txBody>
          <a:bodyPr/>
          <a:lstStyle>
            <a:lvl1pPr>
              <a:defRPr sz="1950"/>
            </a:lvl1pPr>
            <a:lvl2pPr>
              <a:defRPr sz="1800"/>
            </a:lvl2pPr>
            <a:lvl3pPr>
              <a:defRPr sz="1500"/>
            </a:lvl3pPr>
            <a:lvl4pPr>
              <a:defRPr sz="1350"/>
            </a:lvl4pPr>
            <a:lvl5pPr>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half" idx="1"/>
          </p:nvPr>
        </p:nvSpPr>
        <p:spPr>
          <a:xfrm>
            <a:off x="457200" y="1920085"/>
            <a:ext cx="4038600" cy="4434840"/>
          </a:xfrm>
        </p:spPr>
        <p:txBody>
          <a:bodyPr/>
          <a:lstStyle>
            <a:lvl1pPr>
              <a:defRPr sz="1950"/>
            </a:lvl1pPr>
            <a:lvl2pPr>
              <a:defRPr sz="1800"/>
            </a:lvl2pPr>
            <a:lvl3pPr>
              <a:defRPr sz="1500"/>
            </a:lvl3pPr>
            <a:lvl4pPr>
              <a:defRPr sz="1350"/>
            </a:lvl4pPr>
            <a:lvl5pPr>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5" name="Date Placeholder 9">
            <a:extLst>
              <a:ext uri="{FF2B5EF4-FFF2-40B4-BE49-F238E27FC236}">
                <a16:creationId xmlns:a16="http://schemas.microsoft.com/office/drawing/2014/main" id="{F5B197DC-0BE5-704D-7FC4-46C13C78FA8F}"/>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6" name="Footer Placeholder 21">
            <a:extLst>
              <a:ext uri="{FF2B5EF4-FFF2-40B4-BE49-F238E27FC236}">
                <a16:creationId xmlns:a16="http://schemas.microsoft.com/office/drawing/2014/main" id="{DF583BFB-3416-775E-E3C6-AD14E10FFDA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BAE96699-B946-D8B1-0059-99C05B54A55B}"/>
              </a:ext>
            </a:extLst>
          </p:cNvPr>
          <p:cNvSpPr>
            <a:spLocks noGrp="1"/>
          </p:cNvSpPr>
          <p:nvPr>
            <p:ph type="sldNum" sz="quarter" idx="12"/>
          </p:nvPr>
        </p:nvSpPr>
        <p:spPr/>
        <p:txBody>
          <a:bodyPr/>
          <a:lstStyle>
            <a:lvl1pPr>
              <a:defRPr/>
            </a:lvl1pPr>
          </a:lstStyle>
          <a:p>
            <a:fld id="{2831CAA6-43EC-4F09-B476-F8E93370BC70}" type="slidenum">
              <a:rPr lang="en-US" altLang="en-US"/>
              <a:pPr/>
              <a:t>‹#›</a:t>
            </a:fld>
            <a:endParaRPr lang="en-US" altLang="en-US"/>
          </a:p>
        </p:txBody>
      </p:sp>
    </p:spTree>
    <p:extLst>
      <p:ext uri="{BB962C8B-B14F-4D97-AF65-F5344CB8AC3E}">
        <p14:creationId xmlns:p14="http://schemas.microsoft.com/office/powerpoint/2010/main" val="1753059902"/>
      </p:ext>
    </p:extLst>
  </p:cSld>
  <p:clrMapOvr>
    <a:masterClrMapping/>
  </p:clrMapOvr>
  <p:transition spd="med">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4645026" y="2514600"/>
            <a:ext cx="4041775" cy="3845720"/>
          </a:xfrm>
        </p:spPr>
        <p:txBody>
          <a:bodyPr tIns="0"/>
          <a:lstStyle>
            <a:lvl1pPr>
              <a:defRPr sz="165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3"/>
          </p:nvPr>
        </p:nvSpPr>
        <p:spPr>
          <a:xfrm>
            <a:off x="4645026" y="1859759"/>
            <a:ext cx="4041775" cy="654843"/>
          </a:xfrm>
        </p:spPr>
        <p:txBody>
          <a:bodyPr lIns="45720" tIns="0" rIns="45720" bIns="0" anchor="ctr"/>
          <a:lstStyle>
            <a:lvl1pPr marL="0" indent="0">
              <a:buNone/>
              <a:defRPr sz="1800" b="1" cap="none" baseline="0">
                <a:solidFill>
                  <a:schemeClr val="tx1"/>
                </a:solidFill>
                <a:effectLst/>
              </a:defRPr>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1650"/>
            </a:lvl1pPr>
            <a:lvl2pPr>
              <a:defRPr sz="1500"/>
            </a:lvl2pPr>
            <a:lvl3pPr>
              <a:defRPr sz="135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1800" b="1" cap="none" baseline="0">
                <a:solidFill>
                  <a:schemeClr val="tx1"/>
                </a:solidFill>
                <a:effectLst/>
              </a:defRPr>
            </a:lvl1pPr>
            <a:lvl2pPr>
              <a:buNone/>
              <a:defRPr sz="1500" b="1"/>
            </a:lvl2pPr>
            <a:lvl3pPr>
              <a:buNone/>
              <a:defRPr sz="1350" b="1"/>
            </a:lvl3pPr>
            <a:lvl4pPr>
              <a:buNone/>
              <a:defRPr sz="1200" b="1"/>
            </a:lvl4pPr>
            <a:lvl5pPr>
              <a:buNone/>
              <a:defRPr sz="1200" b="1"/>
            </a:lvl5pPr>
          </a:lstStyle>
          <a:p>
            <a:pPr lvl="0"/>
            <a:r>
              <a:rPr lang="en-US"/>
              <a:t>Click to edit Master text styles</a:t>
            </a:r>
          </a:p>
        </p:txBody>
      </p:sp>
      <p:sp>
        <p:nvSpPr>
          <p:cNvPr id="2" name="Title 1"/>
          <p:cNvSpPr>
            <a:spLocks noGrp="1"/>
          </p:cNvSpPr>
          <p:nvPr>
            <p:ph type="title"/>
          </p:nvPr>
        </p:nvSpPr>
        <p:spPr>
          <a:xfrm>
            <a:off x="457200" y="704088"/>
            <a:ext cx="8229600" cy="1143000"/>
          </a:xfrm>
        </p:spPr>
        <p:txBody>
          <a:bodyPr tIns="45720"/>
          <a:lstStyle>
            <a:lvl1pPr>
              <a:defRPr/>
            </a:lvl1pPr>
          </a:lstStyle>
          <a:p>
            <a:r>
              <a:rPr lang="en-US"/>
              <a:t>Click to edit Master title style</a:t>
            </a:r>
          </a:p>
        </p:txBody>
      </p:sp>
      <p:sp>
        <p:nvSpPr>
          <p:cNvPr id="7" name="Date Placeholder 9">
            <a:extLst>
              <a:ext uri="{FF2B5EF4-FFF2-40B4-BE49-F238E27FC236}">
                <a16:creationId xmlns:a16="http://schemas.microsoft.com/office/drawing/2014/main" id="{7BB0B5E9-2C0D-2F2E-01A6-1578E219FBFF}"/>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8" name="Footer Placeholder 21">
            <a:extLst>
              <a:ext uri="{FF2B5EF4-FFF2-40B4-BE49-F238E27FC236}">
                <a16:creationId xmlns:a16="http://schemas.microsoft.com/office/drawing/2014/main" id="{B00EB033-7F53-4783-4577-834AF977A395}"/>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17">
            <a:extLst>
              <a:ext uri="{FF2B5EF4-FFF2-40B4-BE49-F238E27FC236}">
                <a16:creationId xmlns:a16="http://schemas.microsoft.com/office/drawing/2014/main" id="{46ECE6AA-9AF1-0311-8420-DE61DF770100}"/>
              </a:ext>
            </a:extLst>
          </p:cNvPr>
          <p:cNvSpPr>
            <a:spLocks noGrp="1"/>
          </p:cNvSpPr>
          <p:nvPr>
            <p:ph type="sldNum" sz="quarter" idx="12"/>
          </p:nvPr>
        </p:nvSpPr>
        <p:spPr/>
        <p:txBody>
          <a:bodyPr/>
          <a:lstStyle>
            <a:lvl1pPr>
              <a:defRPr/>
            </a:lvl1pPr>
          </a:lstStyle>
          <a:p>
            <a:fld id="{24C2C93D-E287-47BC-BA24-D8E53D0EBFC7}" type="slidenum">
              <a:rPr lang="en-US" altLang="en-US"/>
              <a:pPr/>
              <a:t>‹#›</a:t>
            </a:fld>
            <a:endParaRPr lang="en-US" altLang="en-US"/>
          </a:p>
        </p:txBody>
      </p:sp>
    </p:spTree>
    <p:extLst>
      <p:ext uri="{BB962C8B-B14F-4D97-AF65-F5344CB8AC3E}">
        <p14:creationId xmlns:p14="http://schemas.microsoft.com/office/powerpoint/2010/main" val="2768122813"/>
      </p:ext>
    </p:extLst>
  </p:cSld>
  <p:clrMapOvr>
    <a:masterClrMapping/>
  </p:clrMapOvr>
  <p:transition spd="med">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tIns="45720">
            <a:scene3d>
              <a:camera prst="orthographicFront"/>
              <a:lightRig rig="freezing" dir="t">
                <a:rot lat="0" lon="0" rev="5640000"/>
              </a:lightRig>
            </a:scene3d>
            <a:sp3d prstMaterial="flat">
              <a:contourClr>
                <a:schemeClr val="tx2"/>
              </a:contourClr>
            </a:sp3d>
          </a:bodyPr>
          <a:lstStyle>
            <a:lvl1pPr algn="l" rtl="0">
              <a:spcBef>
                <a:spcPct val="0"/>
              </a:spcBef>
              <a:buNone/>
              <a:defRPr sz="3750" b="0">
                <a:ln>
                  <a:noFill/>
                </a:ln>
                <a:solidFill>
                  <a:schemeClr val="tx2"/>
                </a:solidFill>
                <a:effectLst/>
                <a:latin typeface="+mj-lt"/>
                <a:ea typeface="+mj-ea"/>
                <a:cs typeface="+mj-cs"/>
              </a:defRPr>
            </a:lvl1pPr>
          </a:lstStyle>
          <a:p>
            <a:r>
              <a:rPr lang="en-US"/>
              <a:t>Click to edit Master title style</a:t>
            </a:r>
          </a:p>
        </p:txBody>
      </p:sp>
      <p:sp>
        <p:nvSpPr>
          <p:cNvPr id="3" name="Date Placeholder 9">
            <a:extLst>
              <a:ext uri="{FF2B5EF4-FFF2-40B4-BE49-F238E27FC236}">
                <a16:creationId xmlns:a16="http://schemas.microsoft.com/office/drawing/2014/main" id="{A279C1BD-5077-B888-D2B5-272D0599BAC9}"/>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4" name="Footer Placeholder 21">
            <a:extLst>
              <a:ext uri="{FF2B5EF4-FFF2-40B4-BE49-F238E27FC236}">
                <a16:creationId xmlns:a16="http://schemas.microsoft.com/office/drawing/2014/main" id="{D4242D5B-E255-245F-C87A-4B05EC3AC12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7">
            <a:extLst>
              <a:ext uri="{FF2B5EF4-FFF2-40B4-BE49-F238E27FC236}">
                <a16:creationId xmlns:a16="http://schemas.microsoft.com/office/drawing/2014/main" id="{5775F7C4-268F-8D1D-5388-9ADFF55427B3}"/>
              </a:ext>
            </a:extLst>
          </p:cNvPr>
          <p:cNvSpPr>
            <a:spLocks noGrp="1"/>
          </p:cNvSpPr>
          <p:nvPr>
            <p:ph type="sldNum" sz="quarter" idx="12"/>
          </p:nvPr>
        </p:nvSpPr>
        <p:spPr/>
        <p:txBody>
          <a:bodyPr/>
          <a:lstStyle>
            <a:lvl1pPr>
              <a:defRPr/>
            </a:lvl1pPr>
          </a:lstStyle>
          <a:p>
            <a:fld id="{50F09595-686D-43A0-844B-787283BE8B28}" type="slidenum">
              <a:rPr lang="en-US" altLang="en-US"/>
              <a:pPr/>
              <a:t>‹#›</a:t>
            </a:fld>
            <a:endParaRPr lang="en-US" altLang="en-US"/>
          </a:p>
        </p:txBody>
      </p:sp>
    </p:spTree>
    <p:extLst>
      <p:ext uri="{BB962C8B-B14F-4D97-AF65-F5344CB8AC3E}">
        <p14:creationId xmlns:p14="http://schemas.microsoft.com/office/powerpoint/2010/main" val="1070388763"/>
      </p:ext>
    </p:extLst>
  </p:cSld>
  <p:clrMapOvr>
    <a:masterClrMapping/>
  </p:clrMapOvr>
  <p:transition spd="med">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E1C9249E-CAB3-D6F9-2DCD-490B8B4CE606}"/>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3" name="Footer Placeholder 21">
            <a:extLst>
              <a:ext uri="{FF2B5EF4-FFF2-40B4-BE49-F238E27FC236}">
                <a16:creationId xmlns:a16="http://schemas.microsoft.com/office/drawing/2014/main" id="{FECA0A2A-17ED-C2C2-EB4B-F48E8992458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17">
            <a:extLst>
              <a:ext uri="{FF2B5EF4-FFF2-40B4-BE49-F238E27FC236}">
                <a16:creationId xmlns:a16="http://schemas.microsoft.com/office/drawing/2014/main" id="{E77C996D-B96F-FF40-170C-1E560C610744}"/>
              </a:ext>
            </a:extLst>
          </p:cNvPr>
          <p:cNvSpPr>
            <a:spLocks noGrp="1"/>
          </p:cNvSpPr>
          <p:nvPr>
            <p:ph type="sldNum" sz="quarter" idx="12"/>
          </p:nvPr>
        </p:nvSpPr>
        <p:spPr/>
        <p:txBody>
          <a:bodyPr/>
          <a:lstStyle>
            <a:lvl1pPr>
              <a:defRPr/>
            </a:lvl1pPr>
          </a:lstStyle>
          <a:p>
            <a:fld id="{5353384D-C0C8-4F70-B793-599A978CA42A}" type="slidenum">
              <a:rPr lang="en-US" altLang="en-US"/>
              <a:pPr/>
              <a:t>‹#›</a:t>
            </a:fld>
            <a:endParaRPr lang="en-US" altLang="en-US"/>
          </a:p>
        </p:txBody>
      </p:sp>
    </p:spTree>
    <p:extLst>
      <p:ext uri="{BB962C8B-B14F-4D97-AF65-F5344CB8AC3E}">
        <p14:creationId xmlns:p14="http://schemas.microsoft.com/office/powerpoint/2010/main" val="3946354734"/>
      </p:ext>
    </p:extLst>
  </p:cSld>
  <p:clrMapOvr>
    <a:masterClrMapping/>
  </p:clrMapOvr>
  <p:transition spd="med">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3575050" y="1676400"/>
            <a:ext cx="5111750" cy="4572000"/>
          </a:xfrm>
        </p:spPr>
        <p:txBody>
          <a:bodyPr tIns="0"/>
          <a:lstStyle>
            <a:lvl1pPr>
              <a:defRPr sz="2100"/>
            </a:lvl1pPr>
            <a:lvl2pPr>
              <a:defRPr sz="1950"/>
            </a:lvl2pPr>
            <a:lvl3pPr>
              <a:defRPr sz="1800"/>
            </a:lvl3pPr>
            <a:lvl4pPr>
              <a:defRPr sz="1500"/>
            </a:lvl4pPr>
            <a:lvl5pPr>
              <a:defRPr sz="13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050"/>
            </a:lvl1pPr>
            <a:lvl2pPr indent="0" algn="l">
              <a:buNone/>
              <a:defRPr sz="900"/>
            </a:lvl2pPr>
            <a:lvl3pPr indent="0" algn="l">
              <a:buNone/>
              <a:defRPr sz="750"/>
            </a:lvl3pPr>
            <a:lvl4pPr indent="0" algn="l">
              <a:buNone/>
              <a:defRPr sz="675"/>
            </a:lvl4pPr>
            <a:lvl5pPr indent="0" algn="l">
              <a:buNone/>
              <a:defRPr sz="675"/>
            </a:lvl5pPr>
          </a:lstStyle>
          <a:p>
            <a:pPr lvl="0"/>
            <a:r>
              <a:rPr lang="en-US"/>
              <a:t>Click to edit Master text styles</a:t>
            </a:r>
          </a:p>
        </p:txBody>
      </p:sp>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1950" b="0">
                <a:ln>
                  <a:noFill/>
                </a:ln>
                <a:solidFill>
                  <a:schemeClr val="tx2"/>
                </a:solidFill>
                <a:effectLst/>
                <a:latin typeface="+mj-lt"/>
                <a:ea typeface="+mj-ea"/>
                <a:cs typeface="+mj-cs"/>
              </a:defRPr>
            </a:lvl1pPr>
          </a:lstStyle>
          <a:p>
            <a:r>
              <a:rPr lang="en-US"/>
              <a:t>Click to edit Master title style</a:t>
            </a:r>
          </a:p>
        </p:txBody>
      </p:sp>
      <p:sp>
        <p:nvSpPr>
          <p:cNvPr id="5" name="Date Placeholder 9">
            <a:extLst>
              <a:ext uri="{FF2B5EF4-FFF2-40B4-BE49-F238E27FC236}">
                <a16:creationId xmlns:a16="http://schemas.microsoft.com/office/drawing/2014/main" id="{EBCCB197-BB28-7285-D430-388EA76316D2}"/>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6" name="Footer Placeholder 21">
            <a:extLst>
              <a:ext uri="{FF2B5EF4-FFF2-40B4-BE49-F238E27FC236}">
                <a16:creationId xmlns:a16="http://schemas.microsoft.com/office/drawing/2014/main" id="{5B539EA0-6445-3CE4-DC0B-D5E04FBD8C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17">
            <a:extLst>
              <a:ext uri="{FF2B5EF4-FFF2-40B4-BE49-F238E27FC236}">
                <a16:creationId xmlns:a16="http://schemas.microsoft.com/office/drawing/2014/main" id="{725357D2-41CB-F7CB-68B6-E30825A62A49}"/>
              </a:ext>
            </a:extLst>
          </p:cNvPr>
          <p:cNvSpPr>
            <a:spLocks noGrp="1"/>
          </p:cNvSpPr>
          <p:nvPr>
            <p:ph type="sldNum" sz="quarter" idx="12"/>
          </p:nvPr>
        </p:nvSpPr>
        <p:spPr/>
        <p:txBody>
          <a:bodyPr/>
          <a:lstStyle>
            <a:lvl1pPr>
              <a:defRPr/>
            </a:lvl1pPr>
          </a:lstStyle>
          <a:p>
            <a:fld id="{4CD96368-3481-40A9-963F-883C5CDA691B}" type="slidenum">
              <a:rPr lang="en-US" altLang="en-US"/>
              <a:pPr/>
              <a:t>‹#›</a:t>
            </a:fld>
            <a:endParaRPr lang="en-US" altLang="en-US"/>
          </a:p>
        </p:txBody>
      </p:sp>
    </p:spTree>
    <p:extLst>
      <p:ext uri="{BB962C8B-B14F-4D97-AF65-F5344CB8AC3E}">
        <p14:creationId xmlns:p14="http://schemas.microsoft.com/office/powerpoint/2010/main" val="729757113"/>
      </p:ext>
    </p:extLst>
  </p:cSld>
  <p:clrMapOvr>
    <a:masterClrMapping/>
  </p:clrMapOvr>
  <p:transition spd="med">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14">
            <a:extLst>
              <a:ext uri="{FF2B5EF4-FFF2-40B4-BE49-F238E27FC236}">
                <a16:creationId xmlns:a16="http://schemas.microsoft.com/office/drawing/2014/main" id="{FB233B95-C178-427B-6F5D-24240C794CDA}"/>
              </a:ext>
            </a:extLst>
          </p:cNvPr>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b="0" i="0">
              <a:solidFill>
                <a:prstClr val="white"/>
              </a:solidFill>
            </a:endParaRPr>
          </a:p>
        </p:txBody>
      </p:sp>
      <p:sp>
        <p:nvSpPr>
          <p:cNvPr id="6" name="Right Triangle 5">
            <a:extLst>
              <a:ext uri="{FF2B5EF4-FFF2-40B4-BE49-F238E27FC236}">
                <a16:creationId xmlns:a16="http://schemas.microsoft.com/office/drawing/2014/main" id="{69DBB29C-9915-E955-6D11-4AC440894426}"/>
              </a:ext>
            </a:extLst>
          </p:cNvPr>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b="0" i="0">
              <a:solidFill>
                <a:prstClr val="white"/>
              </a:solidFill>
            </a:endParaRPr>
          </a:p>
        </p:txBody>
      </p:sp>
      <p:sp>
        <p:nvSpPr>
          <p:cNvPr id="7" name="Freeform 16">
            <a:extLst>
              <a:ext uri="{FF2B5EF4-FFF2-40B4-BE49-F238E27FC236}">
                <a16:creationId xmlns:a16="http://schemas.microsoft.com/office/drawing/2014/main" id="{E8DFDA32-9625-CA5B-EFAE-56D3EBC5AF0B}"/>
              </a:ext>
            </a:extLst>
          </p:cNvPr>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lIns="68580" tIns="34290" rIns="68580" bIns="34290"/>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8" name="Freeform 18">
            <a:extLst>
              <a:ext uri="{FF2B5EF4-FFF2-40B4-BE49-F238E27FC236}">
                <a16:creationId xmlns:a16="http://schemas.microsoft.com/office/drawing/2014/main" id="{88EED2E2-3AC0-02AE-812A-876BF388A50E}"/>
              </a:ext>
            </a:extLst>
          </p:cNvPr>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lIns="68580" tIns="34290" rIns="68580" bIns="34290"/>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24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188"/>
              </a:spcBef>
              <a:buFontTx/>
              <a:buNone/>
              <a:defRPr sz="975"/>
            </a:lvl1pPr>
            <a:lvl2pPr>
              <a:defRPr sz="900"/>
            </a:lvl2pPr>
            <a:lvl3pPr>
              <a:defRPr sz="750"/>
            </a:lvl3pPr>
            <a:lvl4pPr>
              <a:defRPr sz="675"/>
            </a:lvl4pPr>
            <a:lvl5pPr>
              <a:defRPr sz="675"/>
            </a:lvl5pPr>
          </a:lstStyle>
          <a:p>
            <a:pPr lvl="0"/>
            <a:r>
              <a:rPr lang="en-US"/>
              <a:t>Click to edit Master text styles</a:t>
            </a:r>
          </a:p>
        </p:txBody>
      </p:sp>
      <p:sp>
        <p:nvSpPr>
          <p:cNvPr id="2" name="Title 1"/>
          <p:cNvSpPr>
            <a:spLocks noGrp="1"/>
          </p:cNvSpPr>
          <p:nvPr>
            <p:ph type="title"/>
          </p:nvPr>
        </p:nvSpPr>
        <p:spPr>
          <a:xfrm>
            <a:off x="609600" y="1176998"/>
            <a:ext cx="2212848" cy="1582621"/>
          </a:xfrm>
        </p:spPr>
        <p:txBody>
          <a:bodyPr lIns="45720" tIns="45720" rIns="45720" bIns="45720"/>
          <a:lstStyle>
            <a:lvl1pPr algn="l">
              <a:buNone/>
              <a:defRPr sz="1500" b="1">
                <a:solidFill>
                  <a:schemeClr val="tx2"/>
                </a:solidFill>
              </a:defRPr>
            </a:lvl1pPr>
          </a:lstStyle>
          <a:p>
            <a:r>
              <a:rPr lang="en-US"/>
              <a:t>Click to edit Master title style</a:t>
            </a:r>
          </a:p>
        </p:txBody>
      </p:sp>
      <p:sp>
        <p:nvSpPr>
          <p:cNvPr id="9" name="Date Placeholder 4">
            <a:extLst>
              <a:ext uri="{FF2B5EF4-FFF2-40B4-BE49-F238E27FC236}">
                <a16:creationId xmlns:a16="http://schemas.microsoft.com/office/drawing/2014/main" id="{CF596D80-FB2D-0BFA-564F-3CE85D37A8DE}"/>
              </a:ext>
            </a:extLst>
          </p:cNvPr>
          <p:cNvSpPr>
            <a:spLocks noGrp="1"/>
          </p:cNvSpPr>
          <p:nvPr>
            <p:ph type="dt" sz="half" idx="10"/>
          </p:nvPr>
        </p:nvSpPr>
        <p:spPr/>
        <p:txBody>
          <a:bodyPr/>
          <a:lstStyle>
            <a:lvl1pPr>
              <a:defRPr/>
            </a:lvl1pPr>
          </a:lstStyle>
          <a:p>
            <a:pPr>
              <a:defRPr/>
            </a:pPr>
            <a:fld id="{1359EFBB-CFA1-4AA8-9123-F0B52DBD84FE}" type="datetime1">
              <a:rPr lang="en-US"/>
              <a:pPr>
                <a:defRPr/>
              </a:pPr>
              <a:t>1/22/2025</a:t>
            </a:fld>
            <a:endParaRPr lang="en-US"/>
          </a:p>
        </p:txBody>
      </p:sp>
      <p:sp>
        <p:nvSpPr>
          <p:cNvPr id="10" name="Footer Placeholder 5">
            <a:extLst>
              <a:ext uri="{FF2B5EF4-FFF2-40B4-BE49-F238E27FC236}">
                <a16:creationId xmlns:a16="http://schemas.microsoft.com/office/drawing/2014/main" id="{11549C97-18E7-7554-595B-0F7F396D6BCF}"/>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id="{9313D02E-A09C-B5CE-8D8B-054EAB669566}"/>
              </a:ext>
            </a:extLst>
          </p:cNvPr>
          <p:cNvSpPr>
            <a:spLocks noGrp="1"/>
          </p:cNvSpPr>
          <p:nvPr>
            <p:ph type="sldNum" sz="quarter" idx="12"/>
          </p:nvPr>
        </p:nvSpPr>
        <p:spPr>
          <a:xfrm>
            <a:off x="8077200" y="6356350"/>
            <a:ext cx="609600" cy="365125"/>
          </a:xfrm>
        </p:spPr>
        <p:txBody>
          <a:bodyPr/>
          <a:lstStyle>
            <a:lvl1pPr>
              <a:defRPr/>
            </a:lvl1pPr>
          </a:lstStyle>
          <a:p>
            <a:fld id="{82D5EA2A-E4DC-4A3B-A046-03D89C7B6352}" type="slidenum">
              <a:rPr lang="en-US" altLang="en-US"/>
              <a:pPr/>
              <a:t>‹#›</a:t>
            </a:fld>
            <a:endParaRPr lang="en-US" altLang="en-US"/>
          </a:p>
        </p:txBody>
      </p:sp>
    </p:spTree>
    <p:extLst>
      <p:ext uri="{BB962C8B-B14F-4D97-AF65-F5344CB8AC3E}">
        <p14:creationId xmlns:p14="http://schemas.microsoft.com/office/powerpoint/2010/main" val="3434575452"/>
      </p:ext>
    </p:extLst>
  </p:cSld>
  <p:clrMapOvr>
    <a:masterClrMapping/>
  </p:clrMapOvr>
  <p:transition spd="med">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9">
            <a:extLst>
              <a:ext uri="{FF2B5EF4-FFF2-40B4-BE49-F238E27FC236}">
                <a16:creationId xmlns:a16="http://schemas.microsoft.com/office/drawing/2014/main" id="{C22676C9-098F-DFEA-CACB-5BE80A711650}"/>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4EBB4D22-7F4B-4EF1-5FEA-66CA2BF4BB8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E3A77ED8-24D1-A57A-3ADA-3A1A545EED3B}"/>
              </a:ext>
            </a:extLst>
          </p:cNvPr>
          <p:cNvSpPr>
            <a:spLocks noGrp="1"/>
          </p:cNvSpPr>
          <p:nvPr>
            <p:ph type="sldNum" sz="quarter" idx="12"/>
          </p:nvPr>
        </p:nvSpPr>
        <p:spPr/>
        <p:txBody>
          <a:bodyPr/>
          <a:lstStyle>
            <a:lvl1pPr>
              <a:defRPr/>
            </a:lvl1pPr>
          </a:lstStyle>
          <a:p>
            <a:fld id="{E9C38D24-83D5-46F1-B19E-19F31B26B782}" type="slidenum">
              <a:rPr lang="en-US" altLang="en-US"/>
              <a:pPr/>
              <a:t>‹#›</a:t>
            </a:fld>
            <a:endParaRPr lang="en-US" altLang="en-US"/>
          </a:p>
        </p:txBody>
      </p:sp>
    </p:spTree>
    <p:extLst>
      <p:ext uri="{BB962C8B-B14F-4D97-AF65-F5344CB8AC3E}">
        <p14:creationId xmlns:p14="http://schemas.microsoft.com/office/powerpoint/2010/main" val="1583977506"/>
      </p:ext>
    </p:extLst>
  </p:cSld>
  <p:clrMapOvr>
    <a:masterClrMapping/>
  </p:clrMapOvr>
  <p:transition spd="med">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457200" y="914402"/>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6629400" y="914402"/>
            <a:ext cx="2057400" cy="5211763"/>
          </a:xfrm>
        </p:spPr>
        <p:txBody>
          <a:bodyPr vert="eaVert"/>
          <a:lstStyle/>
          <a:p>
            <a:r>
              <a:rPr lang="en-US"/>
              <a:t>Click to edit Master title style</a:t>
            </a:r>
          </a:p>
        </p:txBody>
      </p:sp>
      <p:sp>
        <p:nvSpPr>
          <p:cNvPr id="4" name="Date Placeholder 9">
            <a:extLst>
              <a:ext uri="{FF2B5EF4-FFF2-40B4-BE49-F238E27FC236}">
                <a16:creationId xmlns:a16="http://schemas.microsoft.com/office/drawing/2014/main" id="{6281F69C-59E4-B7E1-13E4-11E24B9AD096}"/>
              </a:ext>
            </a:extLst>
          </p:cNvPr>
          <p:cNvSpPr>
            <a:spLocks noGrp="1"/>
          </p:cNvSpPr>
          <p:nvPr>
            <p:ph type="dt" sz="half" idx="10"/>
          </p:nvPr>
        </p:nvSpPr>
        <p:spPr/>
        <p:txBody>
          <a:bodyPr/>
          <a:lstStyle>
            <a:lvl1pPr>
              <a:defRPr/>
            </a:lvl1pPr>
          </a:lstStyle>
          <a:p>
            <a:pPr>
              <a:defRPr/>
            </a:pPr>
            <a:fld id="{61146459-E3C3-4969-9224-5ED50B492D17}" type="datetime1">
              <a:rPr lang="en-US"/>
              <a:pPr>
                <a:defRPr/>
              </a:pPr>
              <a:t>1/22/2025</a:t>
            </a:fld>
            <a:endParaRPr lang="en-US"/>
          </a:p>
        </p:txBody>
      </p:sp>
      <p:sp>
        <p:nvSpPr>
          <p:cNvPr id="5" name="Footer Placeholder 21">
            <a:extLst>
              <a:ext uri="{FF2B5EF4-FFF2-40B4-BE49-F238E27FC236}">
                <a16:creationId xmlns:a16="http://schemas.microsoft.com/office/drawing/2014/main" id="{8620FE26-D1FF-A69D-6AD1-165D10F5627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17">
            <a:extLst>
              <a:ext uri="{FF2B5EF4-FFF2-40B4-BE49-F238E27FC236}">
                <a16:creationId xmlns:a16="http://schemas.microsoft.com/office/drawing/2014/main" id="{10F8BDA2-6ED0-B01E-5C06-74827B0D6F59}"/>
              </a:ext>
            </a:extLst>
          </p:cNvPr>
          <p:cNvSpPr>
            <a:spLocks noGrp="1"/>
          </p:cNvSpPr>
          <p:nvPr>
            <p:ph type="sldNum" sz="quarter" idx="12"/>
          </p:nvPr>
        </p:nvSpPr>
        <p:spPr/>
        <p:txBody>
          <a:bodyPr/>
          <a:lstStyle>
            <a:lvl1pPr>
              <a:defRPr/>
            </a:lvl1pPr>
          </a:lstStyle>
          <a:p>
            <a:fld id="{4AE31E5E-5A7E-4470-B399-AF2815DEFD94}" type="slidenum">
              <a:rPr lang="en-US" altLang="en-US"/>
              <a:pPr/>
              <a:t>‹#›</a:t>
            </a:fld>
            <a:endParaRPr lang="en-US" altLang="en-US"/>
          </a:p>
        </p:txBody>
      </p:sp>
    </p:spTree>
    <p:extLst>
      <p:ext uri="{BB962C8B-B14F-4D97-AF65-F5344CB8AC3E}">
        <p14:creationId xmlns:p14="http://schemas.microsoft.com/office/powerpoint/2010/main" val="564800406"/>
      </p:ext>
    </p:extLst>
  </p:cSld>
  <p:clrMapOvr>
    <a:masterClrMapping/>
  </p:clrMapOvr>
  <p:transition spd="med">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AB95C45-17EC-88FB-52C5-E01C3FCBB07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6527D354-3FEA-5646-EBBB-FDCD70FF160F}"/>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173A70D5-1D09-0EE2-461E-ACB095277142}"/>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11" name="Rectangle 5">
                <a:extLst>
                  <a:ext uri="{FF2B5EF4-FFF2-40B4-BE49-F238E27FC236}">
                    <a16:creationId xmlns:a16="http://schemas.microsoft.com/office/drawing/2014/main" id="{AF6C88DB-5D3E-FE7C-645F-49F2B07A9C63}"/>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grpSp>
        <p:grpSp>
          <p:nvGrpSpPr>
            <p:cNvPr id="4" name="Group 6">
              <a:extLst>
                <a:ext uri="{FF2B5EF4-FFF2-40B4-BE49-F238E27FC236}">
                  <a16:creationId xmlns:a16="http://schemas.microsoft.com/office/drawing/2014/main" id="{F99BBDAC-D53A-1162-401B-8C5D27D44095}"/>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BF4244C7-C46F-E59D-0DC6-E5C4B45D2250}"/>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9" name="Rectangle 8">
                <a:extLst>
                  <a:ext uri="{FF2B5EF4-FFF2-40B4-BE49-F238E27FC236}">
                    <a16:creationId xmlns:a16="http://schemas.microsoft.com/office/drawing/2014/main" id="{08C4460C-87B3-045D-DB22-2D9FEE95975F}"/>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grpSp>
        <p:sp>
          <p:nvSpPr>
            <p:cNvPr id="5" name="Rectangle 9">
              <a:extLst>
                <a:ext uri="{FF2B5EF4-FFF2-40B4-BE49-F238E27FC236}">
                  <a16:creationId xmlns:a16="http://schemas.microsoft.com/office/drawing/2014/main" id="{3187D290-66F0-3861-7BAF-9BF5EB7F0D40}"/>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6" name="Rectangle 10">
              <a:extLst>
                <a:ext uri="{FF2B5EF4-FFF2-40B4-BE49-F238E27FC236}">
                  <a16:creationId xmlns:a16="http://schemas.microsoft.com/office/drawing/2014/main" id="{897BBF30-DA40-3E94-832C-392E61CC607E}"/>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sp>
          <p:nvSpPr>
            <p:cNvPr id="7" name="Rectangle 11">
              <a:extLst>
                <a:ext uri="{FF2B5EF4-FFF2-40B4-BE49-F238E27FC236}">
                  <a16:creationId xmlns:a16="http://schemas.microsoft.com/office/drawing/2014/main" id="{423801D3-293F-989E-D68F-1B853DE68F3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3200" i="0">
                <a:solidFill>
                  <a:srgbClr val="000000"/>
                </a:solidFill>
                <a:latin typeface="Arial" panose="020B0604020202020204" pitchFamily="34" charset="0"/>
              </a:endParaRPr>
            </a:p>
          </p:txBody>
        </p:sp>
      </p:grpSp>
      <p:sp>
        <p:nvSpPr>
          <p:cNvPr id="12" name="Text Box 17">
            <a:extLst>
              <a:ext uri="{FF2B5EF4-FFF2-40B4-BE49-F238E27FC236}">
                <a16:creationId xmlns:a16="http://schemas.microsoft.com/office/drawing/2014/main" id="{9CF172AB-8CD8-DF5E-4DE5-9BFE79FE3152}"/>
              </a:ext>
            </a:extLst>
          </p:cNvPr>
          <p:cNvSpPr txBox="1">
            <a:spLocks noChangeArrowheads="1"/>
          </p:cNvSpPr>
          <p:nvPr userDrawn="1"/>
        </p:nvSpPr>
        <p:spPr bwMode="auto">
          <a:xfrm>
            <a:off x="0" y="6553200"/>
            <a:ext cx="2209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eaLnBrk="1" hangingPunct="1">
              <a:spcBef>
                <a:spcPct val="50000"/>
              </a:spcBef>
            </a:pPr>
            <a:r>
              <a:rPr lang="en-US" altLang="en-US" sz="1400" b="0" i="0">
                <a:solidFill>
                  <a:srgbClr val="000000"/>
                </a:solidFill>
                <a:latin typeface="McGrawHill-Italic"/>
              </a:rPr>
              <a:t>McGraw-Hill</a:t>
            </a:r>
            <a:endParaRPr lang="en-US" altLang="en-US" sz="2400" b="0" i="0">
              <a:solidFill>
                <a:srgbClr val="000000"/>
              </a:solidFill>
            </a:endParaRPr>
          </a:p>
        </p:txBody>
      </p:sp>
      <p:sp>
        <p:nvSpPr>
          <p:cNvPr id="13" name="Text Box 18">
            <a:extLst>
              <a:ext uri="{FF2B5EF4-FFF2-40B4-BE49-F238E27FC236}">
                <a16:creationId xmlns:a16="http://schemas.microsoft.com/office/drawing/2014/main" id="{30B649CE-F938-F339-944A-0A86E8D3823D}"/>
              </a:ext>
            </a:extLst>
          </p:cNvPr>
          <p:cNvSpPr txBox="1">
            <a:spLocks noChangeArrowheads="1"/>
          </p:cNvSpPr>
          <p:nvPr userDrawn="1"/>
        </p:nvSpPr>
        <p:spPr bwMode="auto">
          <a:xfrm>
            <a:off x="4572000" y="6553200"/>
            <a:ext cx="457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r" eaLnBrk="1" hangingPunct="1">
              <a:spcBef>
                <a:spcPct val="50000"/>
              </a:spcBef>
              <a:buFontTx/>
              <a:buChar char="©"/>
            </a:pPr>
            <a:r>
              <a:rPr lang="en-US" altLang="en-US" sz="1400" b="0" i="0">
                <a:solidFill>
                  <a:srgbClr val="000000"/>
                </a:solidFill>
                <a:latin typeface="McGrawHill-Italic"/>
              </a:rPr>
              <a:t>The McGraw-Hill Companies, Inc., 2000</a:t>
            </a:r>
            <a:endParaRPr lang="en-US" altLang="en-US" sz="2400" b="0" i="0">
              <a:solidFill>
                <a:srgbClr val="000000"/>
              </a:solidFill>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a:lvl1pPr>
          </a:lstStyle>
          <a:p>
            <a:pPr lvl="0"/>
            <a:r>
              <a:rPr lang="en-US" altLang="en-US"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4">
            <a:extLst>
              <a:ext uri="{FF2B5EF4-FFF2-40B4-BE49-F238E27FC236}">
                <a16:creationId xmlns:a16="http://schemas.microsoft.com/office/drawing/2014/main" id="{6D966065-A3ED-A5AA-7108-9C5DFD25EDFF}"/>
              </a:ext>
            </a:extLst>
          </p:cNvPr>
          <p:cNvSpPr>
            <a:spLocks noGrp="1" noChangeArrowheads="1"/>
          </p:cNvSpPr>
          <p:nvPr>
            <p:ph type="dt" sz="half" idx="10"/>
          </p:nvPr>
        </p:nvSpPr>
        <p:spPr bwMode="auto">
          <a:xfrm>
            <a:off x="9906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400" b="0" i="0" smtClean="0">
                <a:solidFill>
                  <a:srgbClr val="1C1C1C"/>
                </a:solidFill>
                <a:latin typeface="+mn-lt"/>
              </a:defRPr>
            </a:lvl1pPr>
          </a:lstStyle>
          <a:p>
            <a:pPr>
              <a:defRPr/>
            </a:pPr>
            <a:endParaRPr lang="en-US" altLang="en-US"/>
          </a:p>
        </p:txBody>
      </p:sp>
      <p:sp>
        <p:nvSpPr>
          <p:cNvPr id="15" name="Footer Placeholder 15">
            <a:extLst>
              <a:ext uri="{FF2B5EF4-FFF2-40B4-BE49-F238E27FC236}">
                <a16:creationId xmlns:a16="http://schemas.microsoft.com/office/drawing/2014/main" id="{C3BB55D6-6343-252A-AB77-52451B4970FB}"/>
              </a:ext>
            </a:extLst>
          </p:cNvPr>
          <p:cNvSpPr>
            <a:spLocks noGrp="1" noChangeArrowheads="1"/>
          </p:cNvSpPr>
          <p:nvPr>
            <p:ph type="ftr" sz="quarter" idx="11"/>
          </p:nvPr>
        </p:nvSpPr>
        <p:spPr bwMode="auto">
          <a:xfrm>
            <a:off x="34290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400" b="0" i="0" smtClean="0">
                <a:solidFill>
                  <a:srgbClr val="1C1C1C"/>
                </a:solidFill>
                <a:latin typeface="+mn-lt"/>
              </a:defRPr>
            </a:lvl1pPr>
          </a:lstStyle>
          <a:p>
            <a:pPr>
              <a:defRPr/>
            </a:pPr>
            <a:endParaRPr lang="en-US" altLang="en-US"/>
          </a:p>
        </p:txBody>
      </p:sp>
      <p:sp>
        <p:nvSpPr>
          <p:cNvPr id="16" name="Slide Number Placeholder 16">
            <a:extLst>
              <a:ext uri="{FF2B5EF4-FFF2-40B4-BE49-F238E27FC236}">
                <a16:creationId xmlns:a16="http://schemas.microsoft.com/office/drawing/2014/main" id="{6AB63375-EE59-F83D-3692-5867A67C0FF7}"/>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fld id="{DAD8D0FC-0A28-4D17-A81E-8A1B619FFB90}" type="slidenum">
              <a:rPr lang="en-US" altLang="en-US"/>
              <a:pPr/>
              <a:t>‹#›</a:t>
            </a:fld>
            <a:endParaRPr lang="en-US" altLang="en-US"/>
          </a:p>
        </p:txBody>
      </p:sp>
    </p:spTree>
    <p:extLst>
      <p:ext uri="{BB962C8B-B14F-4D97-AF65-F5344CB8AC3E}">
        <p14:creationId xmlns:p14="http://schemas.microsoft.com/office/powerpoint/2010/main" val="51549932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E2C9DBA8-1411-58D7-4472-08EF37ACCA9C}"/>
              </a:ext>
            </a:extLst>
          </p:cNvPr>
          <p:cNvSpPr>
            <a:spLocks noGrp="1" noChangeArrowheads="1"/>
          </p:cNvSpPr>
          <p:nvPr>
            <p:ph type="sldNum" sz="quarter" idx="10"/>
          </p:nvPr>
        </p:nvSpPr>
        <p:spPr>
          <a:ln/>
        </p:spPr>
        <p:txBody>
          <a:bodyPr/>
          <a:lstStyle>
            <a:lvl1pPr>
              <a:defRPr/>
            </a:lvl1pPr>
          </a:lstStyle>
          <a:p>
            <a:r>
              <a:rPr lang="en-US" altLang="en-US"/>
              <a:t>9.</a:t>
            </a:r>
            <a:fld id="{4BB6C479-C755-48FA-84C4-458BCAB69FB5}" type="slidenum">
              <a:rPr lang="en-US" altLang="en-US"/>
              <a:pPr/>
              <a:t>‹#›</a:t>
            </a:fld>
            <a:endParaRPr lang="en-US" altLang="en-US"/>
          </a:p>
        </p:txBody>
      </p:sp>
    </p:spTree>
    <p:extLst>
      <p:ext uri="{BB962C8B-B14F-4D97-AF65-F5344CB8AC3E}">
        <p14:creationId xmlns:p14="http://schemas.microsoft.com/office/powerpoint/2010/main" val="106189829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6">
            <a:extLst>
              <a:ext uri="{FF2B5EF4-FFF2-40B4-BE49-F238E27FC236}">
                <a16:creationId xmlns:a16="http://schemas.microsoft.com/office/drawing/2014/main" id="{50F930D4-8E61-AD96-8F49-43177A3EB711}"/>
              </a:ext>
            </a:extLst>
          </p:cNvPr>
          <p:cNvSpPr>
            <a:spLocks noGrp="1" noChangeArrowheads="1"/>
          </p:cNvSpPr>
          <p:nvPr>
            <p:ph type="sldNum" sz="quarter" idx="10"/>
          </p:nvPr>
        </p:nvSpPr>
        <p:spPr>
          <a:ln/>
        </p:spPr>
        <p:txBody>
          <a:bodyPr/>
          <a:lstStyle>
            <a:lvl1pPr>
              <a:defRPr/>
            </a:lvl1pPr>
          </a:lstStyle>
          <a:p>
            <a:r>
              <a:rPr lang="en-US" altLang="en-US"/>
              <a:t>9.</a:t>
            </a:r>
            <a:fld id="{B696D10F-6BCB-4729-B9BE-BD16BC6FA61B}" type="slidenum">
              <a:rPr lang="en-US" altLang="en-US"/>
              <a:pPr/>
              <a:t>‹#›</a:t>
            </a:fld>
            <a:endParaRPr lang="en-US" altLang="en-US"/>
          </a:p>
        </p:txBody>
      </p:sp>
    </p:spTree>
    <p:extLst>
      <p:ext uri="{BB962C8B-B14F-4D97-AF65-F5344CB8AC3E}">
        <p14:creationId xmlns:p14="http://schemas.microsoft.com/office/powerpoint/2010/main" val="332476241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6">
            <a:extLst>
              <a:ext uri="{FF2B5EF4-FFF2-40B4-BE49-F238E27FC236}">
                <a16:creationId xmlns:a16="http://schemas.microsoft.com/office/drawing/2014/main" id="{57F2F71B-1519-D829-F127-6665256ECB27}"/>
              </a:ext>
            </a:extLst>
          </p:cNvPr>
          <p:cNvSpPr>
            <a:spLocks noGrp="1" noChangeArrowheads="1"/>
          </p:cNvSpPr>
          <p:nvPr>
            <p:ph type="sldNum" sz="quarter" idx="10"/>
          </p:nvPr>
        </p:nvSpPr>
        <p:spPr>
          <a:ln/>
        </p:spPr>
        <p:txBody>
          <a:bodyPr/>
          <a:lstStyle>
            <a:lvl1pPr>
              <a:defRPr/>
            </a:lvl1pPr>
          </a:lstStyle>
          <a:p>
            <a:r>
              <a:rPr lang="en-US" altLang="en-US"/>
              <a:t>9.</a:t>
            </a:r>
            <a:fld id="{5DA72B25-5953-4560-822B-7186BBF9FEFC}" type="slidenum">
              <a:rPr lang="en-US" altLang="en-US"/>
              <a:pPr/>
              <a:t>‹#›</a:t>
            </a:fld>
            <a:endParaRPr lang="en-US" altLang="en-US"/>
          </a:p>
        </p:txBody>
      </p:sp>
    </p:spTree>
    <p:extLst>
      <p:ext uri="{BB962C8B-B14F-4D97-AF65-F5344CB8AC3E}">
        <p14:creationId xmlns:p14="http://schemas.microsoft.com/office/powerpoint/2010/main" val="299289375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6">
            <a:extLst>
              <a:ext uri="{FF2B5EF4-FFF2-40B4-BE49-F238E27FC236}">
                <a16:creationId xmlns:a16="http://schemas.microsoft.com/office/drawing/2014/main" id="{434789F3-8E95-CD01-09A9-A81BDE737842}"/>
              </a:ext>
            </a:extLst>
          </p:cNvPr>
          <p:cNvSpPr>
            <a:spLocks noGrp="1" noChangeArrowheads="1"/>
          </p:cNvSpPr>
          <p:nvPr>
            <p:ph type="sldNum" sz="quarter" idx="10"/>
          </p:nvPr>
        </p:nvSpPr>
        <p:spPr>
          <a:ln/>
        </p:spPr>
        <p:txBody>
          <a:bodyPr/>
          <a:lstStyle>
            <a:lvl1pPr>
              <a:defRPr/>
            </a:lvl1pPr>
          </a:lstStyle>
          <a:p>
            <a:r>
              <a:rPr lang="en-US" altLang="en-US"/>
              <a:t>9.</a:t>
            </a:r>
            <a:fld id="{7FD13F7A-2C7E-4E39-88A1-077B97B0F015}" type="slidenum">
              <a:rPr lang="en-US" altLang="en-US"/>
              <a:pPr/>
              <a:t>‹#›</a:t>
            </a:fld>
            <a:endParaRPr lang="en-US" altLang="en-US"/>
          </a:p>
        </p:txBody>
      </p:sp>
    </p:spTree>
    <p:extLst>
      <p:ext uri="{BB962C8B-B14F-4D97-AF65-F5344CB8AC3E}">
        <p14:creationId xmlns:p14="http://schemas.microsoft.com/office/powerpoint/2010/main" val="72107091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Rectangle 16">
            <a:extLst>
              <a:ext uri="{FF2B5EF4-FFF2-40B4-BE49-F238E27FC236}">
                <a16:creationId xmlns:a16="http://schemas.microsoft.com/office/drawing/2014/main" id="{DD29D414-7221-5C64-E3F2-44AF4E304B5C}"/>
              </a:ext>
            </a:extLst>
          </p:cNvPr>
          <p:cNvSpPr>
            <a:spLocks noGrp="1" noChangeArrowheads="1"/>
          </p:cNvSpPr>
          <p:nvPr>
            <p:ph type="sldNum" sz="quarter" idx="10"/>
          </p:nvPr>
        </p:nvSpPr>
        <p:spPr>
          <a:ln/>
        </p:spPr>
        <p:txBody>
          <a:bodyPr/>
          <a:lstStyle>
            <a:lvl1pPr>
              <a:defRPr/>
            </a:lvl1pPr>
          </a:lstStyle>
          <a:p>
            <a:r>
              <a:rPr lang="en-US" altLang="en-US"/>
              <a:t>9.</a:t>
            </a:r>
            <a:fld id="{4A4FACB2-020D-4852-930A-91870920F4AB}" type="slidenum">
              <a:rPr lang="en-US" altLang="en-US"/>
              <a:pPr/>
              <a:t>‹#›</a:t>
            </a:fld>
            <a:endParaRPr lang="en-US" altLang="en-US"/>
          </a:p>
        </p:txBody>
      </p:sp>
    </p:spTree>
    <p:extLst>
      <p:ext uri="{BB962C8B-B14F-4D97-AF65-F5344CB8AC3E}">
        <p14:creationId xmlns:p14="http://schemas.microsoft.com/office/powerpoint/2010/main" val="2078483451"/>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ED7BB1E7-6C86-13E4-97C2-BF6853BBDAB5}"/>
              </a:ext>
            </a:extLst>
          </p:cNvPr>
          <p:cNvSpPr>
            <a:spLocks noGrp="1" noChangeArrowheads="1"/>
          </p:cNvSpPr>
          <p:nvPr>
            <p:ph type="sldNum" sz="quarter" idx="10"/>
          </p:nvPr>
        </p:nvSpPr>
        <p:spPr>
          <a:ln/>
        </p:spPr>
        <p:txBody>
          <a:bodyPr/>
          <a:lstStyle>
            <a:lvl1pPr>
              <a:defRPr/>
            </a:lvl1pPr>
          </a:lstStyle>
          <a:p>
            <a:r>
              <a:rPr lang="en-US" altLang="en-US"/>
              <a:t>9.</a:t>
            </a:r>
            <a:fld id="{61823BCA-1F91-4953-857D-599F954B1C98}" type="slidenum">
              <a:rPr lang="en-US" altLang="en-US"/>
              <a:pPr/>
              <a:t>‹#›</a:t>
            </a:fld>
            <a:endParaRPr lang="en-US" altLang="en-US"/>
          </a:p>
        </p:txBody>
      </p:sp>
    </p:spTree>
    <p:extLst>
      <p:ext uri="{BB962C8B-B14F-4D97-AF65-F5344CB8AC3E}">
        <p14:creationId xmlns:p14="http://schemas.microsoft.com/office/powerpoint/2010/main" val="166477400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24225AD3-5A1F-6A54-3E84-AA8EE11E9344}"/>
              </a:ext>
            </a:extLst>
          </p:cNvPr>
          <p:cNvSpPr>
            <a:spLocks noGrp="1" noChangeArrowheads="1"/>
          </p:cNvSpPr>
          <p:nvPr>
            <p:ph type="sldNum" sz="quarter" idx="10"/>
          </p:nvPr>
        </p:nvSpPr>
        <p:spPr>
          <a:ln/>
        </p:spPr>
        <p:txBody>
          <a:bodyPr/>
          <a:lstStyle>
            <a:lvl1pPr>
              <a:defRPr/>
            </a:lvl1pPr>
          </a:lstStyle>
          <a:p>
            <a:r>
              <a:rPr lang="en-US" altLang="en-US"/>
              <a:t>9.</a:t>
            </a:r>
            <a:fld id="{E764AEBD-BE67-4D52-BD3D-5D7970A45C73}" type="slidenum">
              <a:rPr lang="en-US" altLang="en-US"/>
              <a:pPr/>
              <a:t>‹#›</a:t>
            </a:fld>
            <a:endParaRPr lang="en-US" altLang="en-US"/>
          </a:p>
        </p:txBody>
      </p:sp>
    </p:spTree>
    <p:extLst>
      <p:ext uri="{BB962C8B-B14F-4D97-AF65-F5344CB8AC3E}">
        <p14:creationId xmlns:p14="http://schemas.microsoft.com/office/powerpoint/2010/main" val="155802025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9A2B9AEB-04BE-1E4D-E2C9-C9F47128B31B}"/>
              </a:ext>
            </a:extLst>
          </p:cNvPr>
          <p:cNvSpPr>
            <a:spLocks noGrp="1" noChangeArrowheads="1"/>
          </p:cNvSpPr>
          <p:nvPr>
            <p:ph type="sldNum" sz="quarter" idx="10"/>
          </p:nvPr>
        </p:nvSpPr>
        <p:spPr>
          <a:ln/>
        </p:spPr>
        <p:txBody>
          <a:bodyPr/>
          <a:lstStyle>
            <a:lvl1pPr>
              <a:defRPr/>
            </a:lvl1pPr>
          </a:lstStyle>
          <a:p>
            <a:r>
              <a:rPr lang="en-US" altLang="en-US"/>
              <a:t>9.</a:t>
            </a:r>
            <a:fld id="{326727D6-20D9-4458-BFD0-409FB4B0DBCA}" type="slidenum">
              <a:rPr lang="en-US" altLang="en-US"/>
              <a:pPr/>
              <a:t>‹#›</a:t>
            </a:fld>
            <a:endParaRPr lang="en-US" altLang="en-US"/>
          </a:p>
        </p:txBody>
      </p:sp>
    </p:spTree>
    <p:extLst>
      <p:ext uri="{BB962C8B-B14F-4D97-AF65-F5344CB8AC3E}">
        <p14:creationId xmlns:p14="http://schemas.microsoft.com/office/powerpoint/2010/main" val="29409029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ABE2D377-59C4-6B9F-1DEB-D97B63716BC2}"/>
              </a:ext>
            </a:extLst>
          </p:cNvPr>
          <p:cNvSpPr>
            <a:spLocks noGrp="1" noChangeArrowheads="1"/>
          </p:cNvSpPr>
          <p:nvPr>
            <p:ph type="sldNum" sz="quarter" idx="10"/>
          </p:nvPr>
        </p:nvSpPr>
        <p:spPr>
          <a:ln/>
        </p:spPr>
        <p:txBody>
          <a:bodyPr/>
          <a:lstStyle>
            <a:lvl1pPr>
              <a:defRPr/>
            </a:lvl1pPr>
          </a:lstStyle>
          <a:p>
            <a:r>
              <a:rPr lang="en-US" altLang="en-US"/>
              <a:t>9.</a:t>
            </a:r>
            <a:fld id="{2D126C39-72A8-4545-B5D4-948D7F245F44}" type="slidenum">
              <a:rPr lang="en-US" altLang="en-US"/>
              <a:pPr/>
              <a:t>‹#›</a:t>
            </a:fld>
            <a:endParaRPr lang="en-US" altLang="en-US"/>
          </a:p>
        </p:txBody>
      </p:sp>
    </p:spTree>
    <p:extLst>
      <p:ext uri="{BB962C8B-B14F-4D97-AF65-F5344CB8AC3E}">
        <p14:creationId xmlns:p14="http://schemas.microsoft.com/office/powerpoint/2010/main" val="44996355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EC8B0E0D-DFE7-C21E-FF1C-6AF43367CDC6}"/>
              </a:ext>
            </a:extLst>
          </p:cNvPr>
          <p:cNvSpPr>
            <a:spLocks noGrp="1" noChangeArrowheads="1"/>
          </p:cNvSpPr>
          <p:nvPr>
            <p:ph type="sldNum" sz="quarter" idx="10"/>
          </p:nvPr>
        </p:nvSpPr>
        <p:spPr>
          <a:ln/>
        </p:spPr>
        <p:txBody>
          <a:bodyPr/>
          <a:lstStyle>
            <a:lvl1pPr>
              <a:defRPr/>
            </a:lvl1pPr>
          </a:lstStyle>
          <a:p>
            <a:r>
              <a:rPr lang="en-US" altLang="en-US"/>
              <a:t>9.</a:t>
            </a:r>
            <a:fld id="{6831A0D2-5C05-4A5D-A7E1-E87D73E89D8C}" type="slidenum">
              <a:rPr lang="en-US" altLang="en-US"/>
              <a:pPr/>
              <a:t>‹#›</a:t>
            </a:fld>
            <a:endParaRPr lang="en-US" altLang="en-US"/>
          </a:p>
        </p:txBody>
      </p:sp>
    </p:spTree>
    <p:extLst>
      <p:ext uri="{BB962C8B-B14F-4D97-AF65-F5344CB8AC3E}">
        <p14:creationId xmlns:p14="http://schemas.microsoft.com/office/powerpoint/2010/main" val="319403178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3F15882-7F92-D47C-FEE0-FBA32E407D8E}"/>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E57994C0-65EF-F2E4-DD28-7FBE245C98A5}"/>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C5CE4A1D-8E0D-AA61-4C3F-FBC24A44ACEB}"/>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2400" i="0" baseline="-20000">
                  <a:solidFill>
                    <a:srgbClr val="000000"/>
                  </a:solidFill>
                </a:endParaRPr>
              </a:p>
            </p:txBody>
          </p:sp>
          <p:sp>
            <p:nvSpPr>
              <p:cNvPr id="11" name="Rectangle 5">
                <a:extLst>
                  <a:ext uri="{FF2B5EF4-FFF2-40B4-BE49-F238E27FC236}">
                    <a16:creationId xmlns:a16="http://schemas.microsoft.com/office/drawing/2014/main" id="{5F93905E-6CC4-8D26-94B3-D98FAC4A12E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2400" i="0" baseline="-20000">
                  <a:solidFill>
                    <a:srgbClr val="000000"/>
                  </a:solidFill>
                </a:endParaRPr>
              </a:p>
            </p:txBody>
          </p:sp>
        </p:grpSp>
        <p:grpSp>
          <p:nvGrpSpPr>
            <p:cNvPr id="4" name="Group 6">
              <a:extLst>
                <a:ext uri="{FF2B5EF4-FFF2-40B4-BE49-F238E27FC236}">
                  <a16:creationId xmlns:a16="http://schemas.microsoft.com/office/drawing/2014/main" id="{3F673335-321C-4460-F2EB-7003C78EB79E}"/>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74BBC3C5-32BB-AF72-D295-5E6535BBCB8F}"/>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2400" i="0" baseline="-20000">
                  <a:solidFill>
                    <a:srgbClr val="000000"/>
                  </a:solidFill>
                </a:endParaRPr>
              </a:p>
            </p:txBody>
          </p:sp>
          <p:sp>
            <p:nvSpPr>
              <p:cNvPr id="9" name="Rectangle 8">
                <a:extLst>
                  <a:ext uri="{FF2B5EF4-FFF2-40B4-BE49-F238E27FC236}">
                    <a16:creationId xmlns:a16="http://schemas.microsoft.com/office/drawing/2014/main" id="{E44D0E30-6576-CF9D-5478-4032D17CC166}"/>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2400" i="0" baseline="-20000">
                  <a:solidFill>
                    <a:srgbClr val="000000"/>
                  </a:solidFill>
                </a:endParaRPr>
              </a:p>
            </p:txBody>
          </p:sp>
        </p:grpSp>
        <p:sp>
          <p:nvSpPr>
            <p:cNvPr id="5" name="Rectangle 9">
              <a:extLst>
                <a:ext uri="{FF2B5EF4-FFF2-40B4-BE49-F238E27FC236}">
                  <a16:creationId xmlns:a16="http://schemas.microsoft.com/office/drawing/2014/main" id="{3525AB4E-BB05-E65C-AC32-FDFABB55FD5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2400" i="0" baseline="-20000">
                <a:solidFill>
                  <a:srgbClr val="000000"/>
                </a:solidFill>
              </a:endParaRPr>
            </a:p>
          </p:txBody>
        </p:sp>
        <p:sp>
          <p:nvSpPr>
            <p:cNvPr id="6" name="Rectangle 10">
              <a:extLst>
                <a:ext uri="{FF2B5EF4-FFF2-40B4-BE49-F238E27FC236}">
                  <a16:creationId xmlns:a16="http://schemas.microsoft.com/office/drawing/2014/main" id="{74C49CD6-3126-B172-06E7-29F57B6B63FB}"/>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2400" i="0" baseline="-20000">
                <a:solidFill>
                  <a:srgbClr val="000000"/>
                </a:solidFill>
              </a:endParaRPr>
            </a:p>
          </p:txBody>
        </p:sp>
        <p:sp>
          <p:nvSpPr>
            <p:cNvPr id="7" name="Rectangle 11">
              <a:extLst>
                <a:ext uri="{FF2B5EF4-FFF2-40B4-BE49-F238E27FC236}">
                  <a16:creationId xmlns:a16="http://schemas.microsoft.com/office/drawing/2014/main" id="{027C8591-1E9D-F101-8703-A0C2C59782D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IN" altLang="en-US" sz="2400" i="0" baseline="-20000">
                <a:solidFill>
                  <a:srgbClr val="000000"/>
                </a:solidFill>
              </a:endParaRPr>
            </a:p>
          </p:txBody>
        </p:sp>
      </p:grpSp>
    </p:spTree>
    <p:extLst>
      <p:ext uri="{BB962C8B-B14F-4D97-AF65-F5344CB8AC3E}">
        <p14:creationId xmlns:p14="http://schemas.microsoft.com/office/powerpoint/2010/main" val="87836002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055478F1-6E27-A99E-07E3-7DE727B5FA6C}"/>
              </a:ext>
            </a:extLst>
          </p:cNvPr>
          <p:cNvSpPr>
            <a:spLocks noGrp="1" noChangeArrowheads="1"/>
          </p:cNvSpPr>
          <p:nvPr>
            <p:ph type="sldNum" sz="quarter" idx="10"/>
          </p:nvPr>
        </p:nvSpPr>
        <p:spPr>
          <a:ln/>
        </p:spPr>
        <p:txBody>
          <a:bodyPr/>
          <a:lstStyle>
            <a:lvl1pPr>
              <a:defRPr/>
            </a:lvl1pPr>
          </a:lstStyle>
          <a:p>
            <a:r>
              <a:rPr lang="en-US" altLang="en-US"/>
              <a:t>4.</a:t>
            </a:r>
            <a:fld id="{9D420466-1C24-4A70-86D5-65E828DE8891}" type="slidenum">
              <a:rPr lang="en-US" altLang="en-US"/>
              <a:pPr/>
              <a:t>‹#›</a:t>
            </a:fld>
            <a:endParaRPr lang="en-US" altLang="en-US"/>
          </a:p>
        </p:txBody>
      </p:sp>
    </p:spTree>
    <p:extLst>
      <p:ext uri="{BB962C8B-B14F-4D97-AF65-F5344CB8AC3E}">
        <p14:creationId xmlns:p14="http://schemas.microsoft.com/office/powerpoint/2010/main" val="164145710"/>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6">
            <a:extLst>
              <a:ext uri="{FF2B5EF4-FFF2-40B4-BE49-F238E27FC236}">
                <a16:creationId xmlns:a16="http://schemas.microsoft.com/office/drawing/2014/main" id="{ABE480C3-DDE3-DF95-E165-C391A5634087}"/>
              </a:ext>
            </a:extLst>
          </p:cNvPr>
          <p:cNvSpPr>
            <a:spLocks noGrp="1" noChangeArrowheads="1"/>
          </p:cNvSpPr>
          <p:nvPr>
            <p:ph type="sldNum" sz="quarter" idx="10"/>
          </p:nvPr>
        </p:nvSpPr>
        <p:spPr>
          <a:ln/>
        </p:spPr>
        <p:txBody>
          <a:bodyPr/>
          <a:lstStyle>
            <a:lvl1pPr>
              <a:defRPr/>
            </a:lvl1pPr>
          </a:lstStyle>
          <a:p>
            <a:r>
              <a:rPr lang="en-US" altLang="en-US"/>
              <a:t>4.</a:t>
            </a:r>
            <a:fld id="{B3CA32AA-F3E9-40C8-AA60-9F45C3B7EB8D}" type="slidenum">
              <a:rPr lang="en-US" altLang="en-US"/>
              <a:pPr/>
              <a:t>‹#›</a:t>
            </a:fld>
            <a:endParaRPr lang="en-US" altLang="en-US"/>
          </a:p>
        </p:txBody>
      </p:sp>
    </p:spTree>
    <p:extLst>
      <p:ext uri="{BB962C8B-B14F-4D97-AF65-F5344CB8AC3E}">
        <p14:creationId xmlns:p14="http://schemas.microsoft.com/office/powerpoint/2010/main" val="189965824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16">
            <a:extLst>
              <a:ext uri="{FF2B5EF4-FFF2-40B4-BE49-F238E27FC236}">
                <a16:creationId xmlns:a16="http://schemas.microsoft.com/office/drawing/2014/main" id="{42253B57-2FD1-41A8-6156-6D8711DA5982}"/>
              </a:ext>
            </a:extLst>
          </p:cNvPr>
          <p:cNvSpPr>
            <a:spLocks noGrp="1" noChangeArrowheads="1"/>
          </p:cNvSpPr>
          <p:nvPr>
            <p:ph type="sldNum" sz="quarter" idx="10"/>
          </p:nvPr>
        </p:nvSpPr>
        <p:spPr>
          <a:ln/>
        </p:spPr>
        <p:txBody>
          <a:bodyPr/>
          <a:lstStyle>
            <a:lvl1pPr>
              <a:defRPr/>
            </a:lvl1pPr>
          </a:lstStyle>
          <a:p>
            <a:r>
              <a:rPr lang="en-US" altLang="en-US"/>
              <a:t>4.</a:t>
            </a:r>
            <a:fld id="{06746604-C26E-49A7-9925-5F63873D6CEF}" type="slidenum">
              <a:rPr lang="en-US" altLang="en-US"/>
              <a:pPr/>
              <a:t>‹#›</a:t>
            </a:fld>
            <a:endParaRPr lang="en-US" altLang="en-US"/>
          </a:p>
        </p:txBody>
      </p:sp>
    </p:spTree>
    <p:extLst>
      <p:ext uri="{BB962C8B-B14F-4D97-AF65-F5344CB8AC3E}">
        <p14:creationId xmlns:p14="http://schemas.microsoft.com/office/powerpoint/2010/main" val="329273575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16">
            <a:extLst>
              <a:ext uri="{FF2B5EF4-FFF2-40B4-BE49-F238E27FC236}">
                <a16:creationId xmlns:a16="http://schemas.microsoft.com/office/drawing/2014/main" id="{C14BC8AD-C0FA-AD6F-E4E1-99F8D8222905}"/>
              </a:ext>
            </a:extLst>
          </p:cNvPr>
          <p:cNvSpPr>
            <a:spLocks noGrp="1" noChangeArrowheads="1"/>
          </p:cNvSpPr>
          <p:nvPr>
            <p:ph type="sldNum" sz="quarter" idx="10"/>
          </p:nvPr>
        </p:nvSpPr>
        <p:spPr>
          <a:ln/>
        </p:spPr>
        <p:txBody>
          <a:bodyPr/>
          <a:lstStyle>
            <a:lvl1pPr>
              <a:defRPr/>
            </a:lvl1pPr>
          </a:lstStyle>
          <a:p>
            <a:r>
              <a:rPr lang="en-US" altLang="en-US"/>
              <a:t>4.</a:t>
            </a:r>
            <a:fld id="{607651C9-2342-437C-AC7B-D304214502CB}" type="slidenum">
              <a:rPr lang="en-US" altLang="en-US"/>
              <a:pPr/>
              <a:t>‹#›</a:t>
            </a:fld>
            <a:endParaRPr lang="en-US" altLang="en-US"/>
          </a:p>
        </p:txBody>
      </p:sp>
    </p:spTree>
    <p:extLst>
      <p:ext uri="{BB962C8B-B14F-4D97-AF65-F5344CB8AC3E}">
        <p14:creationId xmlns:p14="http://schemas.microsoft.com/office/powerpoint/2010/main" val="209108253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Rectangle 16">
            <a:extLst>
              <a:ext uri="{FF2B5EF4-FFF2-40B4-BE49-F238E27FC236}">
                <a16:creationId xmlns:a16="http://schemas.microsoft.com/office/drawing/2014/main" id="{FA5C9319-A90C-1155-6071-42DF35B62354}"/>
              </a:ext>
            </a:extLst>
          </p:cNvPr>
          <p:cNvSpPr>
            <a:spLocks noGrp="1" noChangeArrowheads="1"/>
          </p:cNvSpPr>
          <p:nvPr>
            <p:ph type="sldNum" sz="quarter" idx="10"/>
          </p:nvPr>
        </p:nvSpPr>
        <p:spPr>
          <a:ln/>
        </p:spPr>
        <p:txBody>
          <a:bodyPr/>
          <a:lstStyle>
            <a:lvl1pPr>
              <a:defRPr/>
            </a:lvl1pPr>
          </a:lstStyle>
          <a:p>
            <a:r>
              <a:rPr lang="en-US" altLang="en-US"/>
              <a:t>4.</a:t>
            </a:r>
            <a:fld id="{30F311E5-6256-4413-AEE2-8ECF6E75488C}" type="slidenum">
              <a:rPr lang="en-US" altLang="en-US"/>
              <a:pPr/>
              <a:t>‹#›</a:t>
            </a:fld>
            <a:endParaRPr lang="en-US" altLang="en-US"/>
          </a:p>
        </p:txBody>
      </p:sp>
    </p:spTree>
    <p:extLst>
      <p:ext uri="{BB962C8B-B14F-4D97-AF65-F5344CB8AC3E}">
        <p14:creationId xmlns:p14="http://schemas.microsoft.com/office/powerpoint/2010/main" val="34284803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27D96CD3-1DEC-E561-7901-195BEB914EF8}"/>
              </a:ext>
            </a:extLst>
          </p:cNvPr>
          <p:cNvSpPr>
            <a:spLocks noGrp="1" noChangeArrowheads="1"/>
          </p:cNvSpPr>
          <p:nvPr>
            <p:ph type="sldNum" sz="quarter" idx="10"/>
          </p:nvPr>
        </p:nvSpPr>
        <p:spPr>
          <a:ln/>
        </p:spPr>
        <p:txBody>
          <a:bodyPr/>
          <a:lstStyle>
            <a:lvl1pPr>
              <a:defRPr/>
            </a:lvl1pPr>
          </a:lstStyle>
          <a:p>
            <a:r>
              <a:rPr lang="en-US" altLang="en-US"/>
              <a:t>4.</a:t>
            </a:r>
            <a:fld id="{69170185-41B5-426B-915A-7C2271A71BA3}" type="slidenum">
              <a:rPr lang="en-US" altLang="en-US"/>
              <a:pPr/>
              <a:t>‹#›</a:t>
            </a:fld>
            <a:endParaRPr lang="en-US" altLang="en-US"/>
          </a:p>
        </p:txBody>
      </p:sp>
    </p:spTree>
    <p:extLst>
      <p:ext uri="{BB962C8B-B14F-4D97-AF65-F5344CB8AC3E}">
        <p14:creationId xmlns:p14="http://schemas.microsoft.com/office/powerpoint/2010/main" val="364480928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E72630A2-8A66-FF72-1906-C9BB14F4B052}"/>
              </a:ext>
            </a:extLst>
          </p:cNvPr>
          <p:cNvSpPr>
            <a:spLocks noGrp="1" noChangeArrowheads="1"/>
          </p:cNvSpPr>
          <p:nvPr>
            <p:ph type="sldNum" sz="quarter" idx="10"/>
          </p:nvPr>
        </p:nvSpPr>
        <p:spPr>
          <a:ln/>
        </p:spPr>
        <p:txBody>
          <a:bodyPr/>
          <a:lstStyle>
            <a:lvl1pPr>
              <a:defRPr/>
            </a:lvl1pPr>
          </a:lstStyle>
          <a:p>
            <a:r>
              <a:rPr lang="en-US" altLang="en-US"/>
              <a:t>4.</a:t>
            </a:r>
            <a:fld id="{8ACE15C4-ACFB-4528-BBA2-F0386C5706BD}" type="slidenum">
              <a:rPr lang="en-US" altLang="en-US"/>
              <a:pPr/>
              <a:t>‹#›</a:t>
            </a:fld>
            <a:endParaRPr lang="en-US" altLang="en-US"/>
          </a:p>
        </p:txBody>
      </p:sp>
    </p:spTree>
    <p:extLst>
      <p:ext uri="{BB962C8B-B14F-4D97-AF65-F5344CB8AC3E}">
        <p14:creationId xmlns:p14="http://schemas.microsoft.com/office/powerpoint/2010/main" val="274158149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6">
            <a:extLst>
              <a:ext uri="{FF2B5EF4-FFF2-40B4-BE49-F238E27FC236}">
                <a16:creationId xmlns:a16="http://schemas.microsoft.com/office/drawing/2014/main" id="{E456293A-F996-A495-6AC5-A80B7F00C246}"/>
              </a:ext>
            </a:extLst>
          </p:cNvPr>
          <p:cNvSpPr>
            <a:spLocks noGrp="1" noChangeArrowheads="1"/>
          </p:cNvSpPr>
          <p:nvPr>
            <p:ph type="sldNum" sz="quarter" idx="10"/>
          </p:nvPr>
        </p:nvSpPr>
        <p:spPr>
          <a:ln/>
        </p:spPr>
        <p:txBody>
          <a:bodyPr/>
          <a:lstStyle>
            <a:lvl1pPr>
              <a:defRPr/>
            </a:lvl1pPr>
          </a:lstStyle>
          <a:p>
            <a:r>
              <a:rPr lang="en-US" altLang="en-US"/>
              <a:t>4.</a:t>
            </a:r>
            <a:fld id="{BA3DE6AE-39D3-43AF-B960-AFB84B93820A}" type="slidenum">
              <a:rPr lang="en-US" altLang="en-US"/>
              <a:pPr/>
              <a:t>‹#›</a:t>
            </a:fld>
            <a:endParaRPr lang="en-US" altLang="en-US"/>
          </a:p>
        </p:txBody>
      </p:sp>
    </p:spTree>
    <p:extLst>
      <p:ext uri="{BB962C8B-B14F-4D97-AF65-F5344CB8AC3E}">
        <p14:creationId xmlns:p14="http://schemas.microsoft.com/office/powerpoint/2010/main" val="23682674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5"/>
            <a:ext cx="78867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F2B46B87-C130-D445-6297-7E795162A64A}"/>
              </a:ext>
            </a:extLst>
          </p:cNvPr>
          <p:cNvSpPr>
            <a:spLocks noGrp="1" noChangeArrowheads="1"/>
          </p:cNvSpPr>
          <p:nvPr>
            <p:ph type="sldNum" sz="quarter" idx="10"/>
          </p:nvPr>
        </p:nvSpPr>
        <p:spPr>
          <a:ln/>
        </p:spPr>
        <p:txBody>
          <a:bodyPr/>
          <a:lstStyle>
            <a:lvl1pPr>
              <a:defRPr/>
            </a:lvl1pPr>
          </a:lstStyle>
          <a:p>
            <a:r>
              <a:rPr lang="en-US" altLang="en-US"/>
              <a:t>4.</a:t>
            </a:r>
            <a:fld id="{B84B3C52-19EA-43EA-8181-8C15F12E059A}" type="slidenum">
              <a:rPr lang="en-US" altLang="en-US"/>
              <a:pPr/>
              <a:t>‹#›</a:t>
            </a:fld>
            <a:endParaRPr lang="en-US" altLang="en-US"/>
          </a:p>
        </p:txBody>
      </p:sp>
    </p:spTree>
    <p:extLst>
      <p:ext uri="{BB962C8B-B14F-4D97-AF65-F5344CB8AC3E}">
        <p14:creationId xmlns:p14="http://schemas.microsoft.com/office/powerpoint/2010/main" val="383472548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16">
            <a:extLst>
              <a:ext uri="{FF2B5EF4-FFF2-40B4-BE49-F238E27FC236}">
                <a16:creationId xmlns:a16="http://schemas.microsoft.com/office/drawing/2014/main" id="{1DF408EA-AC40-C176-E282-6585DD533333}"/>
              </a:ext>
            </a:extLst>
          </p:cNvPr>
          <p:cNvSpPr>
            <a:spLocks noGrp="1" noChangeArrowheads="1"/>
          </p:cNvSpPr>
          <p:nvPr>
            <p:ph type="sldNum" sz="quarter" idx="10"/>
          </p:nvPr>
        </p:nvSpPr>
        <p:spPr>
          <a:ln/>
        </p:spPr>
        <p:txBody>
          <a:bodyPr/>
          <a:lstStyle>
            <a:lvl1pPr>
              <a:defRPr/>
            </a:lvl1pPr>
          </a:lstStyle>
          <a:p>
            <a:r>
              <a:rPr lang="en-US" altLang="en-US"/>
              <a:t>4.</a:t>
            </a:r>
            <a:fld id="{AC03CD94-CE69-44C8-A97F-839049CA8F5C}" type="slidenum">
              <a:rPr lang="en-US" altLang="en-US"/>
              <a:pPr/>
              <a:t>‹#›</a:t>
            </a:fld>
            <a:endParaRPr lang="en-US" altLang="en-US"/>
          </a:p>
        </p:txBody>
      </p:sp>
    </p:spTree>
    <p:extLst>
      <p:ext uri="{BB962C8B-B14F-4D97-AF65-F5344CB8AC3E}">
        <p14:creationId xmlns:p14="http://schemas.microsoft.com/office/powerpoint/2010/main" val="743555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6.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theme" Target="../theme/theme7.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image" Target="../media/image2.jpeg"/><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theme" Target="../theme/theme8.xml"/><Relationship Id="rId2" Type="http://schemas.openxmlformats.org/officeDocument/2006/relationships/slideLayout" Target="../slideLayouts/slideLayout83.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0" Type="http://schemas.openxmlformats.org/officeDocument/2006/relationships/slideLayout" Target="../slideLayouts/slideLayout91.xml"/><Relationship Id="rId4" Type="http://schemas.openxmlformats.org/officeDocument/2006/relationships/slideLayout" Target="../slideLayouts/slideLayout85.xml"/><Relationship Id="rId9" Type="http://schemas.openxmlformats.org/officeDocument/2006/relationships/slideLayout" Target="../slideLayouts/slideLayout9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0.xml"/><Relationship Id="rId13" Type="http://schemas.openxmlformats.org/officeDocument/2006/relationships/image" Target="../media/image2.jpeg"/><Relationship Id="rId3" Type="http://schemas.openxmlformats.org/officeDocument/2006/relationships/slideLayout" Target="../slideLayouts/slideLayout95.xml"/><Relationship Id="rId7" Type="http://schemas.openxmlformats.org/officeDocument/2006/relationships/slideLayout" Target="../slideLayouts/slideLayout99.xml"/><Relationship Id="rId12" Type="http://schemas.openxmlformats.org/officeDocument/2006/relationships/theme" Target="../theme/theme9.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slideLayout" Target="../slideLayouts/slideLayout98.xml"/><Relationship Id="rId11" Type="http://schemas.openxmlformats.org/officeDocument/2006/relationships/slideLayout" Target="../slideLayouts/slideLayout103.xml"/><Relationship Id="rId5" Type="http://schemas.openxmlformats.org/officeDocument/2006/relationships/slideLayout" Target="../slideLayouts/slideLayout97.xml"/><Relationship Id="rId10" Type="http://schemas.openxmlformats.org/officeDocument/2006/relationships/slideLayout" Target="../slideLayouts/slideLayout102.xml"/><Relationship Id="rId4" Type="http://schemas.openxmlformats.org/officeDocument/2006/relationships/slideLayout" Target="../slideLayouts/slideLayout96.xml"/><Relationship Id="rId9" Type="http://schemas.openxmlformats.org/officeDocument/2006/relationships/slideLayout" Target="../slideLayouts/slideLayout101.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1.xml"/><Relationship Id="rId3" Type="http://schemas.openxmlformats.org/officeDocument/2006/relationships/slideLayout" Target="../slideLayouts/slideLayout106.xml"/><Relationship Id="rId7" Type="http://schemas.openxmlformats.org/officeDocument/2006/relationships/slideLayout" Target="../slideLayouts/slideLayout110.xml"/><Relationship Id="rId12" Type="http://schemas.openxmlformats.org/officeDocument/2006/relationships/theme" Target="../theme/theme10.xml"/><Relationship Id="rId2" Type="http://schemas.openxmlformats.org/officeDocument/2006/relationships/slideLayout" Target="../slideLayouts/slideLayout105.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5" Type="http://schemas.openxmlformats.org/officeDocument/2006/relationships/slideLayout" Target="../slideLayouts/slideLayout108.xml"/><Relationship Id="rId10" Type="http://schemas.openxmlformats.org/officeDocument/2006/relationships/slideLayout" Target="../slideLayouts/slideLayout113.xml"/><Relationship Id="rId4" Type="http://schemas.openxmlformats.org/officeDocument/2006/relationships/slideLayout" Target="../slideLayouts/slideLayout107.xml"/><Relationship Id="rId9" Type="http://schemas.openxmlformats.org/officeDocument/2006/relationships/slideLayout" Target="../slideLayouts/slideLayout112.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2.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theme" Target="../theme/theme11.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Rectangle 13">
            <a:extLst>
              <a:ext uri="{FF2B5EF4-FFF2-40B4-BE49-F238E27FC236}">
                <a16:creationId xmlns:a16="http://schemas.microsoft.com/office/drawing/2014/main" id="{3527C6FE-FCCE-BB9A-4EA3-936D29052533}"/>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i="0">
                <a:latin typeface="Arial" panose="020B0604020202020204" pitchFamily="34" charset="0"/>
              </a:defRPr>
            </a:lvl1pPr>
          </a:lstStyle>
          <a:p>
            <a:r>
              <a:rPr lang="en-US" altLang="en-US"/>
              <a:t>2.</a:t>
            </a:r>
            <a:fld id="{DF22A36F-552F-4434-984A-DA47E546DD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48"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E5953D0-ACEE-7495-8EA3-2998DC93469D}"/>
              </a:ext>
            </a:extLst>
          </p:cNvPr>
          <p:cNvSpPr>
            <a:spLocks noGrp="1" noChangeArrowheads="1"/>
          </p:cNvSpPr>
          <p:nvPr>
            <p:ph type="title"/>
          </p:nvPr>
        </p:nvSpPr>
        <p:spPr bwMode="auto">
          <a:xfrm>
            <a:off x="685800" y="6096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a:extLst>
              <a:ext uri="{FF2B5EF4-FFF2-40B4-BE49-F238E27FC236}">
                <a16:creationId xmlns:a16="http://schemas.microsoft.com/office/drawing/2014/main" id="{D817A4B9-BE61-7E2A-3E87-014F862DB7AC}"/>
              </a:ext>
            </a:extLst>
          </p:cNvPr>
          <p:cNvSpPr>
            <a:spLocks noGrp="1" noChangeArrowheads="1"/>
          </p:cNvSpPr>
          <p:nvPr>
            <p:ph type="body" idx="1"/>
          </p:nvPr>
        </p:nvSpPr>
        <p:spPr bwMode="auto">
          <a:xfrm>
            <a:off x="685800" y="1676400"/>
            <a:ext cx="77724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3A14D61-2082-2CF5-1E37-05CC4E6316D3}"/>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i="0">
                <a:solidFill>
                  <a:srgbClr val="000000"/>
                </a:solidFill>
              </a:defRPr>
            </a:lvl1pPr>
          </a:lstStyle>
          <a:p>
            <a:pPr>
              <a:defRPr/>
            </a:pPr>
            <a:endParaRPr lang="en-US" altLang="en-US"/>
          </a:p>
        </p:txBody>
      </p:sp>
      <p:sp>
        <p:nvSpPr>
          <p:cNvPr id="1029" name="Rectangle 5">
            <a:extLst>
              <a:ext uri="{FF2B5EF4-FFF2-40B4-BE49-F238E27FC236}">
                <a16:creationId xmlns:a16="http://schemas.microsoft.com/office/drawing/2014/main" id="{E93164D5-694C-91AA-3768-8DEBDD0CF977}"/>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i="0">
                <a:solidFill>
                  <a:srgbClr val="000000"/>
                </a:solidFill>
              </a:defRPr>
            </a:lvl1pPr>
          </a:lstStyle>
          <a:p>
            <a:pPr>
              <a:defRPr/>
            </a:pPr>
            <a:endParaRPr lang="en-US" altLang="en-US"/>
          </a:p>
        </p:txBody>
      </p:sp>
      <p:sp>
        <p:nvSpPr>
          <p:cNvPr id="1030" name="Rectangle 6">
            <a:extLst>
              <a:ext uri="{FF2B5EF4-FFF2-40B4-BE49-F238E27FC236}">
                <a16:creationId xmlns:a16="http://schemas.microsoft.com/office/drawing/2014/main" id="{37C98931-7911-6A0F-5EAD-6457C4A0BB34}"/>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i="0">
                <a:solidFill>
                  <a:srgbClr val="000000"/>
                </a:solidFill>
              </a:defRPr>
            </a:lvl1pPr>
          </a:lstStyle>
          <a:p>
            <a:fld id="{5E2A1E63-BAAA-4965-B4A9-DD92E7EE75E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Lst>
  <p:hf hdr="0" ftr="0" dt="0"/>
  <p:txStyles>
    <p:titleStyle>
      <a:lvl1pPr algn="ctr" rtl="0" eaLnBrk="0" fontAlgn="base" hangingPunct="0">
        <a:spcBef>
          <a:spcPct val="0"/>
        </a:spcBef>
        <a:spcAft>
          <a:spcPct val="0"/>
        </a:spcAft>
        <a:defRPr sz="4000" kern="12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imes New Roman" panose="02020603050405020304" pitchFamily="18" charset="0"/>
        </a:defRPr>
      </a:lvl2pPr>
      <a:lvl3pPr algn="ctr" rtl="0" eaLnBrk="0" fontAlgn="base" hangingPunct="0">
        <a:spcBef>
          <a:spcPct val="0"/>
        </a:spcBef>
        <a:spcAft>
          <a:spcPct val="0"/>
        </a:spcAft>
        <a:defRPr sz="4000">
          <a:solidFill>
            <a:schemeClr val="tx2"/>
          </a:solidFill>
          <a:latin typeface="Times New Roman" panose="02020603050405020304" pitchFamily="18" charset="0"/>
        </a:defRPr>
      </a:lvl3pPr>
      <a:lvl4pPr algn="ctr" rtl="0" eaLnBrk="0" fontAlgn="base" hangingPunct="0">
        <a:spcBef>
          <a:spcPct val="0"/>
        </a:spcBef>
        <a:spcAft>
          <a:spcPct val="0"/>
        </a:spcAft>
        <a:defRPr sz="4000">
          <a:solidFill>
            <a:schemeClr val="tx2"/>
          </a:solidFill>
          <a:latin typeface="Times New Roman" panose="02020603050405020304" pitchFamily="18" charset="0"/>
        </a:defRPr>
      </a:lvl4pPr>
      <a:lvl5pPr algn="ctr" rtl="0" eaLnBrk="0" fontAlgn="base" hangingPunct="0">
        <a:spcBef>
          <a:spcPct val="0"/>
        </a:spcBef>
        <a:spcAft>
          <a:spcPct val="0"/>
        </a:spcAft>
        <a:defRPr sz="4000">
          <a:solidFill>
            <a:schemeClr val="tx2"/>
          </a:solidFill>
          <a:latin typeface="Times New Roman" panose="02020603050405020304" pitchFamily="18" charset="0"/>
        </a:defRPr>
      </a:lvl5pPr>
      <a:lvl6pPr marL="457200" algn="ctr" rtl="0" eaLnBrk="0" fontAlgn="base" hangingPunct="0">
        <a:spcBef>
          <a:spcPct val="0"/>
        </a:spcBef>
        <a:spcAft>
          <a:spcPct val="0"/>
        </a:spcAft>
        <a:defRPr sz="4000">
          <a:solidFill>
            <a:schemeClr val="tx2"/>
          </a:solidFill>
          <a:latin typeface="Times New Roman" panose="02020603050405020304" pitchFamily="18" charset="0"/>
        </a:defRPr>
      </a:lvl6pPr>
      <a:lvl7pPr marL="914400" algn="ctr" rtl="0" eaLnBrk="0" fontAlgn="base" hangingPunct="0">
        <a:spcBef>
          <a:spcPct val="0"/>
        </a:spcBef>
        <a:spcAft>
          <a:spcPct val="0"/>
        </a:spcAft>
        <a:defRPr sz="40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0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000">
          <a:solidFill>
            <a:schemeClr val="tx2"/>
          </a:solidFill>
          <a:latin typeface="Times New Roman" panose="02020603050405020304" pitchFamily="18" charset="0"/>
        </a:defRPr>
      </a:lvl9pPr>
    </p:titleStyle>
    <p:bodyStyle>
      <a:lvl1pPr marL="231775" indent="-231775" algn="l" rtl="0" eaLnBrk="0" fontAlgn="base" hangingPunct="0">
        <a:spcBef>
          <a:spcPct val="20000"/>
        </a:spcBef>
        <a:spcAft>
          <a:spcPct val="0"/>
        </a:spcAft>
        <a:buChar char="•"/>
        <a:defRPr sz="2800" kern="1200">
          <a:solidFill>
            <a:schemeClr val="tx1"/>
          </a:solidFill>
          <a:latin typeface="+mn-lt"/>
          <a:ea typeface="+mn-ea"/>
          <a:cs typeface="+mn-cs"/>
        </a:defRPr>
      </a:lvl1pPr>
      <a:lvl2pPr marL="573088" indent="-227013" algn="l" rtl="0" eaLnBrk="0" fontAlgn="base" hangingPunct="0">
        <a:spcBef>
          <a:spcPct val="20000"/>
        </a:spcBef>
        <a:spcAft>
          <a:spcPct val="0"/>
        </a:spcAft>
        <a:buChar char="–"/>
        <a:defRPr sz="2400" kern="1200">
          <a:solidFill>
            <a:schemeClr val="tx1"/>
          </a:solidFill>
          <a:latin typeface="+mn-lt"/>
          <a:ea typeface="+mn-ea"/>
          <a:cs typeface="+mn-cs"/>
        </a:defRPr>
      </a:lvl2pPr>
      <a:lvl3pPr marL="860425" indent="-173038" algn="l" rtl="0" eaLnBrk="0" fontAlgn="base" hangingPunct="0">
        <a:spcBef>
          <a:spcPct val="20000"/>
        </a:spcBef>
        <a:spcAft>
          <a:spcPct val="0"/>
        </a:spcAft>
        <a:buChar char="•"/>
        <a:defRPr sz="2000" kern="1200">
          <a:solidFill>
            <a:schemeClr val="tx1"/>
          </a:solidFill>
          <a:latin typeface="+mn-lt"/>
          <a:ea typeface="+mn-ea"/>
          <a:cs typeface="+mn-cs"/>
        </a:defRPr>
      </a:lvl3pPr>
      <a:lvl4pPr marL="1146175" indent="-171450" algn="l" rtl="0" eaLnBrk="0" fontAlgn="base" hangingPunct="0">
        <a:spcBef>
          <a:spcPct val="20000"/>
        </a:spcBef>
        <a:spcAft>
          <a:spcPct val="0"/>
        </a:spcAft>
        <a:buChar char="–"/>
        <a:defRPr kern="1200">
          <a:solidFill>
            <a:schemeClr val="tx1"/>
          </a:solidFill>
          <a:latin typeface="+mn-lt"/>
          <a:ea typeface="+mn-ea"/>
          <a:cs typeface="+mn-cs"/>
        </a:defRPr>
      </a:lvl4pPr>
      <a:lvl5pPr marL="1433513" indent="-173038" algn="l" rtl="0" eaLnBrk="0" fontAlgn="base" hangingPunct="0">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C4EA0A3-62A3-53C7-3E31-B35421DF2662}"/>
              </a:ext>
            </a:extLst>
          </p:cNvPr>
          <p:cNvSpPr>
            <a:spLocks noGrp="1" noChangeArrowheads="1"/>
          </p:cNvSpPr>
          <p:nvPr>
            <p:ph type="title"/>
          </p:nvPr>
        </p:nvSpPr>
        <p:spPr bwMode="auto">
          <a:xfrm>
            <a:off x="685800" y="609600"/>
            <a:ext cx="7772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Rectangle 3">
            <a:extLst>
              <a:ext uri="{FF2B5EF4-FFF2-40B4-BE49-F238E27FC236}">
                <a16:creationId xmlns:a16="http://schemas.microsoft.com/office/drawing/2014/main" id="{60524578-EA76-6305-7530-D36D383B7566}"/>
              </a:ext>
            </a:extLst>
          </p:cNvPr>
          <p:cNvSpPr>
            <a:spLocks noGrp="1" noChangeArrowheads="1"/>
          </p:cNvSpPr>
          <p:nvPr>
            <p:ph type="body" idx="1"/>
          </p:nvPr>
        </p:nvSpPr>
        <p:spPr bwMode="auto">
          <a:xfrm>
            <a:off x="685800" y="1676400"/>
            <a:ext cx="77724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81681A3-313B-E646-A00B-9F106F7BDB7D}"/>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i="0">
                <a:solidFill>
                  <a:srgbClr val="000000"/>
                </a:solidFill>
              </a:defRPr>
            </a:lvl1pPr>
          </a:lstStyle>
          <a:p>
            <a:pPr>
              <a:defRPr/>
            </a:pPr>
            <a:endParaRPr lang="en-US" altLang="en-US"/>
          </a:p>
        </p:txBody>
      </p:sp>
      <p:sp>
        <p:nvSpPr>
          <p:cNvPr id="1029" name="Rectangle 5">
            <a:extLst>
              <a:ext uri="{FF2B5EF4-FFF2-40B4-BE49-F238E27FC236}">
                <a16:creationId xmlns:a16="http://schemas.microsoft.com/office/drawing/2014/main" id="{5BB3A8C0-0B4B-496A-0AC2-589F1A124EA4}"/>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i="0">
                <a:solidFill>
                  <a:srgbClr val="000000"/>
                </a:solidFill>
              </a:defRPr>
            </a:lvl1pPr>
          </a:lstStyle>
          <a:p>
            <a:pPr>
              <a:defRPr/>
            </a:pPr>
            <a:endParaRPr lang="en-US" altLang="en-US"/>
          </a:p>
        </p:txBody>
      </p:sp>
      <p:sp>
        <p:nvSpPr>
          <p:cNvPr id="1030" name="Rectangle 6">
            <a:extLst>
              <a:ext uri="{FF2B5EF4-FFF2-40B4-BE49-F238E27FC236}">
                <a16:creationId xmlns:a16="http://schemas.microsoft.com/office/drawing/2014/main" id="{B37DCE7A-10A3-2E4A-3E7C-C034A1AD8BF5}"/>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i="0">
                <a:solidFill>
                  <a:srgbClr val="000000"/>
                </a:solidFill>
              </a:defRPr>
            </a:lvl1pPr>
          </a:lstStyle>
          <a:p>
            <a:fld id="{1888A6E9-0505-45D7-B175-DDC96F76E16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 id="2147483866" r:id="rId13"/>
  </p:sldLayoutIdLst>
  <p:hf hdr="0" ftr="0" dt="0"/>
  <p:txStyles>
    <p:titleStyle>
      <a:lvl1pPr algn="ctr" rtl="0" eaLnBrk="0" fontAlgn="base" hangingPunct="0">
        <a:spcBef>
          <a:spcPct val="0"/>
        </a:spcBef>
        <a:spcAft>
          <a:spcPct val="0"/>
        </a:spcAft>
        <a:defRPr sz="4000" kern="12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Times New Roman" panose="02020603050405020304" pitchFamily="18" charset="0"/>
        </a:defRPr>
      </a:lvl2pPr>
      <a:lvl3pPr algn="ctr" rtl="0" eaLnBrk="0" fontAlgn="base" hangingPunct="0">
        <a:spcBef>
          <a:spcPct val="0"/>
        </a:spcBef>
        <a:spcAft>
          <a:spcPct val="0"/>
        </a:spcAft>
        <a:defRPr sz="4000">
          <a:solidFill>
            <a:schemeClr val="tx2"/>
          </a:solidFill>
          <a:latin typeface="Times New Roman" panose="02020603050405020304" pitchFamily="18" charset="0"/>
        </a:defRPr>
      </a:lvl3pPr>
      <a:lvl4pPr algn="ctr" rtl="0" eaLnBrk="0" fontAlgn="base" hangingPunct="0">
        <a:spcBef>
          <a:spcPct val="0"/>
        </a:spcBef>
        <a:spcAft>
          <a:spcPct val="0"/>
        </a:spcAft>
        <a:defRPr sz="4000">
          <a:solidFill>
            <a:schemeClr val="tx2"/>
          </a:solidFill>
          <a:latin typeface="Times New Roman" panose="02020603050405020304" pitchFamily="18" charset="0"/>
        </a:defRPr>
      </a:lvl4pPr>
      <a:lvl5pPr algn="ctr" rtl="0" eaLnBrk="0" fontAlgn="base" hangingPunct="0">
        <a:spcBef>
          <a:spcPct val="0"/>
        </a:spcBef>
        <a:spcAft>
          <a:spcPct val="0"/>
        </a:spcAft>
        <a:defRPr sz="4000">
          <a:solidFill>
            <a:schemeClr val="tx2"/>
          </a:solidFill>
          <a:latin typeface="Times New Roman" panose="02020603050405020304" pitchFamily="18" charset="0"/>
        </a:defRPr>
      </a:lvl5pPr>
      <a:lvl6pPr marL="457200" algn="ctr" rtl="0" eaLnBrk="0" fontAlgn="base" hangingPunct="0">
        <a:spcBef>
          <a:spcPct val="0"/>
        </a:spcBef>
        <a:spcAft>
          <a:spcPct val="0"/>
        </a:spcAft>
        <a:defRPr sz="4000">
          <a:solidFill>
            <a:schemeClr val="tx2"/>
          </a:solidFill>
          <a:latin typeface="Times New Roman" panose="02020603050405020304" pitchFamily="18" charset="0"/>
        </a:defRPr>
      </a:lvl6pPr>
      <a:lvl7pPr marL="914400" algn="ctr" rtl="0" eaLnBrk="0" fontAlgn="base" hangingPunct="0">
        <a:spcBef>
          <a:spcPct val="0"/>
        </a:spcBef>
        <a:spcAft>
          <a:spcPct val="0"/>
        </a:spcAft>
        <a:defRPr sz="40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0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000">
          <a:solidFill>
            <a:schemeClr val="tx2"/>
          </a:solidFill>
          <a:latin typeface="Times New Roman" panose="02020603050405020304" pitchFamily="18" charset="0"/>
        </a:defRPr>
      </a:lvl9pPr>
    </p:titleStyle>
    <p:bodyStyle>
      <a:lvl1pPr marL="231775" indent="-231775" algn="l" rtl="0" eaLnBrk="0" fontAlgn="base" hangingPunct="0">
        <a:spcBef>
          <a:spcPct val="20000"/>
        </a:spcBef>
        <a:spcAft>
          <a:spcPct val="0"/>
        </a:spcAft>
        <a:buChar char="•"/>
        <a:defRPr sz="2800" kern="1200">
          <a:solidFill>
            <a:schemeClr val="tx1"/>
          </a:solidFill>
          <a:latin typeface="+mn-lt"/>
          <a:ea typeface="+mn-ea"/>
          <a:cs typeface="+mn-cs"/>
        </a:defRPr>
      </a:lvl1pPr>
      <a:lvl2pPr marL="573088" indent="-227013" algn="l" rtl="0" eaLnBrk="0" fontAlgn="base" hangingPunct="0">
        <a:spcBef>
          <a:spcPct val="20000"/>
        </a:spcBef>
        <a:spcAft>
          <a:spcPct val="0"/>
        </a:spcAft>
        <a:buChar char="–"/>
        <a:defRPr sz="2400" kern="1200">
          <a:solidFill>
            <a:schemeClr val="tx1"/>
          </a:solidFill>
          <a:latin typeface="+mn-lt"/>
          <a:ea typeface="+mn-ea"/>
          <a:cs typeface="+mn-cs"/>
        </a:defRPr>
      </a:lvl2pPr>
      <a:lvl3pPr marL="860425" indent="-173038" algn="l" rtl="0" eaLnBrk="0" fontAlgn="base" hangingPunct="0">
        <a:spcBef>
          <a:spcPct val="20000"/>
        </a:spcBef>
        <a:spcAft>
          <a:spcPct val="0"/>
        </a:spcAft>
        <a:buChar char="•"/>
        <a:defRPr sz="2000" kern="1200">
          <a:solidFill>
            <a:schemeClr val="tx1"/>
          </a:solidFill>
          <a:latin typeface="+mn-lt"/>
          <a:ea typeface="+mn-ea"/>
          <a:cs typeface="+mn-cs"/>
        </a:defRPr>
      </a:lvl3pPr>
      <a:lvl4pPr marL="1146175" indent="-171450" algn="l" rtl="0" eaLnBrk="0" fontAlgn="base" hangingPunct="0">
        <a:spcBef>
          <a:spcPct val="20000"/>
        </a:spcBef>
        <a:spcAft>
          <a:spcPct val="0"/>
        </a:spcAft>
        <a:buChar char="–"/>
        <a:defRPr kern="1200">
          <a:solidFill>
            <a:schemeClr val="tx1"/>
          </a:solidFill>
          <a:latin typeface="+mn-lt"/>
          <a:ea typeface="+mn-ea"/>
          <a:cs typeface="+mn-cs"/>
        </a:defRPr>
      </a:lvl4pPr>
      <a:lvl5pPr marL="1433513" indent="-173038" algn="l" rtl="0" eaLnBrk="0" fontAlgn="base" hangingPunct="0">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EECCF682-D892-5827-4ED0-0CEF17FB8AFB}"/>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1011F7FF-789F-82BA-7BE9-3713104A9E5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A0C2B21-8487-6CBC-E5A6-9BD7763087C7}"/>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defTabSz="342900" eaLnBrk="1" fontAlgn="auto" hangingPunct="1">
              <a:spcBef>
                <a:spcPts val="0"/>
              </a:spcBef>
              <a:spcAft>
                <a:spcPts val="0"/>
              </a:spcAft>
              <a:defRPr sz="900" b="0" i="0" smtClean="0">
                <a:solidFill>
                  <a:prstClr val="black">
                    <a:tint val="75000"/>
                  </a:prstClr>
                </a:solidFill>
                <a:latin typeface="Calibri"/>
              </a:defRPr>
            </a:lvl1pPr>
          </a:lstStyle>
          <a:p>
            <a:pPr>
              <a:defRPr/>
            </a:pPr>
            <a:fld id="{8866E662-8661-4568-91B7-36D8D4BB0B96}" type="datetimeFigureOut">
              <a:rPr lang="en-US"/>
              <a:pPr>
                <a:defRPr/>
              </a:pPr>
              <a:t>1/22/2025</a:t>
            </a:fld>
            <a:endParaRPr lang="en-US"/>
          </a:p>
        </p:txBody>
      </p:sp>
      <p:sp>
        <p:nvSpPr>
          <p:cNvPr id="5" name="Footer Placeholder 4">
            <a:extLst>
              <a:ext uri="{FF2B5EF4-FFF2-40B4-BE49-F238E27FC236}">
                <a16:creationId xmlns:a16="http://schemas.microsoft.com/office/drawing/2014/main" id="{4A01B847-BCF4-EC81-A637-15EFC9E32B3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defTabSz="342900" eaLnBrk="1" fontAlgn="auto" hangingPunct="1">
              <a:spcBef>
                <a:spcPts val="0"/>
              </a:spcBef>
              <a:spcAft>
                <a:spcPts val="0"/>
              </a:spcAft>
              <a:defRPr sz="900" b="0" i="0">
                <a:solidFill>
                  <a:prstClr val="black">
                    <a:tint val="75000"/>
                  </a:prstClr>
                </a:solidFill>
                <a:latin typeface="Calibri"/>
              </a:defRPr>
            </a:lvl1pPr>
          </a:lstStyle>
          <a:p>
            <a:pPr>
              <a:defRPr/>
            </a:pPr>
            <a:endParaRPr lang="en-US"/>
          </a:p>
        </p:txBody>
      </p:sp>
      <p:sp>
        <p:nvSpPr>
          <p:cNvPr id="6" name="Slide Number Placeholder 5">
            <a:extLst>
              <a:ext uri="{FF2B5EF4-FFF2-40B4-BE49-F238E27FC236}">
                <a16:creationId xmlns:a16="http://schemas.microsoft.com/office/drawing/2014/main" id="{DBEE6060-67A0-BF57-4507-909FA767E77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defTabSz="342900" eaLnBrk="1" hangingPunct="1">
              <a:defRPr sz="900" b="0" i="0">
                <a:solidFill>
                  <a:srgbClr val="898989"/>
                </a:solidFill>
                <a:latin typeface="Calibri" panose="020F0502020204030204" pitchFamily="34" charset="0"/>
              </a:defRPr>
            </a:lvl1pPr>
          </a:lstStyle>
          <a:p>
            <a:fld id="{D76BFB19-D7F4-4574-AC2A-DEAF8054113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Lst>
  <p:txStyles>
    <p:titleStyle>
      <a:lvl1pPr algn="ctr" defTabSz="685800" rtl="0" fontAlgn="base">
        <a:spcBef>
          <a:spcPct val="0"/>
        </a:spcBef>
        <a:spcAft>
          <a:spcPct val="0"/>
        </a:spcAft>
        <a:defRPr sz="3300" kern="1200">
          <a:solidFill>
            <a:schemeClr val="tx1"/>
          </a:solidFill>
          <a:latin typeface="+mj-lt"/>
          <a:ea typeface="+mj-ea"/>
          <a:cs typeface="+mj-cs"/>
        </a:defRPr>
      </a:lvl1pPr>
      <a:lvl2pPr algn="ctr" defTabSz="685800" rtl="0" fontAlgn="base">
        <a:spcBef>
          <a:spcPct val="0"/>
        </a:spcBef>
        <a:spcAft>
          <a:spcPct val="0"/>
        </a:spcAft>
        <a:defRPr sz="3300">
          <a:solidFill>
            <a:schemeClr val="tx1"/>
          </a:solidFill>
          <a:latin typeface="Calibri" panose="020F0502020204030204" pitchFamily="34" charset="0"/>
        </a:defRPr>
      </a:lvl2pPr>
      <a:lvl3pPr algn="ctr" defTabSz="685800" rtl="0" fontAlgn="base">
        <a:spcBef>
          <a:spcPct val="0"/>
        </a:spcBef>
        <a:spcAft>
          <a:spcPct val="0"/>
        </a:spcAft>
        <a:defRPr sz="3300">
          <a:solidFill>
            <a:schemeClr val="tx1"/>
          </a:solidFill>
          <a:latin typeface="Calibri" panose="020F0502020204030204" pitchFamily="34" charset="0"/>
        </a:defRPr>
      </a:lvl3pPr>
      <a:lvl4pPr algn="ctr" defTabSz="685800" rtl="0" fontAlgn="base">
        <a:spcBef>
          <a:spcPct val="0"/>
        </a:spcBef>
        <a:spcAft>
          <a:spcPct val="0"/>
        </a:spcAft>
        <a:defRPr sz="3300">
          <a:solidFill>
            <a:schemeClr val="tx1"/>
          </a:solidFill>
          <a:latin typeface="Calibri" panose="020F0502020204030204" pitchFamily="34" charset="0"/>
        </a:defRPr>
      </a:lvl4pPr>
      <a:lvl5pPr algn="ctr" defTabSz="685800" rtl="0" fontAlgn="base">
        <a:spcBef>
          <a:spcPct val="0"/>
        </a:spcBef>
        <a:spcAft>
          <a:spcPct val="0"/>
        </a:spcAft>
        <a:defRPr sz="3300">
          <a:solidFill>
            <a:schemeClr val="tx1"/>
          </a:solidFill>
          <a:latin typeface="Calibri" panose="020F0502020204030204" pitchFamily="34" charset="0"/>
        </a:defRPr>
      </a:lvl5pPr>
      <a:lvl6pPr marL="457200" algn="ctr" defTabSz="685800" rtl="0" fontAlgn="base">
        <a:spcBef>
          <a:spcPct val="0"/>
        </a:spcBef>
        <a:spcAft>
          <a:spcPct val="0"/>
        </a:spcAft>
        <a:defRPr sz="3300">
          <a:solidFill>
            <a:schemeClr val="tx1"/>
          </a:solidFill>
          <a:latin typeface="Calibri" panose="020F0502020204030204" pitchFamily="34" charset="0"/>
        </a:defRPr>
      </a:lvl6pPr>
      <a:lvl7pPr marL="914400" algn="ctr" defTabSz="685800" rtl="0" fontAlgn="base">
        <a:spcBef>
          <a:spcPct val="0"/>
        </a:spcBef>
        <a:spcAft>
          <a:spcPct val="0"/>
        </a:spcAft>
        <a:defRPr sz="3300">
          <a:solidFill>
            <a:schemeClr val="tx1"/>
          </a:solidFill>
          <a:latin typeface="Calibri" panose="020F0502020204030204" pitchFamily="34" charset="0"/>
        </a:defRPr>
      </a:lvl7pPr>
      <a:lvl8pPr marL="1371600" algn="ctr" defTabSz="685800" rtl="0" fontAlgn="base">
        <a:spcBef>
          <a:spcPct val="0"/>
        </a:spcBef>
        <a:spcAft>
          <a:spcPct val="0"/>
        </a:spcAft>
        <a:defRPr sz="3300">
          <a:solidFill>
            <a:schemeClr val="tx1"/>
          </a:solidFill>
          <a:latin typeface="Calibri" panose="020F0502020204030204" pitchFamily="34" charset="0"/>
        </a:defRPr>
      </a:lvl8pPr>
      <a:lvl9pPr marL="1828800" algn="ctr" defTabSz="6858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685800"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fontAlgn="base">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fontAlgn="base">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defTabSz="6858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itle Placeholder 1">
            <a:extLst>
              <a:ext uri="{FF2B5EF4-FFF2-40B4-BE49-F238E27FC236}">
                <a16:creationId xmlns:a16="http://schemas.microsoft.com/office/drawing/2014/main" id="{85934F9A-AFC5-2221-475D-73FBDF28DB9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5123" name="Text Placeholder 2">
            <a:extLst>
              <a:ext uri="{FF2B5EF4-FFF2-40B4-BE49-F238E27FC236}">
                <a16:creationId xmlns:a16="http://schemas.microsoft.com/office/drawing/2014/main" id="{80436224-9BB0-62BF-CBCA-0AF1D89319F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2C82145-52A9-D9D3-68E3-D76D32AB580C}"/>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defTabSz="342900" eaLnBrk="1" fontAlgn="auto" hangingPunct="1">
              <a:spcBef>
                <a:spcPts val="0"/>
              </a:spcBef>
              <a:spcAft>
                <a:spcPts val="0"/>
              </a:spcAft>
              <a:defRPr sz="900" b="0" i="0" smtClean="0">
                <a:solidFill>
                  <a:prstClr val="black">
                    <a:tint val="75000"/>
                  </a:prstClr>
                </a:solidFill>
                <a:latin typeface="Calibri"/>
              </a:defRPr>
            </a:lvl1pPr>
          </a:lstStyle>
          <a:p>
            <a:pPr>
              <a:defRPr/>
            </a:pPr>
            <a:fld id="{59DACB34-7C39-412D-90D1-9A533D3745B9}" type="datetimeFigureOut">
              <a:rPr lang="en-US"/>
              <a:pPr>
                <a:defRPr/>
              </a:pPr>
              <a:t>1/22/2025</a:t>
            </a:fld>
            <a:endParaRPr lang="en-US"/>
          </a:p>
        </p:txBody>
      </p:sp>
      <p:sp>
        <p:nvSpPr>
          <p:cNvPr id="5" name="Footer Placeholder 4">
            <a:extLst>
              <a:ext uri="{FF2B5EF4-FFF2-40B4-BE49-F238E27FC236}">
                <a16:creationId xmlns:a16="http://schemas.microsoft.com/office/drawing/2014/main" id="{B4A1DE4E-F4D6-09EB-4BD6-1A96D79B83EF}"/>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defTabSz="342900" eaLnBrk="1" fontAlgn="auto" hangingPunct="1">
              <a:spcBef>
                <a:spcPts val="0"/>
              </a:spcBef>
              <a:spcAft>
                <a:spcPts val="0"/>
              </a:spcAft>
              <a:defRPr sz="900" b="0" i="0">
                <a:solidFill>
                  <a:prstClr val="black">
                    <a:tint val="75000"/>
                  </a:prstClr>
                </a:solidFill>
                <a:latin typeface="Calibri"/>
              </a:defRPr>
            </a:lvl1pPr>
          </a:lstStyle>
          <a:p>
            <a:pPr>
              <a:defRPr/>
            </a:pPr>
            <a:endParaRPr lang="en-US"/>
          </a:p>
        </p:txBody>
      </p:sp>
      <p:sp>
        <p:nvSpPr>
          <p:cNvPr id="6" name="Slide Number Placeholder 5">
            <a:extLst>
              <a:ext uri="{FF2B5EF4-FFF2-40B4-BE49-F238E27FC236}">
                <a16:creationId xmlns:a16="http://schemas.microsoft.com/office/drawing/2014/main" id="{D24759D0-7F68-866E-3BE4-850E37EA841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defTabSz="342900" eaLnBrk="1" hangingPunct="1">
              <a:defRPr sz="900" b="0" i="0">
                <a:solidFill>
                  <a:srgbClr val="898989"/>
                </a:solidFill>
                <a:latin typeface="Calibri" panose="020F0502020204030204" pitchFamily="34" charset="0"/>
              </a:defRPr>
            </a:lvl1pPr>
          </a:lstStyle>
          <a:p>
            <a:fld id="{6EBF1994-DE4F-4D15-8DC2-776CE8CA2C8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ctr" defTabSz="685800" rtl="0" fontAlgn="base">
        <a:spcBef>
          <a:spcPct val="0"/>
        </a:spcBef>
        <a:spcAft>
          <a:spcPct val="0"/>
        </a:spcAft>
        <a:defRPr sz="3300" kern="1200">
          <a:solidFill>
            <a:schemeClr val="tx1"/>
          </a:solidFill>
          <a:latin typeface="+mj-lt"/>
          <a:ea typeface="+mj-ea"/>
          <a:cs typeface="+mj-cs"/>
        </a:defRPr>
      </a:lvl1pPr>
      <a:lvl2pPr algn="ctr" defTabSz="685800" rtl="0" fontAlgn="base">
        <a:spcBef>
          <a:spcPct val="0"/>
        </a:spcBef>
        <a:spcAft>
          <a:spcPct val="0"/>
        </a:spcAft>
        <a:defRPr sz="3300">
          <a:solidFill>
            <a:schemeClr val="tx1"/>
          </a:solidFill>
          <a:latin typeface="Calibri" panose="020F0502020204030204" pitchFamily="34" charset="0"/>
        </a:defRPr>
      </a:lvl2pPr>
      <a:lvl3pPr algn="ctr" defTabSz="685800" rtl="0" fontAlgn="base">
        <a:spcBef>
          <a:spcPct val="0"/>
        </a:spcBef>
        <a:spcAft>
          <a:spcPct val="0"/>
        </a:spcAft>
        <a:defRPr sz="3300">
          <a:solidFill>
            <a:schemeClr val="tx1"/>
          </a:solidFill>
          <a:latin typeface="Calibri" panose="020F0502020204030204" pitchFamily="34" charset="0"/>
        </a:defRPr>
      </a:lvl3pPr>
      <a:lvl4pPr algn="ctr" defTabSz="685800" rtl="0" fontAlgn="base">
        <a:spcBef>
          <a:spcPct val="0"/>
        </a:spcBef>
        <a:spcAft>
          <a:spcPct val="0"/>
        </a:spcAft>
        <a:defRPr sz="3300">
          <a:solidFill>
            <a:schemeClr val="tx1"/>
          </a:solidFill>
          <a:latin typeface="Calibri" panose="020F0502020204030204" pitchFamily="34" charset="0"/>
        </a:defRPr>
      </a:lvl4pPr>
      <a:lvl5pPr algn="ctr" defTabSz="685800" rtl="0" fontAlgn="base">
        <a:spcBef>
          <a:spcPct val="0"/>
        </a:spcBef>
        <a:spcAft>
          <a:spcPct val="0"/>
        </a:spcAft>
        <a:defRPr sz="3300">
          <a:solidFill>
            <a:schemeClr val="tx1"/>
          </a:solidFill>
          <a:latin typeface="Calibri" panose="020F0502020204030204" pitchFamily="34" charset="0"/>
        </a:defRPr>
      </a:lvl5pPr>
      <a:lvl6pPr marL="457200" algn="ctr" defTabSz="685800" rtl="0" fontAlgn="base">
        <a:spcBef>
          <a:spcPct val="0"/>
        </a:spcBef>
        <a:spcAft>
          <a:spcPct val="0"/>
        </a:spcAft>
        <a:defRPr sz="3300">
          <a:solidFill>
            <a:schemeClr val="tx1"/>
          </a:solidFill>
          <a:latin typeface="Calibri" panose="020F0502020204030204" pitchFamily="34" charset="0"/>
        </a:defRPr>
      </a:lvl6pPr>
      <a:lvl7pPr marL="914400" algn="ctr" defTabSz="685800" rtl="0" fontAlgn="base">
        <a:spcBef>
          <a:spcPct val="0"/>
        </a:spcBef>
        <a:spcAft>
          <a:spcPct val="0"/>
        </a:spcAft>
        <a:defRPr sz="3300">
          <a:solidFill>
            <a:schemeClr val="tx1"/>
          </a:solidFill>
          <a:latin typeface="Calibri" panose="020F0502020204030204" pitchFamily="34" charset="0"/>
        </a:defRPr>
      </a:lvl7pPr>
      <a:lvl8pPr marL="1371600" algn="ctr" defTabSz="685800" rtl="0" fontAlgn="base">
        <a:spcBef>
          <a:spcPct val="0"/>
        </a:spcBef>
        <a:spcAft>
          <a:spcPct val="0"/>
        </a:spcAft>
        <a:defRPr sz="3300">
          <a:solidFill>
            <a:schemeClr val="tx1"/>
          </a:solidFill>
          <a:latin typeface="Calibri" panose="020F0502020204030204" pitchFamily="34" charset="0"/>
        </a:defRPr>
      </a:lvl8pPr>
      <a:lvl9pPr marL="1828800" algn="ctr" defTabSz="6858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685800"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fontAlgn="base">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fontAlgn="base">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defTabSz="6858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Title Placeholder 1">
            <a:extLst>
              <a:ext uri="{FF2B5EF4-FFF2-40B4-BE49-F238E27FC236}">
                <a16:creationId xmlns:a16="http://schemas.microsoft.com/office/drawing/2014/main" id="{BE7F4795-4473-2DF0-65E3-A7FC17CC9FCA}"/>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6147" name="Text Placeholder 2">
            <a:extLst>
              <a:ext uri="{FF2B5EF4-FFF2-40B4-BE49-F238E27FC236}">
                <a16:creationId xmlns:a16="http://schemas.microsoft.com/office/drawing/2014/main" id="{A799E472-2B7C-E80A-2BB2-A6BED4BE19D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5F5C4BB-0932-206A-1D46-C8A4C6F97FE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defTabSz="342900" eaLnBrk="1" fontAlgn="auto" hangingPunct="1">
              <a:spcBef>
                <a:spcPts val="0"/>
              </a:spcBef>
              <a:spcAft>
                <a:spcPts val="0"/>
              </a:spcAft>
              <a:defRPr sz="900" b="0" i="0" smtClean="0">
                <a:solidFill>
                  <a:prstClr val="black">
                    <a:tint val="75000"/>
                  </a:prstClr>
                </a:solidFill>
                <a:latin typeface="Calibri"/>
              </a:defRPr>
            </a:lvl1pPr>
          </a:lstStyle>
          <a:p>
            <a:pPr>
              <a:defRPr/>
            </a:pPr>
            <a:fld id="{660312C1-0C10-4407-A6B2-C13C508A9980}" type="datetimeFigureOut">
              <a:rPr lang="en-US"/>
              <a:pPr>
                <a:defRPr/>
              </a:pPr>
              <a:t>1/22/2025</a:t>
            </a:fld>
            <a:endParaRPr lang="en-US"/>
          </a:p>
        </p:txBody>
      </p:sp>
      <p:sp>
        <p:nvSpPr>
          <p:cNvPr id="5" name="Footer Placeholder 4">
            <a:extLst>
              <a:ext uri="{FF2B5EF4-FFF2-40B4-BE49-F238E27FC236}">
                <a16:creationId xmlns:a16="http://schemas.microsoft.com/office/drawing/2014/main" id="{1671EF62-D9C3-D5A5-FC9F-AB961F01B000}"/>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defTabSz="342900" eaLnBrk="1" fontAlgn="auto" hangingPunct="1">
              <a:spcBef>
                <a:spcPts val="0"/>
              </a:spcBef>
              <a:spcAft>
                <a:spcPts val="0"/>
              </a:spcAft>
              <a:defRPr sz="900" b="0" i="0">
                <a:solidFill>
                  <a:prstClr val="black">
                    <a:tint val="75000"/>
                  </a:prstClr>
                </a:solidFill>
                <a:latin typeface="Calibri"/>
              </a:defRPr>
            </a:lvl1pPr>
          </a:lstStyle>
          <a:p>
            <a:pPr>
              <a:defRPr/>
            </a:pPr>
            <a:endParaRPr lang="en-US"/>
          </a:p>
        </p:txBody>
      </p:sp>
      <p:sp>
        <p:nvSpPr>
          <p:cNvPr id="6" name="Slide Number Placeholder 5">
            <a:extLst>
              <a:ext uri="{FF2B5EF4-FFF2-40B4-BE49-F238E27FC236}">
                <a16:creationId xmlns:a16="http://schemas.microsoft.com/office/drawing/2014/main" id="{E84F9C30-CA62-11CF-C4FF-3EAFE560458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defTabSz="342900" eaLnBrk="1" hangingPunct="1">
              <a:defRPr sz="900" b="0" i="0">
                <a:solidFill>
                  <a:srgbClr val="898989"/>
                </a:solidFill>
                <a:latin typeface="Calibri" panose="020F0502020204030204" pitchFamily="34" charset="0"/>
              </a:defRPr>
            </a:lvl1pPr>
          </a:lstStyle>
          <a:p>
            <a:fld id="{64AE9B57-03FA-4553-A318-2018DF51FA2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xStyles>
    <p:titleStyle>
      <a:lvl1pPr algn="ctr" defTabSz="685800" rtl="0" fontAlgn="base">
        <a:spcBef>
          <a:spcPct val="0"/>
        </a:spcBef>
        <a:spcAft>
          <a:spcPct val="0"/>
        </a:spcAft>
        <a:defRPr sz="3300" kern="1200">
          <a:solidFill>
            <a:schemeClr val="tx1"/>
          </a:solidFill>
          <a:latin typeface="+mj-lt"/>
          <a:ea typeface="+mj-ea"/>
          <a:cs typeface="+mj-cs"/>
        </a:defRPr>
      </a:lvl1pPr>
      <a:lvl2pPr algn="ctr" defTabSz="685800" rtl="0" fontAlgn="base">
        <a:spcBef>
          <a:spcPct val="0"/>
        </a:spcBef>
        <a:spcAft>
          <a:spcPct val="0"/>
        </a:spcAft>
        <a:defRPr sz="3300">
          <a:solidFill>
            <a:schemeClr val="tx1"/>
          </a:solidFill>
          <a:latin typeface="Calibri" panose="020F0502020204030204" pitchFamily="34" charset="0"/>
        </a:defRPr>
      </a:lvl2pPr>
      <a:lvl3pPr algn="ctr" defTabSz="685800" rtl="0" fontAlgn="base">
        <a:spcBef>
          <a:spcPct val="0"/>
        </a:spcBef>
        <a:spcAft>
          <a:spcPct val="0"/>
        </a:spcAft>
        <a:defRPr sz="3300">
          <a:solidFill>
            <a:schemeClr val="tx1"/>
          </a:solidFill>
          <a:latin typeface="Calibri" panose="020F0502020204030204" pitchFamily="34" charset="0"/>
        </a:defRPr>
      </a:lvl3pPr>
      <a:lvl4pPr algn="ctr" defTabSz="685800" rtl="0" fontAlgn="base">
        <a:spcBef>
          <a:spcPct val="0"/>
        </a:spcBef>
        <a:spcAft>
          <a:spcPct val="0"/>
        </a:spcAft>
        <a:defRPr sz="3300">
          <a:solidFill>
            <a:schemeClr val="tx1"/>
          </a:solidFill>
          <a:latin typeface="Calibri" panose="020F0502020204030204" pitchFamily="34" charset="0"/>
        </a:defRPr>
      </a:lvl4pPr>
      <a:lvl5pPr algn="ctr" defTabSz="685800" rtl="0" fontAlgn="base">
        <a:spcBef>
          <a:spcPct val="0"/>
        </a:spcBef>
        <a:spcAft>
          <a:spcPct val="0"/>
        </a:spcAft>
        <a:defRPr sz="3300">
          <a:solidFill>
            <a:schemeClr val="tx1"/>
          </a:solidFill>
          <a:latin typeface="Calibri" panose="020F0502020204030204" pitchFamily="34" charset="0"/>
        </a:defRPr>
      </a:lvl5pPr>
      <a:lvl6pPr marL="457200" algn="ctr" defTabSz="685800" rtl="0" fontAlgn="base">
        <a:spcBef>
          <a:spcPct val="0"/>
        </a:spcBef>
        <a:spcAft>
          <a:spcPct val="0"/>
        </a:spcAft>
        <a:defRPr sz="3300">
          <a:solidFill>
            <a:schemeClr val="tx1"/>
          </a:solidFill>
          <a:latin typeface="Calibri" panose="020F0502020204030204" pitchFamily="34" charset="0"/>
        </a:defRPr>
      </a:lvl6pPr>
      <a:lvl7pPr marL="914400" algn="ctr" defTabSz="685800" rtl="0" fontAlgn="base">
        <a:spcBef>
          <a:spcPct val="0"/>
        </a:spcBef>
        <a:spcAft>
          <a:spcPct val="0"/>
        </a:spcAft>
        <a:defRPr sz="3300">
          <a:solidFill>
            <a:schemeClr val="tx1"/>
          </a:solidFill>
          <a:latin typeface="Calibri" panose="020F0502020204030204" pitchFamily="34" charset="0"/>
        </a:defRPr>
      </a:lvl7pPr>
      <a:lvl8pPr marL="1371600" algn="ctr" defTabSz="685800" rtl="0" fontAlgn="base">
        <a:spcBef>
          <a:spcPct val="0"/>
        </a:spcBef>
        <a:spcAft>
          <a:spcPct val="0"/>
        </a:spcAft>
        <a:defRPr sz="3300">
          <a:solidFill>
            <a:schemeClr val="tx1"/>
          </a:solidFill>
          <a:latin typeface="Calibri" panose="020F0502020204030204" pitchFamily="34" charset="0"/>
        </a:defRPr>
      </a:lvl8pPr>
      <a:lvl9pPr marL="1828800" algn="ctr" defTabSz="6858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685800"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fontAlgn="base">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fontAlgn="base">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defTabSz="6858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fontAlgn="base">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57EF4C28-4972-383C-0A42-6FDACEED6D41}"/>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i="0">
                <a:solidFill>
                  <a:srgbClr val="1C1C1C"/>
                </a:solidFill>
                <a:latin typeface="Arial" panose="020B0604020202020204" pitchFamily="34" charset="0"/>
              </a:defRPr>
            </a:lvl1pPr>
          </a:lstStyle>
          <a:p>
            <a:r>
              <a:rPr lang="en-US" altLang="en-US"/>
              <a:t>9.</a:t>
            </a:r>
            <a:fld id="{3D783194-C609-4DA7-8CD9-81A8A5B9F88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4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grpSp>
        <p:nvGrpSpPr>
          <p:cNvPr id="8194" name="Group 24">
            <a:extLst>
              <a:ext uri="{FF2B5EF4-FFF2-40B4-BE49-F238E27FC236}">
                <a16:creationId xmlns:a16="http://schemas.microsoft.com/office/drawing/2014/main" id="{DDB4DABB-66C2-A1FF-4192-BFAA00060D59}"/>
              </a:ext>
            </a:extLst>
          </p:cNvPr>
          <p:cNvGrpSpPr>
            <a:grpSpLocks/>
          </p:cNvGrpSpPr>
          <p:nvPr/>
        </p:nvGrpSpPr>
        <p:grpSpPr bwMode="auto">
          <a:xfrm>
            <a:off x="-22225" y="-7938"/>
            <a:ext cx="9180513" cy="6880226"/>
            <a:chOff x="0" y="-21658"/>
            <a:chExt cx="12240731" cy="6879658"/>
          </a:xfrm>
        </p:grpSpPr>
        <p:sp>
          <p:nvSpPr>
            <p:cNvPr id="26" name="Rectangle 25">
              <a:extLst>
                <a:ext uri="{FF2B5EF4-FFF2-40B4-BE49-F238E27FC236}">
                  <a16:creationId xmlns:a16="http://schemas.microsoft.com/office/drawing/2014/main" id="{57A08549-4C58-B85D-536F-CF18D03830CA}"/>
                </a:ext>
              </a:extLst>
            </p:cNvPr>
            <p:cNvSpPr/>
            <p:nvPr/>
          </p:nvSpPr>
          <p:spPr>
            <a:xfrm>
              <a:off x="31751" y="566"/>
              <a:ext cx="12187813" cy="6857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b="0" i="0">
                <a:solidFill>
                  <a:prstClr val="white"/>
                </a:solidFill>
              </a:endParaRPr>
            </a:p>
          </p:txBody>
        </p:sp>
        <p:grpSp>
          <p:nvGrpSpPr>
            <p:cNvPr id="8201" name="Group 26">
              <a:extLst>
                <a:ext uri="{FF2B5EF4-FFF2-40B4-BE49-F238E27FC236}">
                  <a16:creationId xmlns:a16="http://schemas.microsoft.com/office/drawing/2014/main" id="{9A4CC86D-88E5-F28B-E4D6-7A961F0DF036}"/>
                </a:ext>
              </a:extLst>
            </p:cNvPr>
            <p:cNvGrpSpPr>
              <a:grpSpLocks/>
            </p:cNvGrpSpPr>
            <p:nvPr/>
          </p:nvGrpSpPr>
          <p:grpSpPr bwMode="auto">
            <a:xfrm>
              <a:off x="0" y="-21658"/>
              <a:ext cx="12240731" cy="1041400"/>
              <a:chOff x="-25356" y="-7144"/>
              <a:chExt cx="12240731" cy="1041400"/>
            </a:xfrm>
          </p:grpSpPr>
          <p:sp>
            <p:nvSpPr>
              <p:cNvPr id="28" name="Freeform 27">
                <a:extLst>
                  <a:ext uri="{FF2B5EF4-FFF2-40B4-BE49-F238E27FC236}">
                    <a16:creationId xmlns:a16="http://schemas.microsoft.com/office/drawing/2014/main" id="{5C3ED562-D760-94CB-145F-2637CA4213E1}"/>
                  </a:ext>
                </a:extLst>
              </p:cNvPr>
              <p:cNvSpPr>
                <a:spLocks/>
              </p:cNvSpPr>
              <p:nvPr/>
            </p:nvSpPr>
            <p:spPr bwMode="auto">
              <a:xfrm>
                <a:off x="-12656" y="-7144"/>
                <a:ext cx="12217447" cy="104131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29" name="Freeform 28">
                <a:extLst>
                  <a:ext uri="{FF2B5EF4-FFF2-40B4-BE49-F238E27FC236}">
                    <a16:creationId xmlns:a16="http://schemas.microsoft.com/office/drawing/2014/main" id="{3E973922-9B8C-864B-FC95-D73D6504A7CC}"/>
                  </a:ext>
                </a:extLst>
              </p:cNvPr>
              <p:cNvSpPr>
                <a:spLocks/>
              </p:cNvSpPr>
              <p:nvPr/>
            </p:nvSpPr>
            <p:spPr bwMode="auto">
              <a:xfrm>
                <a:off x="5842067" y="-7144"/>
                <a:ext cx="6350024" cy="638123"/>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grpSp>
            <p:nvGrpSpPr>
              <p:cNvPr id="8204" name="Group 30">
                <a:extLst>
                  <a:ext uri="{FF2B5EF4-FFF2-40B4-BE49-F238E27FC236}">
                    <a16:creationId xmlns:a16="http://schemas.microsoft.com/office/drawing/2014/main" id="{8B6C7864-4920-0F39-AB0F-9A673E964FA4}"/>
                  </a:ext>
                </a:extLst>
              </p:cNvPr>
              <p:cNvGrpSpPr>
                <a:grpSpLocks/>
              </p:cNvGrpSpPr>
              <p:nvPr/>
            </p:nvGrpSpPr>
            <p:grpSpPr bwMode="auto">
              <a:xfrm>
                <a:off x="-25356" y="202408"/>
                <a:ext cx="12240731" cy="649224"/>
                <a:chOff x="-19045" y="216550"/>
                <a:chExt cx="9180548" cy="649224"/>
              </a:xfrm>
            </p:grpSpPr>
            <p:sp>
              <p:nvSpPr>
                <p:cNvPr id="32" name="Freeform 31">
                  <a:extLst>
                    <a:ext uri="{FF2B5EF4-FFF2-40B4-BE49-F238E27FC236}">
                      <a16:creationId xmlns:a16="http://schemas.microsoft.com/office/drawing/2014/main" id="{FC8780EC-6518-6BD8-84FA-398F710C0435}"/>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33" name="Freeform 32">
                  <a:extLst>
                    <a:ext uri="{FF2B5EF4-FFF2-40B4-BE49-F238E27FC236}">
                      <a16:creationId xmlns:a16="http://schemas.microsoft.com/office/drawing/2014/main" id="{B496507A-7A30-0931-B4C5-44A00A30B708}"/>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grpSp>
        </p:grpSp>
      </p:grpSp>
      <p:sp>
        <p:nvSpPr>
          <p:cNvPr id="10" name="Date Placeholder 9">
            <a:extLst>
              <a:ext uri="{FF2B5EF4-FFF2-40B4-BE49-F238E27FC236}">
                <a16:creationId xmlns:a16="http://schemas.microsoft.com/office/drawing/2014/main" id="{3A4CBFC5-D1BB-B7E1-C47D-0B8D9C3BC846}"/>
              </a:ext>
            </a:extLst>
          </p:cNvPr>
          <p:cNvSpPr>
            <a:spLocks noGrp="1"/>
          </p:cNvSpPr>
          <p:nvPr>
            <p:ph type="dt" sz="half" idx="2"/>
          </p:nvPr>
        </p:nvSpPr>
        <p:spPr>
          <a:xfrm>
            <a:off x="457200" y="6356350"/>
            <a:ext cx="2133600" cy="365125"/>
          </a:xfrm>
          <a:prstGeom prst="rect">
            <a:avLst/>
          </a:prstGeom>
        </p:spPr>
        <p:txBody>
          <a:bodyPr vert="horz" lIns="0" tIns="0" rIns="0" bIns="0" anchor="b"/>
          <a:lstStyle>
            <a:lvl1pPr algn="l" defTabSz="685800" eaLnBrk="1" fontAlgn="auto" latinLnBrk="0" hangingPunct="1">
              <a:spcBef>
                <a:spcPts val="0"/>
              </a:spcBef>
              <a:spcAft>
                <a:spcPts val="0"/>
              </a:spcAft>
              <a:defRPr kumimoji="0" sz="900" b="0" i="0" smtClean="0">
                <a:solidFill>
                  <a:prstClr val="black"/>
                </a:solidFill>
                <a:latin typeface="Palatino Linotype"/>
              </a:defRPr>
            </a:lvl1pPr>
          </a:lstStyle>
          <a:p>
            <a:pPr>
              <a:defRPr/>
            </a:pPr>
            <a:fld id="{61146459-E3C3-4969-9224-5ED50B492D17}" type="datetime1">
              <a:rPr lang="en-US"/>
              <a:pPr>
                <a:defRPr/>
              </a:pPr>
              <a:t>1/22/2025</a:t>
            </a:fld>
            <a:endParaRPr lang="en-US"/>
          </a:p>
        </p:txBody>
      </p:sp>
      <p:sp>
        <p:nvSpPr>
          <p:cNvPr id="22" name="Footer Placeholder 21">
            <a:extLst>
              <a:ext uri="{FF2B5EF4-FFF2-40B4-BE49-F238E27FC236}">
                <a16:creationId xmlns:a16="http://schemas.microsoft.com/office/drawing/2014/main" id="{B8C228EA-69FF-61D4-3726-0E06A7DE6B71}"/>
              </a:ext>
            </a:extLst>
          </p:cNvPr>
          <p:cNvSpPr>
            <a:spLocks noGrp="1"/>
          </p:cNvSpPr>
          <p:nvPr>
            <p:ph type="ftr" sz="quarter" idx="3"/>
          </p:nvPr>
        </p:nvSpPr>
        <p:spPr>
          <a:xfrm>
            <a:off x="2667000" y="6356350"/>
            <a:ext cx="3352800" cy="365125"/>
          </a:xfrm>
          <a:prstGeom prst="rect">
            <a:avLst/>
          </a:prstGeom>
        </p:spPr>
        <p:txBody>
          <a:bodyPr vert="horz" lIns="0" tIns="0" rIns="0" bIns="0" anchor="b"/>
          <a:lstStyle>
            <a:lvl1pPr algn="l" defTabSz="685800" eaLnBrk="1" fontAlgn="auto" latinLnBrk="0" hangingPunct="1">
              <a:spcBef>
                <a:spcPts val="0"/>
              </a:spcBef>
              <a:spcAft>
                <a:spcPts val="0"/>
              </a:spcAft>
              <a:defRPr kumimoji="0" sz="900" b="0" i="0">
                <a:solidFill>
                  <a:prstClr val="black"/>
                </a:solidFill>
                <a:latin typeface="Palatino Linotype"/>
              </a:defRPr>
            </a:lvl1pPr>
          </a:lstStyle>
          <a:p>
            <a:pPr>
              <a:defRPr/>
            </a:pPr>
            <a:endParaRPr lang="en-US"/>
          </a:p>
        </p:txBody>
      </p:sp>
      <p:sp>
        <p:nvSpPr>
          <p:cNvPr id="18" name="Slide Number Placeholder 17">
            <a:extLst>
              <a:ext uri="{FF2B5EF4-FFF2-40B4-BE49-F238E27FC236}">
                <a16:creationId xmlns:a16="http://schemas.microsoft.com/office/drawing/2014/main" id="{F7D832FA-26FE-0097-19E0-BD8854CB228A}"/>
              </a:ext>
            </a:extLst>
          </p:cNvPr>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defTabSz="685800" eaLnBrk="1" hangingPunct="1">
              <a:defRPr sz="900" b="0" i="0">
                <a:solidFill>
                  <a:srgbClr val="000000"/>
                </a:solidFill>
                <a:latin typeface="Palatino Linotype" panose="02040502050505030304" pitchFamily="18" charset="0"/>
              </a:defRPr>
            </a:lvl1pPr>
          </a:lstStyle>
          <a:p>
            <a:fld id="{DF7BE7A0-0EDF-489A-AE0C-1C861B51B5BD}" type="slidenum">
              <a:rPr lang="en-US" altLang="en-US"/>
              <a:pPr/>
              <a:t>‹#›</a:t>
            </a:fld>
            <a:endParaRPr lang="en-US" altLang="en-US"/>
          </a:p>
        </p:txBody>
      </p:sp>
      <p:sp>
        <p:nvSpPr>
          <p:cNvPr id="30" name="Text Placeholder 29">
            <a:extLst>
              <a:ext uri="{FF2B5EF4-FFF2-40B4-BE49-F238E27FC236}">
                <a16:creationId xmlns:a16="http://schemas.microsoft.com/office/drawing/2014/main" id="{A2BB9991-7C60-A9A7-BBCE-FEA696C13D3E}"/>
              </a:ext>
            </a:extLst>
          </p:cNvPr>
          <p:cNvSpPr>
            <a:spLocks noGrp="1"/>
          </p:cNvSpPr>
          <p:nvPr>
            <p:ph type="body" idx="1"/>
          </p:nvPr>
        </p:nvSpPr>
        <p:spPr>
          <a:xfrm>
            <a:off x="457200" y="1935163"/>
            <a:ext cx="8229600" cy="4389437"/>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8">
            <a:extLst>
              <a:ext uri="{FF2B5EF4-FFF2-40B4-BE49-F238E27FC236}">
                <a16:creationId xmlns:a16="http://schemas.microsoft.com/office/drawing/2014/main" id="{D5157AA7-A28A-CBBF-D779-F2794BC36145}"/>
              </a:ext>
            </a:extLst>
          </p:cNvPr>
          <p:cNvSpPr>
            <a:spLocks noGrp="1"/>
          </p:cNvSpPr>
          <p:nvPr>
            <p:ph type="title"/>
          </p:nvPr>
        </p:nvSpPr>
        <p:spPr>
          <a:xfrm>
            <a:off x="457200" y="704850"/>
            <a:ext cx="8229600" cy="1143000"/>
          </a:xfrm>
          <a:prstGeom prst="rect">
            <a:avLst/>
          </a:prstGeom>
        </p:spPr>
        <p:txBody>
          <a:bodyPr vert="horz" lIns="0" rIns="0" bIns="0"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950" r:id="rId1"/>
    <p:sldLayoutId id="2147483910" r:id="rId2"/>
    <p:sldLayoutId id="2147483911" r:id="rId3"/>
    <p:sldLayoutId id="2147483912" r:id="rId4"/>
    <p:sldLayoutId id="2147483913" r:id="rId5"/>
    <p:sldLayoutId id="2147483914" r:id="rId6"/>
    <p:sldLayoutId id="2147483915" r:id="rId7"/>
    <p:sldLayoutId id="2147483916" r:id="rId8"/>
    <p:sldLayoutId id="2147483951" r:id="rId9"/>
    <p:sldLayoutId id="2147483917" r:id="rId10"/>
    <p:sldLayoutId id="2147483918" r:id="rId11"/>
  </p:sldLayoutIdLst>
  <p:transition spd="med">
    <p:fade/>
  </p:transition>
  <p:hf sldNum="0" hdr="0" ftr="0" dt="0"/>
  <p:txStyles>
    <p:titleStyle>
      <a:lvl1pPr algn="l" rtl="0" fontAlgn="base">
        <a:spcBef>
          <a:spcPct val="0"/>
        </a:spcBef>
        <a:spcAft>
          <a:spcPct val="0"/>
        </a:spcAft>
        <a:defRPr sz="3700" kern="1200">
          <a:solidFill>
            <a:schemeClr val="tx2"/>
          </a:solidFill>
          <a:latin typeface="+mj-lt"/>
          <a:ea typeface="+mj-ea"/>
          <a:cs typeface="+mj-cs"/>
        </a:defRPr>
      </a:lvl1pPr>
      <a:lvl2pPr algn="l" rtl="0" fontAlgn="base">
        <a:spcBef>
          <a:spcPct val="0"/>
        </a:spcBef>
        <a:spcAft>
          <a:spcPct val="0"/>
        </a:spcAft>
        <a:defRPr sz="3700">
          <a:solidFill>
            <a:schemeClr val="tx2"/>
          </a:solidFill>
          <a:latin typeface="Century Gothic" panose="020B0502020202020204" pitchFamily="34" charset="0"/>
        </a:defRPr>
      </a:lvl2pPr>
      <a:lvl3pPr algn="l" rtl="0" fontAlgn="base">
        <a:spcBef>
          <a:spcPct val="0"/>
        </a:spcBef>
        <a:spcAft>
          <a:spcPct val="0"/>
        </a:spcAft>
        <a:defRPr sz="3700">
          <a:solidFill>
            <a:schemeClr val="tx2"/>
          </a:solidFill>
          <a:latin typeface="Century Gothic" panose="020B0502020202020204" pitchFamily="34" charset="0"/>
        </a:defRPr>
      </a:lvl3pPr>
      <a:lvl4pPr algn="l" rtl="0" fontAlgn="base">
        <a:spcBef>
          <a:spcPct val="0"/>
        </a:spcBef>
        <a:spcAft>
          <a:spcPct val="0"/>
        </a:spcAft>
        <a:defRPr sz="3700">
          <a:solidFill>
            <a:schemeClr val="tx2"/>
          </a:solidFill>
          <a:latin typeface="Century Gothic" panose="020B0502020202020204" pitchFamily="34" charset="0"/>
        </a:defRPr>
      </a:lvl4pPr>
      <a:lvl5pPr algn="l" rtl="0" fontAlgn="base">
        <a:spcBef>
          <a:spcPct val="0"/>
        </a:spcBef>
        <a:spcAft>
          <a:spcPct val="0"/>
        </a:spcAft>
        <a:defRPr sz="3700">
          <a:solidFill>
            <a:schemeClr val="tx2"/>
          </a:solidFill>
          <a:latin typeface="Century Gothic" panose="020B0502020202020204" pitchFamily="34" charset="0"/>
        </a:defRPr>
      </a:lvl5pPr>
      <a:lvl6pPr marL="457200" algn="l" rtl="0" fontAlgn="base">
        <a:spcBef>
          <a:spcPct val="0"/>
        </a:spcBef>
        <a:spcAft>
          <a:spcPct val="0"/>
        </a:spcAft>
        <a:defRPr sz="3700">
          <a:solidFill>
            <a:schemeClr val="tx2"/>
          </a:solidFill>
          <a:latin typeface="Century Gothic" panose="020B0502020202020204" pitchFamily="34" charset="0"/>
        </a:defRPr>
      </a:lvl6pPr>
      <a:lvl7pPr marL="914400" algn="l" rtl="0" fontAlgn="base">
        <a:spcBef>
          <a:spcPct val="0"/>
        </a:spcBef>
        <a:spcAft>
          <a:spcPct val="0"/>
        </a:spcAft>
        <a:defRPr sz="3700">
          <a:solidFill>
            <a:schemeClr val="tx2"/>
          </a:solidFill>
          <a:latin typeface="Century Gothic" panose="020B0502020202020204" pitchFamily="34" charset="0"/>
        </a:defRPr>
      </a:lvl7pPr>
      <a:lvl8pPr marL="1371600" algn="l" rtl="0" fontAlgn="base">
        <a:spcBef>
          <a:spcPct val="0"/>
        </a:spcBef>
        <a:spcAft>
          <a:spcPct val="0"/>
        </a:spcAft>
        <a:defRPr sz="3700">
          <a:solidFill>
            <a:schemeClr val="tx2"/>
          </a:solidFill>
          <a:latin typeface="Century Gothic" panose="020B0502020202020204" pitchFamily="34" charset="0"/>
        </a:defRPr>
      </a:lvl8pPr>
      <a:lvl9pPr marL="1828800" algn="l" rtl="0" fontAlgn="base">
        <a:spcBef>
          <a:spcPct val="0"/>
        </a:spcBef>
        <a:spcAft>
          <a:spcPct val="0"/>
        </a:spcAft>
        <a:defRPr sz="3700">
          <a:solidFill>
            <a:schemeClr val="tx2"/>
          </a:solidFill>
          <a:latin typeface="Century Gothic" panose="020B0502020202020204" pitchFamily="34" charset="0"/>
        </a:defRPr>
      </a:lvl9pPr>
    </p:titleStyle>
    <p:bodyStyle>
      <a:lvl1pPr marL="204788" indent="-204788" algn="l" rtl="0" fontAlgn="base">
        <a:spcBef>
          <a:spcPct val="20000"/>
        </a:spcBef>
        <a:spcAft>
          <a:spcPct val="0"/>
        </a:spcAft>
        <a:buClr>
          <a:srgbClr val="C0CF3A"/>
        </a:buClr>
        <a:buSzPct val="95000"/>
        <a:buFont typeface="Wingdings 2" panose="05020102010507070707" pitchFamily="18" charset="2"/>
        <a:buChar char=""/>
        <a:defRPr sz="1900" kern="1200">
          <a:solidFill>
            <a:schemeClr val="tx1"/>
          </a:solidFill>
          <a:latin typeface="+mn-lt"/>
          <a:ea typeface="+mn-ea"/>
          <a:cs typeface="+mn-cs"/>
        </a:defRPr>
      </a:lvl1pPr>
      <a:lvl2pPr marL="479425" indent="-184150" algn="l" rtl="0" fontAlgn="base">
        <a:spcBef>
          <a:spcPct val="20000"/>
        </a:spcBef>
        <a:spcAft>
          <a:spcPct val="0"/>
        </a:spcAft>
        <a:buClr>
          <a:schemeClr val="accent1"/>
        </a:buClr>
        <a:buSzPct val="85000"/>
        <a:buFont typeface="Wingdings 2" panose="05020102010507070707" pitchFamily="18" charset="2"/>
        <a:buChar char=""/>
        <a:defRPr kern="1200">
          <a:solidFill>
            <a:schemeClr val="tx1"/>
          </a:solidFill>
          <a:latin typeface="+mn-lt"/>
          <a:ea typeface="+mn-ea"/>
          <a:cs typeface="+mn-cs"/>
        </a:defRPr>
      </a:lvl2pPr>
      <a:lvl3pPr marL="685800" indent="-184150" algn="l" rtl="0" fontAlgn="base">
        <a:spcBef>
          <a:spcPct val="20000"/>
        </a:spcBef>
        <a:spcAft>
          <a:spcPct val="0"/>
        </a:spcAft>
        <a:buClr>
          <a:schemeClr val="accent2"/>
        </a:buClr>
        <a:buSzPct val="70000"/>
        <a:buFont typeface="Wingdings 2" panose="05020102010507070707" pitchFamily="18" charset="2"/>
        <a:buChar char=""/>
        <a:defRPr sz="1500" kern="1200">
          <a:solidFill>
            <a:schemeClr val="tx1"/>
          </a:solidFill>
          <a:latin typeface="+mn-lt"/>
          <a:ea typeface="+mn-ea"/>
          <a:cs typeface="+mn-cs"/>
        </a:defRPr>
      </a:lvl3pPr>
      <a:lvl4pPr marL="890588" indent="-157163" algn="l" rtl="0" fontAlgn="base">
        <a:spcBef>
          <a:spcPct val="20000"/>
        </a:spcBef>
        <a:spcAft>
          <a:spcPct val="0"/>
        </a:spcAft>
        <a:buClr>
          <a:srgbClr val="C0CF3A"/>
        </a:buClr>
        <a:buSzPct val="65000"/>
        <a:buFont typeface="Wingdings 2" panose="05020102010507070707" pitchFamily="18" charset="2"/>
        <a:buChar char=""/>
        <a:defRPr sz="1500" kern="1200">
          <a:solidFill>
            <a:schemeClr val="tx1"/>
          </a:solidFill>
          <a:latin typeface="+mn-lt"/>
          <a:ea typeface="+mn-ea"/>
          <a:cs typeface="+mn-cs"/>
        </a:defRPr>
      </a:lvl4pPr>
      <a:lvl5pPr marL="1096963" indent="-157163" algn="l" rtl="0" fontAlgn="base">
        <a:spcBef>
          <a:spcPct val="20000"/>
        </a:spcBef>
        <a:spcAft>
          <a:spcPct val="0"/>
        </a:spcAft>
        <a:buClr>
          <a:srgbClr val="029676"/>
        </a:buClr>
        <a:buSzPct val="65000"/>
        <a:buFont typeface="Wingdings 2" panose="05020102010507070707" pitchFamily="18" charset="2"/>
        <a:buChar char=""/>
        <a:defRPr sz="1500" kern="1200">
          <a:solidFill>
            <a:schemeClr val="tx1"/>
          </a:solidFill>
          <a:latin typeface="+mn-lt"/>
          <a:ea typeface="+mn-ea"/>
          <a:cs typeface="+mn-cs"/>
        </a:defRPr>
      </a:lvl5pPr>
      <a:lvl6pPr marL="1303020" indent="-157734" algn="l" rtl="0" eaLnBrk="1" latinLnBrk="0" hangingPunct="1">
        <a:spcBef>
          <a:spcPct val="20000"/>
        </a:spcBef>
        <a:buClr>
          <a:schemeClr val="accent5"/>
        </a:buClr>
        <a:buSzPct val="80000"/>
        <a:buFont typeface="Wingdings 2"/>
        <a:buChar char=""/>
        <a:defRPr kumimoji="0" sz="1350" kern="1200">
          <a:solidFill>
            <a:schemeClr val="tx1"/>
          </a:solidFill>
          <a:latin typeface="+mn-lt"/>
          <a:ea typeface="+mn-ea"/>
          <a:cs typeface="+mn-cs"/>
        </a:defRPr>
      </a:lvl6pPr>
      <a:lvl7pPr marL="1440180" indent="-137160" algn="l" rtl="0" eaLnBrk="1" latinLnBrk="0" hangingPunct="1">
        <a:spcBef>
          <a:spcPct val="20000"/>
        </a:spcBef>
        <a:buClr>
          <a:schemeClr val="accent6"/>
        </a:buClr>
        <a:buSzPct val="80000"/>
        <a:buFont typeface="Wingdings 2"/>
        <a:buChar char=""/>
        <a:defRPr kumimoji="0" sz="1200" kern="1200" baseline="0">
          <a:solidFill>
            <a:schemeClr val="tx1"/>
          </a:solidFill>
          <a:latin typeface="+mn-lt"/>
          <a:ea typeface="+mn-ea"/>
          <a:cs typeface="+mn-cs"/>
        </a:defRPr>
      </a:lvl7pPr>
      <a:lvl8pPr marL="1645920" indent="-137160" algn="l" rtl="0" eaLnBrk="1" latinLnBrk="0" hangingPunct="1">
        <a:spcBef>
          <a:spcPct val="20000"/>
        </a:spcBef>
        <a:buClr>
          <a:schemeClr val="tx2"/>
        </a:buClr>
        <a:buChar char="•"/>
        <a:defRPr kumimoji="0" sz="1200" kern="1200">
          <a:solidFill>
            <a:schemeClr val="tx1"/>
          </a:solidFill>
          <a:latin typeface="+mn-lt"/>
          <a:ea typeface="+mn-ea"/>
          <a:cs typeface="+mn-cs"/>
        </a:defRPr>
      </a:lvl8pPr>
      <a:lvl9pPr marL="1851660" indent="-137160" algn="l" rtl="0" eaLnBrk="1" latinLnBrk="0" hangingPunct="1">
        <a:spcBef>
          <a:spcPct val="20000"/>
        </a:spcBef>
        <a:buClr>
          <a:schemeClr val="tx2"/>
        </a:buClr>
        <a:buFontTx/>
        <a:buChar char="•"/>
        <a:defRPr kumimoji="0" sz="105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grpSp>
        <p:nvGrpSpPr>
          <p:cNvPr id="9218" name="Group 24">
            <a:extLst>
              <a:ext uri="{FF2B5EF4-FFF2-40B4-BE49-F238E27FC236}">
                <a16:creationId xmlns:a16="http://schemas.microsoft.com/office/drawing/2014/main" id="{4EE818E6-B374-A2D2-804A-B3A045F22332}"/>
              </a:ext>
            </a:extLst>
          </p:cNvPr>
          <p:cNvGrpSpPr>
            <a:grpSpLocks/>
          </p:cNvGrpSpPr>
          <p:nvPr/>
        </p:nvGrpSpPr>
        <p:grpSpPr bwMode="auto">
          <a:xfrm>
            <a:off x="-22225" y="-7938"/>
            <a:ext cx="9180513" cy="6880226"/>
            <a:chOff x="0" y="-21658"/>
            <a:chExt cx="12240731" cy="6879658"/>
          </a:xfrm>
        </p:grpSpPr>
        <p:sp>
          <p:nvSpPr>
            <p:cNvPr id="26" name="Rectangle 25">
              <a:extLst>
                <a:ext uri="{FF2B5EF4-FFF2-40B4-BE49-F238E27FC236}">
                  <a16:creationId xmlns:a16="http://schemas.microsoft.com/office/drawing/2014/main" id="{A1920EC8-9132-9ED3-A31D-F3A9DCE6E3D4}"/>
                </a:ext>
              </a:extLst>
            </p:cNvPr>
            <p:cNvSpPr/>
            <p:nvPr/>
          </p:nvSpPr>
          <p:spPr>
            <a:xfrm>
              <a:off x="31751" y="566"/>
              <a:ext cx="12187813" cy="6857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US" sz="1350" b="0" i="0">
                <a:solidFill>
                  <a:prstClr val="white"/>
                </a:solidFill>
              </a:endParaRPr>
            </a:p>
          </p:txBody>
        </p:sp>
        <p:grpSp>
          <p:nvGrpSpPr>
            <p:cNvPr id="9225" name="Group 26">
              <a:extLst>
                <a:ext uri="{FF2B5EF4-FFF2-40B4-BE49-F238E27FC236}">
                  <a16:creationId xmlns:a16="http://schemas.microsoft.com/office/drawing/2014/main" id="{348EAC35-64A8-E5A0-F75C-56EB056C08E8}"/>
                </a:ext>
              </a:extLst>
            </p:cNvPr>
            <p:cNvGrpSpPr>
              <a:grpSpLocks/>
            </p:cNvGrpSpPr>
            <p:nvPr/>
          </p:nvGrpSpPr>
          <p:grpSpPr bwMode="auto">
            <a:xfrm>
              <a:off x="0" y="-21658"/>
              <a:ext cx="12240731" cy="1041400"/>
              <a:chOff x="-25356" y="-7144"/>
              <a:chExt cx="12240731" cy="1041400"/>
            </a:xfrm>
          </p:grpSpPr>
          <p:sp>
            <p:nvSpPr>
              <p:cNvPr id="28" name="Freeform 27">
                <a:extLst>
                  <a:ext uri="{FF2B5EF4-FFF2-40B4-BE49-F238E27FC236}">
                    <a16:creationId xmlns:a16="http://schemas.microsoft.com/office/drawing/2014/main" id="{FF4146D3-5DEE-8E3D-B1E7-76B6D6BCF73A}"/>
                  </a:ext>
                </a:extLst>
              </p:cNvPr>
              <p:cNvSpPr>
                <a:spLocks/>
              </p:cNvSpPr>
              <p:nvPr/>
            </p:nvSpPr>
            <p:spPr bwMode="auto">
              <a:xfrm>
                <a:off x="-12656" y="-7144"/>
                <a:ext cx="12217447" cy="1041315"/>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29" name="Freeform 28">
                <a:extLst>
                  <a:ext uri="{FF2B5EF4-FFF2-40B4-BE49-F238E27FC236}">
                    <a16:creationId xmlns:a16="http://schemas.microsoft.com/office/drawing/2014/main" id="{F3CE9FE1-FE4D-88E5-DB39-AE2BE02E7F15}"/>
                  </a:ext>
                </a:extLst>
              </p:cNvPr>
              <p:cNvSpPr>
                <a:spLocks/>
              </p:cNvSpPr>
              <p:nvPr/>
            </p:nvSpPr>
            <p:spPr bwMode="auto">
              <a:xfrm>
                <a:off x="5842067" y="-7144"/>
                <a:ext cx="6350024" cy="638123"/>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grpSp>
            <p:nvGrpSpPr>
              <p:cNvPr id="9228" name="Group 30">
                <a:extLst>
                  <a:ext uri="{FF2B5EF4-FFF2-40B4-BE49-F238E27FC236}">
                    <a16:creationId xmlns:a16="http://schemas.microsoft.com/office/drawing/2014/main" id="{28FA9A26-933F-6C92-1247-562A27125955}"/>
                  </a:ext>
                </a:extLst>
              </p:cNvPr>
              <p:cNvGrpSpPr>
                <a:grpSpLocks/>
              </p:cNvGrpSpPr>
              <p:nvPr/>
            </p:nvGrpSpPr>
            <p:grpSpPr bwMode="auto">
              <a:xfrm>
                <a:off x="-25356" y="202408"/>
                <a:ext cx="12240731" cy="649224"/>
                <a:chOff x="-19045" y="216550"/>
                <a:chExt cx="9180548" cy="649224"/>
              </a:xfrm>
            </p:grpSpPr>
            <p:sp>
              <p:nvSpPr>
                <p:cNvPr id="32" name="Freeform 31">
                  <a:extLst>
                    <a:ext uri="{FF2B5EF4-FFF2-40B4-BE49-F238E27FC236}">
                      <a16:creationId xmlns:a16="http://schemas.microsoft.com/office/drawing/2014/main" id="{37BFAD58-9D56-DF25-1EB5-89FE173DC3D2}"/>
                    </a:ext>
                  </a:extLst>
                </p:cNvPr>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sp>
              <p:nvSpPr>
                <p:cNvPr id="33" name="Freeform 32">
                  <a:extLst>
                    <a:ext uri="{FF2B5EF4-FFF2-40B4-BE49-F238E27FC236}">
                      <a16:creationId xmlns:a16="http://schemas.microsoft.com/office/drawing/2014/main" id="{38E967F4-DF8E-DD0D-9AE0-4344663BFBCC}"/>
                    </a:ext>
                  </a:extLst>
                </p:cNvPr>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defTabSz="685800" eaLnBrk="1" fontAlgn="auto" hangingPunct="1">
                    <a:spcBef>
                      <a:spcPts val="0"/>
                    </a:spcBef>
                    <a:spcAft>
                      <a:spcPts val="0"/>
                    </a:spcAft>
                    <a:defRPr/>
                  </a:pPr>
                  <a:endParaRPr lang="en-US" sz="1350" b="0" i="0">
                    <a:solidFill>
                      <a:prstClr val="black"/>
                    </a:solidFill>
                    <a:latin typeface="Palatino Linotype"/>
                  </a:endParaRPr>
                </a:p>
              </p:txBody>
            </p:sp>
          </p:grpSp>
        </p:grpSp>
      </p:grpSp>
      <p:sp>
        <p:nvSpPr>
          <p:cNvPr id="10" name="Date Placeholder 9">
            <a:extLst>
              <a:ext uri="{FF2B5EF4-FFF2-40B4-BE49-F238E27FC236}">
                <a16:creationId xmlns:a16="http://schemas.microsoft.com/office/drawing/2014/main" id="{C884A55B-28D9-0142-384B-407A032C0DA7}"/>
              </a:ext>
            </a:extLst>
          </p:cNvPr>
          <p:cNvSpPr>
            <a:spLocks noGrp="1"/>
          </p:cNvSpPr>
          <p:nvPr>
            <p:ph type="dt" sz="half" idx="2"/>
          </p:nvPr>
        </p:nvSpPr>
        <p:spPr>
          <a:xfrm>
            <a:off x="457200" y="6356350"/>
            <a:ext cx="2133600" cy="365125"/>
          </a:xfrm>
          <a:prstGeom prst="rect">
            <a:avLst/>
          </a:prstGeom>
        </p:spPr>
        <p:txBody>
          <a:bodyPr vert="horz" lIns="0" tIns="0" rIns="0" bIns="0" anchor="b"/>
          <a:lstStyle>
            <a:lvl1pPr algn="l" defTabSz="685800" eaLnBrk="1" fontAlgn="auto" latinLnBrk="0" hangingPunct="1">
              <a:spcBef>
                <a:spcPts val="0"/>
              </a:spcBef>
              <a:spcAft>
                <a:spcPts val="0"/>
              </a:spcAft>
              <a:defRPr kumimoji="0" sz="900" b="0" i="0" smtClean="0">
                <a:solidFill>
                  <a:prstClr val="black"/>
                </a:solidFill>
                <a:latin typeface="Palatino Linotype"/>
              </a:defRPr>
            </a:lvl1pPr>
          </a:lstStyle>
          <a:p>
            <a:pPr>
              <a:defRPr/>
            </a:pPr>
            <a:fld id="{61146459-E3C3-4969-9224-5ED50B492D17}" type="datetime1">
              <a:rPr lang="en-US"/>
              <a:pPr>
                <a:defRPr/>
              </a:pPr>
              <a:t>1/22/2025</a:t>
            </a:fld>
            <a:endParaRPr lang="en-US"/>
          </a:p>
        </p:txBody>
      </p:sp>
      <p:sp>
        <p:nvSpPr>
          <p:cNvPr id="22" name="Footer Placeholder 21">
            <a:extLst>
              <a:ext uri="{FF2B5EF4-FFF2-40B4-BE49-F238E27FC236}">
                <a16:creationId xmlns:a16="http://schemas.microsoft.com/office/drawing/2014/main" id="{F508F0EB-A83A-978C-D5D3-E63FAA48C5A9}"/>
              </a:ext>
            </a:extLst>
          </p:cNvPr>
          <p:cNvSpPr>
            <a:spLocks noGrp="1"/>
          </p:cNvSpPr>
          <p:nvPr>
            <p:ph type="ftr" sz="quarter" idx="3"/>
          </p:nvPr>
        </p:nvSpPr>
        <p:spPr>
          <a:xfrm>
            <a:off x="2667000" y="6356350"/>
            <a:ext cx="3352800" cy="365125"/>
          </a:xfrm>
          <a:prstGeom prst="rect">
            <a:avLst/>
          </a:prstGeom>
        </p:spPr>
        <p:txBody>
          <a:bodyPr vert="horz" lIns="0" tIns="0" rIns="0" bIns="0" anchor="b"/>
          <a:lstStyle>
            <a:lvl1pPr algn="l" defTabSz="685800" eaLnBrk="1" fontAlgn="auto" latinLnBrk="0" hangingPunct="1">
              <a:spcBef>
                <a:spcPts val="0"/>
              </a:spcBef>
              <a:spcAft>
                <a:spcPts val="0"/>
              </a:spcAft>
              <a:defRPr kumimoji="0" sz="900" b="0" i="0">
                <a:solidFill>
                  <a:prstClr val="black"/>
                </a:solidFill>
                <a:latin typeface="Palatino Linotype"/>
              </a:defRPr>
            </a:lvl1pPr>
          </a:lstStyle>
          <a:p>
            <a:pPr>
              <a:defRPr/>
            </a:pPr>
            <a:endParaRPr lang="en-US"/>
          </a:p>
        </p:txBody>
      </p:sp>
      <p:sp>
        <p:nvSpPr>
          <p:cNvPr id="18" name="Slide Number Placeholder 17">
            <a:extLst>
              <a:ext uri="{FF2B5EF4-FFF2-40B4-BE49-F238E27FC236}">
                <a16:creationId xmlns:a16="http://schemas.microsoft.com/office/drawing/2014/main" id="{CB27D5F3-D0AC-ED3A-90B8-B3AEE7E44C2D}"/>
              </a:ext>
            </a:extLst>
          </p:cNvPr>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defTabSz="685800" eaLnBrk="1" hangingPunct="1">
              <a:defRPr sz="900" b="0" i="0">
                <a:solidFill>
                  <a:srgbClr val="000000"/>
                </a:solidFill>
                <a:latin typeface="Palatino Linotype" panose="02040502050505030304" pitchFamily="18" charset="0"/>
              </a:defRPr>
            </a:lvl1pPr>
          </a:lstStyle>
          <a:p>
            <a:fld id="{E67BC409-390D-46D8-9944-5A673775F30C}" type="slidenum">
              <a:rPr lang="en-US" altLang="en-US"/>
              <a:pPr/>
              <a:t>‹#›</a:t>
            </a:fld>
            <a:endParaRPr lang="en-US" altLang="en-US"/>
          </a:p>
        </p:txBody>
      </p:sp>
      <p:sp>
        <p:nvSpPr>
          <p:cNvPr id="30" name="Text Placeholder 29">
            <a:extLst>
              <a:ext uri="{FF2B5EF4-FFF2-40B4-BE49-F238E27FC236}">
                <a16:creationId xmlns:a16="http://schemas.microsoft.com/office/drawing/2014/main" id="{EEDF609C-8071-109E-9B95-B1C6CDE39EB0}"/>
              </a:ext>
            </a:extLst>
          </p:cNvPr>
          <p:cNvSpPr>
            <a:spLocks noGrp="1"/>
          </p:cNvSpPr>
          <p:nvPr>
            <p:ph type="body" idx="1"/>
          </p:nvPr>
        </p:nvSpPr>
        <p:spPr>
          <a:xfrm>
            <a:off x="457200" y="1935163"/>
            <a:ext cx="8229600" cy="4389437"/>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8">
            <a:extLst>
              <a:ext uri="{FF2B5EF4-FFF2-40B4-BE49-F238E27FC236}">
                <a16:creationId xmlns:a16="http://schemas.microsoft.com/office/drawing/2014/main" id="{F201D59F-94C3-31B7-B2D9-33C276588E46}"/>
              </a:ext>
            </a:extLst>
          </p:cNvPr>
          <p:cNvSpPr>
            <a:spLocks noGrp="1"/>
          </p:cNvSpPr>
          <p:nvPr>
            <p:ph type="title"/>
          </p:nvPr>
        </p:nvSpPr>
        <p:spPr>
          <a:xfrm>
            <a:off x="457200" y="704850"/>
            <a:ext cx="8229600" cy="1143000"/>
          </a:xfrm>
          <a:prstGeom prst="rect">
            <a:avLst/>
          </a:prstGeom>
        </p:spPr>
        <p:txBody>
          <a:bodyPr vert="horz" lIns="0" rIns="0" bIns="0"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952" r:id="rId1"/>
    <p:sldLayoutId id="2147483919" r:id="rId2"/>
    <p:sldLayoutId id="2147483920" r:id="rId3"/>
    <p:sldLayoutId id="2147483921" r:id="rId4"/>
    <p:sldLayoutId id="2147483922" r:id="rId5"/>
    <p:sldLayoutId id="2147483923" r:id="rId6"/>
    <p:sldLayoutId id="2147483924" r:id="rId7"/>
    <p:sldLayoutId id="2147483925" r:id="rId8"/>
    <p:sldLayoutId id="2147483953" r:id="rId9"/>
    <p:sldLayoutId id="2147483926" r:id="rId10"/>
    <p:sldLayoutId id="2147483927" r:id="rId11"/>
  </p:sldLayoutIdLst>
  <p:transition spd="med">
    <p:fade/>
  </p:transition>
  <p:hf sldNum="0" hdr="0" ftr="0" dt="0"/>
  <p:txStyles>
    <p:titleStyle>
      <a:lvl1pPr algn="l" rtl="0" fontAlgn="base">
        <a:spcBef>
          <a:spcPct val="0"/>
        </a:spcBef>
        <a:spcAft>
          <a:spcPct val="0"/>
        </a:spcAft>
        <a:defRPr sz="3700" kern="1200">
          <a:solidFill>
            <a:schemeClr val="tx2"/>
          </a:solidFill>
          <a:latin typeface="+mj-lt"/>
          <a:ea typeface="+mj-ea"/>
          <a:cs typeface="+mj-cs"/>
        </a:defRPr>
      </a:lvl1pPr>
      <a:lvl2pPr algn="l" rtl="0" fontAlgn="base">
        <a:spcBef>
          <a:spcPct val="0"/>
        </a:spcBef>
        <a:spcAft>
          <a:spcPct val="0"/>
        </a:spcAft>
        <a:defRPr sz="3700">
          <a:solidFill>
            <a:schemeClr val="tx2"/>
          </a:solidFill>
          <a:latin typeface="Century Gothic" panose="020B0502020202020204" pitchFamily="34" charset="0"/>
        </a:defRPr>
      </a:lvl2pPr>
      <a:lvl3pPr algn="l" rtl="0" fontAlgn="base">
        <a:spcBef>
          <a:spcPct val="0"/>
        </a:spcBef>
        <a:spcAft>
          <a:spcPct val="0"/>
        </a:spcAft>
        <a:defRPr sz="3700">
          <a:solidFill>
            <a:schemeClr val="tx2"/>
          </a:solidFill>
          <a:latin typeface="Century Gothic" panose="020B0502020202020204" pitchFamily="34" charset="0"/>
        </a:defRPr>
      </a:lvl3pPr>
      <a:lvl4pPr algn="l" rtl="0" fontAlgn="base">
        <a:spcBef>
          <a:spcPct val="0"/>
        </a:spcBef>
        <a:spcAft>
          <a:spcPct val="0"/>
        </a:spcAft>
        <a:defRPr sz="3700">
          <a:solidFill>
            <a:schemeClr val="tx2"/>
          </a:solidFill>
          <a:latin typeface="Century Gothic" panose="020B0502020202020204" pitchFamily="34" charset="0"/>
        </a:defRPr>
      </a:lvl4pPr>
      <a:lvl5pPr algn="l" rtl="0" fontAlgn="base">
        <a:spcBef>
          <a:spcPct val="0"/>
        </a:spcBef>
        <a:spcAft>
          <a:spcPct val="0"/>
        </a:spcAft>
        <a:defRPr sz="3700">
          <a:solidFill>
            <a:schemeClr val="tx2"/>
          </a:solidFill>
          <a:latin typeface="Century Gothic" panose="020B0502020202020204" pitchFamily="34" charset="0"/>
        </a:defRPr>
      </a:lvl5pPr>
      <a:lvl6pPr marL="457200" algn="l" rtl="0" fontAlgn="base">
        <a:spcBef>
          <a:spcPct val="0"/>
        </a:spcBef>
        <a:spcAft>
          <a:spcPct val="0"/>
        </a:spcAft>
        <a:defRPr sz="3700">
          <a:solidFill>
            <a:schemeClr val="tx2"/>
          </a:solidFill>
          <a:latin typeface="Century Gothic" panose="020B0502020202020204" pitchFamily="34" charset="0"/>
        </a:defRPr>
      </a:lvl6pPr>
      <a:lvl7pPr marL="914400" algn="l" rtl="0" fontAlgn="base">
        <a:spcBef>
          <a:spcPct val="0"/>
        </a:spcBef>
        <a:spcAft>
          <a:spcPct val="0"/>
        </a:spcAft>
        <a:defRPr sz="3700">
          <a:solidFill>
            <a:schemeClr val="tx2"/>
          </a:solidFill>
          <a:latin typeface="Century Gothic" panose="020B0502020202020204" pitchFamily="34" charset="0"/>
        </a:defRPr>
      </a:lvl7pPr>
      <a:lvl8pPr marL="1371600" algn="l" rtl="0" fontAlgn="base">
        <a:spcBef>
          <a:spcPct val="0"/>
        </a:spcBef>
        <a:spcAft>
          <a:spcPct val="0"/>
        </a:spcAft>
        <a:defRPr sz="3700">
          <a:solidFill>
            <a:schemeClr val="tx2"/>
          </a:solidFill>
          <a:latin typeface="Century Gothic" panose="020B0502020202020204" pitchFamily="34" charset="0"/>
        </a:defRPr>
      </a:lvl8pPr>
      <a:lvl9pPr marL="1828800" algn="l" rtl="0" fontAlgn="base">
        <a:spcBef>
          <a:spcPct val="0"/>
        </a:spcBef>
        <a:spcAft>
          <a:spcPct val="0"/>
        </a:spcAft>
        <a:defRPr sz="3700">
          <a:solidFill>
            <a:schemeClr val="tx2"/>
          </a:solidFill>
          <a:latin typeface="Century Gothic" panose="020B0502020202020204" pitchFamily="34" charset="0"/>
        </a:defRPr>
      </a:lvl9pPr>
    </p:titleStyle>
    <p:bodyStyle>
      <a:lvl1pPr marL="204788" indent="-204788" algn="l" rtl="0" fontAlgn="base">
        <a:spcBef>
          <a:spcPct val="20000"/>
        </a:spcBef>
        <a:spcAft>
          <a:spcPct val="0"/>
        </a:spcAft>
        <a:buClr>
          <a:srgbClr val="C0CF3A"/>
        </a:buClr>
        <a:buSzPct val="95000"/>
        <a:buFont typeface="Wingdings 2" panose="05020102010507070707" pitchFamily="18" charset="2"/>
        <a:buChar char=""/>
        <a:defRPr sz="1900" kern="1200">
          <a:solidFill>
            <a:schemeClr val="tx1"/>
          </a:solidFill>
          <a:latin typeface="+mn-lt"/>
          <a:ea typeface="+mn-ea"/>
          <a:cs typeface="+mn-cs"/>
        </a:defRPr>
      </a:lvl1pPr>
      <a:lvl2pPr marL="479425" indent="-184150" algn="l" rtl="0" fontAlgn="base">
        <a:spcBef>
          <a:spcPct val="20000"/>
        </a:spcBef>
        <a:spcAft>
          <a:spcPct val="0"/>
        </a:spcAft>
        <a:buClr>
          <a:schemeClr val="accent1"/>
        </a:buClr>
        <a:buSzPct val="85000"/>
        <a:buFont typeface="Wingdings 2" panose="05020102010507070707" pitchFamily="18" charset="2"/>
        <a:buChar char=""/>
        <a:defRPr kern="1200">
          <a:solidFill>
            <a:schemeClr val="tx1"/>
          </a:solidFill>
          <a:latin typeface="+mn-lt"/>
          <a:ea typeface="+mn-ea"/>
          <a:cs typeface="+mn-cs"/>
        </a:defRPr>
      </a:lvl2pPr>
      <a:lvl3pPr marL="685800" indent="-184150" algn="l" rtl="0" fontAlgn="base">
        <a:spcBef>
          <a:spcPct val="20000"/>
        </a:spcBef>
        <a:spcAft>
          <a:spcPct val="0"/>
        </a:spcAft>
        <a:buClr>
          <a:schemeClr val="accent2"/>
        </a:buClr>
        <a:buSzPct val="70000"/>
        <a:buFont typeface="Wingdings 2" panose="05020102010507070707" pitchFamily="18" charset="2"/>
        <a:buChar char=""/>
        <a:defRPr sz="1500" kern="1200">
          <a:solidFill>
            <a:schemeClr val="tx1"/>
          </a:solidFill>
          <a:latin typeface="+mn-lt"/>
          <a:ea typeface="+mn-ea"/>
          <a:cs typeface="+mn-cs"/>
        </a:defRPr>
      </a:lvl3pPr>
      <a:lvl4pPr marL="890588" indent="-157163" algn="l" rtl="0" fontAlgn="base">
        <a:spcBef>
          <a:spcPct val="20000"/>
        </a:spcBef>
        <a:spcAft>
          <a:spcPct val="0"/>
        </a:spcAft>
        <a:buClr>
          <a:srgbClr val="C0CF3A"/>
        </a:buClr>
        <a:buSzPct val="65000"/>
        <a:buFont typeface="Wingdings 2" panose="05020102010507070707" pitchFamily="18" charset="2"/>
        <a:buChar char=""/>
        <a:defRPr sz="1500" kern="1200">
          <a:solidFill>
            <a:schemeClr val="tx1"/>
          </a:solidFill>
          <a:latin typeface="+mn-lt"/>
          <a:ea typeface="+mn-ea"/>
          <a:cs typeface="+mn-cs"/>
        </a:defRPr>
      </a:lvl4pPr>
      <a:lvl5pPr marL="1096963" indent="-157163" algn="l" rtl="0" fontAlgn="base">
        <a:spcBef>
          <a:spcPct val="20000"/>
        </a:spcBef>
        <a:spcAft>
          <a:spcPct val="0"/>
        </a:spcAft>
        <a:buClr>
          <a:srgbClr val="029676"/>
        </a:buClr>
        <a:buSzPct val="65000"/>
        <a:buFont typeface="Wingdings 2" panose="05020102010507070707" pitchFamily="18" charset="2"/>
        <a:buChar char=""/>
        <a:defRPr sz="1500" kern="1200">
          <a:solidFill>
            <a:schemeClr val="tx1"/>
          </a:solidFill>
          <a:latin typeface="+mn-lt"/>
          <a:ea typeface="+mn-ea"/>
          <a:cs typeface="+mn-cs"/>
        </a:defRPr>
      </a:lvl5pPr>
      <a:lvl6pPr marL="1303020" indent="-157734" algn="l" rtl="0" eaLnBrk="1" latinLnBrk="0" hangingPunct="1">
        <a:spcBef>
          <a:spcPct val="20000"/>
        </a:spcBef>
        <a:buClr>
          <a:schemeClr val="accent5"/>
        </a:buClr>
        <a:buSzPct val="80000"/>
        <a:buFont typeface="Wingdings 2"/>
        <a:buChar char=""/>
        <a:defRPr kumimoji="0" sz="1350" kern="1200">
          <a:solidFill>
            <a:schemeClr val="tx1"/>
          </a:solidFill>
          <a:latin typeface="+mn-lt"/>
          <a:ea typeface="+mn-ea"/>
          <a:cs typeface="+mn-cs"/>
        </a:defRPr>
      </a:lvl6pPr>
      <a:lvl7pPr marL="1440180" indent="-137160" algn="l" rtl="0" eaLnBrk="1" latinLnBrk="0" hangingPunct="1">
        <a:spcBef>
          <a:spcPct val="20000"/>
        </a:spcBef>
        <a:buClr>
          <a:schemeClr val="accent6"/>
        </a:buClr>
        <a:buSzPct val="80000"/>
        <a:buFont typeface="Wingdings 2"/>
        <a:buChar char=""/>
        <a:defRPr kumimoji="0" sz="1200" kern="1200" baseline="0">
          <a:solidFill>
            <a:schemeClr val="tx1"/>
          </a:solidFill>
          <a:latin typeface="+mn-lt"/>
          <a:ea typeface="+mn-ea"/>
          <a:cs typeface="+mn-cs"/>
        </a:defRPr>
      </a:lvl7pPr>
      <a:lvl8pPr marL="1645920" indent="-137160" algn="l" rtl="0" eaLnBrk="1" latinLnBrk="0" hangingPunct="1">
        <a:spcBef>
          <a:spcPct val="20000"/>
        </a:spcBef>
        <a:buClr>
          <a:schemeClr val="tx2"/>
        </a:buClr>
        <a:buChar char="•"/>
        <a:defRPr kumimoji="0" sz="1200" kern="1200">
          <a:solidFill>
            <a:schemeClr val="tx1"/>
          </a:solidFill>
          <a:latin typeface="+mn-lt"/>
          <a:ea typeface="+mn-ea"/>
          <a:cs typeface="+mn-cs"/>
        </a:defRPr>
      </a:lvl8pPr>
      <a:lvl9pPr marL="1851660" indent="-137160" algn="l" rtl="0" eaLnBrk="1" latinLnBrk="0" hangingPunct="1">
        <a:spcBef>
          <a:spcPct val="20000"/>
        </a:spcBef>
        <a:buClr>
          <a:schemeClr val="tx2"/>
        </a:buClr>
        <a:buFontTx/>
        <a:buChar char="•"/>
        <a:defRPr kumimoji="0" sz="105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BD6DF3FB-8B29-8BD2-A825-D74E963164A5}"/>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i="0">
                <a:solidFill>
                  <a:srgbClr val="1C1C1C"/>
                </a:solidFill>
                <a:latin typeface="Arial" panose="020B0604020202020204" pitchFamily="34" charset="0"/>
              </a:defRPr>
            </a:lvl1pPr>
          </a:lstStyle>
          <a:p>
            <a:r>
              <a:rPr lang="en-US" altLang="en-US"/>
              <a:t>9.</a:t>
            </a:r>
            <a:fld id="{40363803-554D-4FEC-892A-F3B14684868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54"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30F29575-2443-A988-20A6-B8DDCEF11F1D}"/>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i="0">
                <a:solidFill>
                  <a:srgbClr val="1C1C1C"/>
                </a:solidFill>
                <a:latin typeface="Arial" panose="020B0604020202020204" pitchFamily="34" charset="0"/>
              </a:defRPr>
            </a:lvl1pPr>
          </a:lstStyle>
          <a:p>
            <a:r>
              <a:rPr lang="en-US" altLang="en-US"/>
              <a:t>4.</a:t>
            </a:r>
            <a:fld id="{15861760-CA6A-40CE-A052-C2E1C132E03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955"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Arial Unicode MS" panose="020B0604020202020204" pitchFamily="34" charset="-128"/>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Arial Unicode MS" panose="020B0604020202020204" pitchFamily="34" charset="-128"/>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Arial Unicode MS" panose="020B0604020202020204" pitchFamily="34" charset="-128"/>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Arial Unicode MS" panose="020B0604020202020204" pitchFamily="34" charset="-128"/>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Arial Unicode MS" panose="020B0604020202020204" pitchFamily="34" charset="-128"/>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6.xml"/><Relationship Id="rId1" Type="http://schemas.openxmlformats.org/officeDocument/2006/relationships/vmlDrawing" Target="../drawings/vmlDrawing1.v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wmf"/></Relationships>
</file>

<file path=ppt/slides/_rels/slide1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6.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58.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1.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1.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7.xml"/></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8.xml"/><Relationship Id="rId1" Type="http://schemas.openxmlformats.org/officeDocument/2006/relationships/slideLayout" Target="../slideLayouts/slideLayout77.xml"/><Relationship Id="rId4" Type="http://schemas.openxmlformats.org/officeDocument/2006/relationships/image" Target="../media/image24.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7.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0.xml"/><Relationship Id="rId1" Type="http://schemas.openxmlformats.org/officeDocument/2006/relationships/slideLayout" Target="../slideLayouts/slideLayout77.xml"/></Relationships>
</file>

<file path=ppt/slides/_rels/slide69.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61.xml"/><Relationship Id="rId1" Type="http://schemas.openxmlformats.org/officeDocument/2006/relationships/slideLayout" Target="../slideLayouts/slideLayout77.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2.xml"/><Relationship Id="rId1" Type="http://schemas.openxmlformats.org/officeDocument/2006/relationships/slideLayout" Target="../slideLayouts/slideLayout7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7.xml"/></Relationships>
</file>

<file path=ppt/slides/_rels/slide72.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64.xml"/><Relationship Id="rId1" Type="http://schemas.openxmlformats.org/officeDocument/2006/relationships/slideLayout" Target="../slideLayouts/slideLayout77.xml"/><Relationship Id="rId4" Type="http://schemas.openxmlformats.org/officeDocument/2006/relationships/image" Target="../media/image59.wmf"/></Relationships>
</file>

<file path=ppt/slides/_rels/slide73.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65.xml"/><Relationship Id="rId1" Type="http://schemas.openxmlformats.org/officeDocument/2006/relationships/slideLayout" Target="../slideLayouts/slideLayout77.xml"/><Relationship Id="rId4" Type="http://schemas.openxmlformats.org/officeDocument/2006/relationships/image" Target="../media/image24.png"/></Relationships>
</file>

<file path=ppt/slides/_rels/slide7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94.xml"/></Relationships>
</file>

<file path=ppt/slides/_rels/slide7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9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7.xml"/></Relationships>
</file>

<file path=ppt/slides/_rels/slide7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8.xml"/><Relationship Id="rId1" Type="http://schemas.openxmlformats.org/officeDocument/2006/relationships/slideLayout" Target="../slideLayouts/slideLayout77.xml"/></Relationships>
</file>

<file path=ppt/slides/_rels/slide7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9.xml"/><Relationship Id="rId1" Type="http://schemas.openxmlformats.org/officeDocument/2006/relationships/slideLayout" Target="../slideLayouts/slideLayout77.xml"/></Relationships>
</file>

<file path=ppt/slides/_rels/slide80.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notesSlide" Target="../notesSlides/notesSlide70.xml"/><Relationship Id="rId1" Type="http://schemas.openxmlformats.org/officeDocument/2006/relationships/slideLayout" Target="../slideLayouts/slideLayout77.xml"/></Relationships>
</file>

<file path=ppt/slides/_rels/slide81.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71.xml"/><Relationship Id="rId1" Type="http://schemas.openxmlformats.org/officeDocument/2006/relationships/slideLayout" Target="../slideLayouts/slideLayout77.xml"/></Relationships>
</file>

<file path=ppt/slides/_rels/slide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2.xml"/><Relationship Id="rId1" Type="http://schemas.openxmlformats.org/officeDocument/2006/relationships/slideLayout" Target="../slideLayouts/slideLayout77.xml"/><Relationship Id="rId4" Type="http://schemas.openxmlformats.org/officeDocument/2006/relationships/image" Target="../media/image66.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7.xml"/></Relationships>
</file>

<file path=ppt/slides/_rels/slide8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5.xml"/><Relationship Id="rId1" Type="http://schemas.openxmlformats.org/officeDocument/2006/relationships/slideLayout" Target="../slideLayouts/slideLayout77.xml"/></Relationships>
</file>

<file path=ppt/slides/_rels/slide8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83.xml"/></Relationships>
</file>

<file path=ppt/slides/_rels/slide8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3.xml"/></Relationships>
</file>

<file path=ppt/slides/_rels/slide8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83.xml"/></Relationships>
</file>

<file path=ppt/slides/_rels/slide8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83.xml"/></Relationships>
</file>

<file path=ppt/slides/_rels/slide9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83.xml"/></Relationships>
</file>

<file path=ppt/slides/_rels/slide91.x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notesSlide" Target="../notesSlides/notesSlide76.xml"/><Relationship Id="rId1" Type="http://schemas.openxmlformats.org/officeDocument/2006/relationships/slideLayout" Target="../slideLayouts/slideLayout110.xml"/></Relationships>
</file>

<file path=ppt/slides/_rels/slide92.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77.xml"/><Relationship Id="rId1" Type="http://schemas.openxmlformats.org/officeDocument/2006/relationships/slideLayout" Target="../slideLayouts/slideLayout110.xml"/></Relationships>
</file>

<file path=ppt/slides/_rels/slide93.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notesSlide" Target="../notesSlides/notesSlide78.xml"/><Relationship Id="rId1" Type="http://schemas.openxmlformats.org/officeDocument/2006/relationships/slideLayout" Target="../slideLayouts/slideLayout110.xml"/></Relationships>
</file>

<file path=ppt/slides/_rels/slide94.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79.xml"/><Relationship Id="rId1" Type="http://schemas.openxmlformats.org/officeDocument/2006/relationships/slideLayout" Target="../slideLayouts/slideLayout110.xml"/></Relationships>
</file>

<file path=ppt/slides/_rels/slide95.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80.xml"/><Relationship Id="rId1" Type="http://schemas.openxmlformats.org/officeDocument/2006/relationships/slideLayout" Target="../slideLayouts/slideLayout110.xml"/></Relationships>
</file>

<file path=ppt/slides/_rels/slide9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1.xml"/><Relationship Id="rId1" Type="http://schemas.openxmlformats.org/officeDocument/2006/relationships/slideLayout" Target="../slideLayouts/slideLayout110.xml"/></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2.xml"/><Relationship Id="rId1" Type="http://schemas.openxmlformats.org/officeDocument/2006/relationships/slideLayout" Target="../slideLayouts/slideLayout11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1.xml"/></Relationships>
</file>

<file path=ppt/slides/_rels/slide10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5.xml"/><Relationship Id="rId1" Type="http://schemas.openxmlformats.org/officeDocument/2006/relationships/slideLayout" Target="../slideLayouts/slideLayout12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1.xml"/></Relationships>
</file>

<file path=ppt/slides/_rels/slide10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7.xml"/><Relationship Id="rId1" Type="http://schemas.openxmlformats.org/officeDocument/2006/relationships/slideLayout" Target="../slideLayouts/slideLayout12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1.xml"/></Relationships>
</file>

<file path=ppt/slides/_rels/slide10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0.xml"/><Relationship Id="rId1" Type="http://schemas.openxmlformats.org/officeDocument/2006/relationships/slideLayout" Target="../slideLayouts/slideLayout121.xml"/></Relationships>
</file>

<file path=ppt/slides/_rels/slide106.x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notesSlide" Target="../notesSlides/notesSlide91.xml"/><Relationship Id="rId1" Type="http://schemas.openxmlformats.org/officeDocument/2006/relationships/slideLayout" Target="../slideLayouts/slideLayout12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1.xml"/></Relationships>
</file>

<file path=ppt/slides/_rels/slide11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5.xml"/><Relationship Id="rId1" Type="http://schemas.openxmlformats.org/officeDocument/2006/relationships/slideLayout" Target="../slideLayouts/slideLayout121.xml"/></Relationships>
</file>

<file path=ppt/slides/_rels/slide111.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wmf"/><Relationship Id="rId2" Type="http://schemas.openxmlformats.org/officeDocument/2006/relationships/notesSlide" Target="../notesSlides/notesSlide96.xml"/><Relationship Id="rId1" Type="http://schemas.openxmlformats.org/officeDocument/2006/relationships/slideLayout" Target="../slideLayouts/slideLayout121.xml"/><Relationship Id="rId6" Type="http://schemas.openxmlformats.org/officeDocument/2006/relationships/image" Target="../media/image85.wmf"/><Relationship Id="rId5" Type="http://schemas.openxmlformats.org/officeDocument/2006/relationships/image" Target="../media/image84.wmf"/><Relationship Id="rId4" Type="http://schemas.openxmlformats.org/officeDocument/2006/relationships/image" Target="../media/image83.png"/></Relationships>
</file>

<file path=ppt/slides/_rels/slide112.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notesSlide" Target="../notesSlides/notesSlide97.xml"/><Relationship Id="rId1" Type="http://schemas.openxmlformats.org/officeDocument/2006/relationships/slideLayout" Target="../slideLayouts/slideLayout121.xml"/><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89.wmf"/></Relationships>
</file>

<file path=ppt/slides/_rels/slide113.xml.rels><?xml version="1.0" encoding="UTF-8" standalone="yes"?>
<Relationships xmlns="http://schemas.openxmlformats.org/package/2006/relationships"><Relationship Id="rId3" Type="http://schemas.openxmlformats.org/officeDocument/2006/relationships/image" Target="../media/image92.wmf"/><Relationship Id="rId2" Type="http://schemas.openxmlformats.org/officeDocument/2006/relationships/notesSlide" Target="../notesSlides/notesSlide98.xml"/><Relationship Id="rId1" Type="http://schemas.openxmlformats.org/officeDocument/2006/relationships/slideLayout" Target="../slideLayouts/slideLayout12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1.xml"/></Relationships>
</file>

<file path=ppt/slides/_rels/slide11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02.xml"/><Relationship Id="rId1" Type="http://schemas.openxmlformats.org/officeDocument/2006/relationships/slideLayout" Target="../slideLayouts/slideLayout12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1.xml"/></Relationships>
</file>

<file path=ppt/slides/_rels/slide11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4.xml"/><Relationship Id="rId1" Type="http://schemas.openxmlformats.org/officeDocument/2006/relationships/slideLayout" Target="../slideLayouts/slideLayout121.xml"/></Relationships>
</file>

<file path=ppt/slides/_rels/slide1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5.xml"/><Relationship Id="rId1" Type="http://schemas.openxmlformats.org/officeDocument/2006/relationships/slideLayout" Target="../slideLayouts/slideLayout12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1.xml"/></Relationships>
</file>

<file path=ppt/slides/_rels/slide12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07.xml"/><Relationship Id="rId1" Type="http://schemas.openxmlformats.org/officeDocument/2006/relationships/slideLayout" Target="../slideLayouts/slideLayout121.xml"/></Relationships>
</file>

<file path=ppt/slides/_rels/slide12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08.xml"/><Relationship Id="rId1" Type="http://schemas.openxmlformats.org/officeDocument/2006/relationships/slideLayout" Target="../slideLayouts/slideLayout121.xml"/></Relationships>
</file>

<file path=ppt/slides/_rels/slide124.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109.xml"/><Relationship Id="rId1" Type="http://schemas.openxmlformats.org/officeDocument/2006/relationships/slideLayout" Target="../slideLayouts/slideLayout12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21.xml"/></Relationships>
</file>

<file path=ppt/slides/_rels/slide12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11.xml"/><Relationship Id="rId1" Type="http://schemas.openxmlformats.org/officeDocument/2006/relationships/slideLayout" Target="../slideLayouts/slideLayout121.xml"/></Relationships>
</file>

<file path=ppt/slides/_rels/slide127.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12.xml"/><Relationship Id="rId1" Type="http://schemas.openxmlformats.org/officeDocument/2006/relationships/slideLayout" Target="../slideLayouts/slideLayout121.xml"/></Relationships>
</file>

<file path=ppt/slides/_rels/slide1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3.xml"/><Relationship Id="rId1" Type="http://schemas.openxmlformats.org/officeDocument/2006/relationships/slideLayout" Target="../slideLayouts/slideLayout121.xml"/></Relationships>
</file>

<file path=ppt/slides/_rels/slide129.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114.xml"/><Relationship Id="rId1" Type="http://schemas.openxmlformats.org/officeDocument/2006/relationships/slideLayout" Target="../slideLayouts/slideLayout121.xml"/></Relationships>
</file>

<file path=ppt/slides/_rels/slide1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5.xml"/><Relationship Id="rId1" Type="http://schemas.openxmlformats.org/officeDocument/2006/relationships/slideLayout" Target="../slideLayouts/slideLayout121.xml"/></Relationships>
</file>

<file path=ppt/slides/_rels/slide131.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notesSlide" Target="../notesSlides/notesSlide116.xml"/><Relationship Id="rId1" Type="http://schemas.openxmlformats.org/officeDocument/2006/relationships/slideLayout" Target="../slideLayouts/slideLayout121.xml"/></Relationships>
</file>

<file path=ppt/slides/_rels/slide1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7.xml"/><Relationship Id="rId1" Type="http://schemas.openxmlformats.org/officeDocument/2006/relationships/slideLayout" Target="../slideLayouts/slideLayout121.xml"/></Relationships>
</file>

<file path=ppt/slides/_rels/slide133.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notesSlide" Target="../notesSlides/notesSlide118.xml"/><Relationship Id="rId1" Type="http://schemas.openxmlformats.org/officeDocument/2006/relationships/slideLayout" Target="../slideLayouts/slideLayout12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1.xml"/></Relationships>
</file>

<file path=ppt/slides/_rels/slide13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21.xml"/><Relationship Id="rId1" Type="http://schemas.openxmlformats.org/officeDocument/2006/relationships/slideLayout" Target="../slideLayouts/slideLayout121.xml"/></Relationships>
</file>

<file path=ppt/slides/_rels/slide13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22.xml"/><Relationship Id="rId1" Type="http://schemas.openxmlformats.org/officeDocument/2006/relationships/slideLayout" Target="../slideLayouts/slideLayout121.xml"/></Relationships>
</file>

<file path=ppt/slides/_rels/slide13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23.xml"/><Relationship Id="rId1" Type="http://schemas.openxmlformats.org/officeDocument/2006/relationships/slideLayout" Target="../slideLayouts/slideLayout121.xml"/></Relationships>
</file>

<file path=ppt/slides/_rels/slide139.x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notesSlide" Target="../notesSlides/notesSlide124.xml"/><Relationship Id="rId1" Type="http://schemas.openxmlformats.org/officeDocument/2006/relationships/slideLayout" Target="../slideLayouts/slideLayout1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CC76CA2A-4B7F-AA63-3FA2-5142DE536A0F}"/>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7FDA356C-5FC8-470F-9EE0-373FB51C7025}" type="slidenum">
              <a:rPr lang="en-US" altLang="en-US" i="0">
                <a:latin typeface="Arial" panose="020B0604020202020204" pitchFamily="34" charset="0"/>
              </a:rPr>
              <a:pPr/>
              <a:t>1</a:t>
            </a:fld>
            <a:endParaRPr lang="en-US" altLang="en-US" i="0">
              <a:latin typeface="Arial" panose="020B0604020202020204" pitchFamily="34" charset="0"/>
            </a:endParaRPr>
          </a:p>
        </p:txBody>
      </p:sp>
      <p:sp>
        <p:nvSpPr>
          <p:cNvPr id="21507" name="Rectangle 2">
            <a:extLst>
              <a:ext uri="{FF2B5EF4-FFF2-40B4-BE49-F238E27FC236}">
                <a16:creationId xmlns:a16="http://schemas.microsoft.com/office/drawing/2014/main" id="{E0AFE56C-71FB-816B-83E9-88B084EA7AD8}"/>
              </a:ext>
            </a:extLst>
          </p:cNvPr>
          <p:cNvSpPr>
            <a:spLocks noChangeArrowheads="1"/>
          </p:cNvSpPr>
          <p:nvPr/>
        </p:nvSpPr>
        <p:spPr bwMode="auto">
          <a:xfrm>
            <a:off x="1143000" y="2209800"/>
            <a:ext cx="6858000" cy="384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4400" i="0">
                <a:solidFill>
                  <a:schemeClr val="tx2"/>
                </a:solidFill>
                <a:latin typeface="Arial" panose="020B0604020202020204" pitchFamily="34" charset="0"/>
              </a:rPr>
              <a:t>Module 2</a:t>
            </a:r>
          </a:p>
          <a:p>
            <a:pPr algn="ctr"/>
            <a:endParaRPr lang="en-US" altLang="en-US" sz="2000" i="0">
              <a:solidFill>
                <a:schemeClr val="tx2"/>
              </a:solidFill>
              <a:latin typeface="Arial" panose="020B0604020202020204" pitchFamily="34" charset="0"/>
            </a:endParaRPr>
          </a:p>
          <a:p>
            <a:pPr algn="ctr"/>
            <a:r>
              <a:rPr lang="en-US" altLang="en-US" sz="4400" i="0">
                <a:latin typeface="Arial" panose="020B0604020202020204" pitchFamily="34" charset="0"/>
              </a:rPr>
              <a:t>Mathematics Foundations of Cryptography</a:t>
            </a:r>
          </a:p>
          <a:p>
            <a:pPr algn="ctr"/>
            <a:r>
              <a:rPr lang="en-US" altLang="en-US" sz="2400" i="0">
                <a:latin typeface="Arial" panose="020B0604020202020204" pitchFamily="34" charset="0"/>
              </a:rPr>
              <a:t>Part I: Divisibility, Euclidean Algorithm, Modular Arithmetic, Congruence,</a:t>
            </a:r>
          </a:p>
        </p:txBody>
      </p:sp>
      <p:sp>
        <p:nvSpPr>
          <p:cNvPr id="21508" name="Text Box 3">
            <a:extLst>
              <a:ext uri="{FF2B5EF4-FFF2-40B4-BE49-F238E27FC236}">
                <a16:creationId xmlns:a16="http://schemas.microsoft.com/office/drawing/2014/main" id="{F9728CE5-383F-8705-05BF-118D33EA0F7D}"/>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r>
              <a:rPr lang="en-US" altLang="en-US" sz="1200" b="0" i="0"/>
              <a:t>Copyright © The McGraw-Hill Companies, Inc. Permission required for reproduction or display.</a:t>
            </a:r>
          </a:p>
        </p:txBody>
      </p:sp>
      <p:pic>
        <p:nvPicPr>
          <p:cNvPr id="21509" name="Picture 4" descr="Forouzan1e08dh_OLC">
            <a:extLst>
              <a:ext uri="{FF2B5EF4-FFF2-40B4-BE49-F238E27FC236}">
                <a16:creationId xmlns:a16="http://schemas.microsoft.com/office/drawing/2014/main" id="{6CE65BA2-A084-773A-60F2-ABC44BD7CC1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r="21616"/>
          <a:stretch>
            <a:fillRect/>
          </a:stretch>
        </p:blipFill>
        <p:spPr bwMode="auto">
          <a:xfrm>
            <a:off x="381000" y="0"/>
            <a:ext cx="6869113" cy="10509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a:extLst>
              <a:ext uri="{FF2B5EF4-FFF2-40B4-BE49-F238E27FC236}">
                <a16:creationId xmlns:a16="http://schemas.microsoft.com/office/drawing/2014/main" id="{BB4D39FA-EAF8-B05A-9A2C-2D6A9F3A37F3}"/>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59F38A07-6A31-4295-97FF-0F1BEFBC8779}" type="slidenum">
              <a:rPr lang="en-US" altLang="en-US" i="0">
                <a:latin typeface="Arial" panose="020B0604020202020204" pitchFamily="34" charset="0"/>
              </a:rPr>
              <a:pPr/>
              <a:t>2</a:t>
            </a:fld>
            <a:endParaRPr lang="en-US" altLang="en-US" i="0">
              <a:latin typeface="Arial" panose="020B0604020202020204" pitchFamily="34" charset="0"/>
            </a:endParaRPr>
          </a:p>
        </p:txBody>
      </p:sp>
      <p:sp>
        <p:nvSpPr>
          <p:cNvPr id="23555" name="Rectangle 2">
            <a:extLst>
              <a:ext uri="{FF2B5EF4-FFF2-40B4-BE49-F238E27FC236}">
                <a16:creationId xmlns:a16="http://schemas.microsoft.com/office/drawing/2014/main" id="{EC8BE14C-A265-D1EF-5BCD-69F5BF566503}"/>
              </a:ext>
            </a:extLst>
          </p:cNvPr>
          <p:cNvSpPr>
            <a:spLocks noChangeArrowheads="1"/>
          </p:cNvSpPr>
          <p:nvPr/>
        </p:nvSpPr>
        <p:spPr bwMode="auto">
          <a:xfrm>
            <a:off x="228600" y="990600"/>
            <a:ext cx="8534400" cy="56943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800100" indent="-34290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spcAft>
                <a:spcPct val="60000"/>
              </a:spcAft>
              <a:buFont typeface="Wingdings" panose="05000000000000000000" pitchFamily="2" charset="2"/>
              <a:buChar char="q"/>
            </a:pPr>
            <a:r>
              <a:rPr lang="en-US" altLang="en-US" sz="2000" i="0"/>
              <a:t>  To review integer arithmetic, concentrating on divisibility</a:t>
            </a:r>
            <a:br>
              <a:rPr lang="en-US" altLang="en-US" sz="2000" i="0"/>
            </a:br>
            <a:r>
              <a:rPr lang="en-US" altLang="en-US" sz="2000" i="0"/>
              <a:t>     and finding the greatest common divisor using the Euclidean</a:t>
            </a:r>
            <a:br>
              <a:rPr lang="en-US" altLang="en-US" sz="2000" i="0"/>
            </a:br>
            <a:r>
              <a:rPr lang="en-US" altLang="en-US" sz="2000" i="0"/>
              <a:t>     algorithm</a:t>
            </a:r>
          </a:p>
          <a:p>
            <a:pPr>
              <a:buFont typeface="Wingdings" panose="05000000000000000000" pitchFamily="2" charset="2"/>
              <a:buChar char="q"/>
            </a:pPr>
            <a:r>
              <a:rPr lang="en-US" altLang="en-US" sz="2000" i="0"/>
              <a:t>  To emphasize the importance of modular arithmetic and the modulo        </a:t>
            </a:r>
          </a:p>
          <a:p>
            <a:r>
              <a:rPr lang="en-US" altLang="en-US" sz="2000" i="0"/>
              <a:t>     operator, because they are extensively used in cryptography</a:t>
            </a:r>
          </a:p>
          <a:p>
            <a:endParaRPr lang="en-US" altLang="en-US" sz="2000" i="0"/>
          </a:p>
          <a:p>
            <a:pPr>
              <a:buFont typeface="Wingdings" panose="05000000000000000000" pitchFamily="2" charset="2"/>
              <a:buChar char="q"/>
            </a:pPr>
            <a:r>
              <a:rPr lang="en-US" altLang="en-US" sz="2000" i="0"/>
              <a:t> Explain operation of the extended Euclidean Algorithm</a:t>
            </a:r>
          </a:p>
          <a:p>
            <a:endParaRPr lang="en-US" altLang="en-US" sz="2000" i="0"/>
          </a:p>
          <a:p>
            <a:pPr>
              <a:spcAft>
                <a:spcPct val="60000"/>
              </a:spcAft>
              <a:buFont typeface="Wingdings" panose="05000000000000000000" pitchFamily="2" charset="2"/>
              <a:buChar char="q"/>
            </a:pPr>
            <a:r>
              <a:rPr lang="en-US" altLang="en-US" sz="2000" i="0"/>
              <a:t> Discuss Key concepts relating to prime numbers</a:t>
            </a:r>
          </a:p>
          <a:p>
            <a:pPr>
              <a:buFont typeface="Wingdings" panose="05000000000000000000" pitchFamily="2" charset="2"/>
              <a:buChar char="q"/>
            </a:pPr>
            <a:r>
              <a:rPr lang="en-US" altLang="en-US" sz="2000" i="0"/>
              <a:t> Understand Fermat’s Theorem, Euler’s Theorem, Euler’s Totient   </a:t>
            </a:r>
          </a:p>
          <a:p>
            <a:r>
              <a:rPr lang="en-US" altLang="en-US" sz="2000" i="0"/>
              <a:t>     function, Chinese Reminder Theorem</a:t>
            </a:r>
          </a:p>
          <a:p>
            <a:pPr>
              <a:buFont typeface="Wingdings" panose="05000000000000000000" pitchFamily="2" charset="2"/>
              <a:buChar char="q"/>
            </a:pPr>
            <a:r>
              <a:rPr lang="en-US" altLang="en-US" sz="2000" i="0"/>
              <a:t> Pre-requisite for Asymmetric Key Cryptography</a:t>
            </a:r>
          </a:p>
          <a:p>
            <a:pPr lvl="1">
              <a:buFont typeface="Arial" panose="020B0604020202020204" pitchFamily="34" charset="0"/>
              <a:buChar char="•"/>
            </a:pPr>
            <a:r>
              <a:rPr lang="en-US" altLang="en-US" sz="2000" i="0"/>
              <a:t>Algebraic Structures – Group, Ring, Field</a:t>
            </a:r>
          </a:p>
          <a:p>
            <a:pPr lvl="1">
              <a:buFont typeface="Arial" panose="020B0604020202020204" pitchFamily="34" charset="0"/>
              <a:buChar char="•"/>
            </a:pPr>
            <a:r>
              <a:rPr lang="en-US" altLang="en-US" sz="2000" i="0"/>
              <a:t>Primes</a:t>
            </a:r>
          </a:p>
          <a:p>
            <a:pPr lvl="1">
              <a:buFont typeface="Arial" panose="020B0604020202020204" pitchFamily="34" charset="0"/>
              <a:buChar char="•"/>
            </a:pPr>
            <a:r>
              <a:rPr lang="en-US" altLang="en-US" sz="2000" i="0"/>
              <a:t>Factorization</a:t>
            </a:r>
          </a:p>
          <a:p>
            <a:pPr lvl="1">
              <a:buFont typeface="Arial" panose="020B0604020202020204" pitchFamily="34" charset="0"/>
              <a:buChar char="•"/>
            </a:pPr>
            <a:r>
              <a:rPr lang="en-US" altLang="en-US" sz="2000" i="0"/>
              <a:t>Exponentiation</a:t>
            </a:r>
          </a:p>
          <a:p>
            <a:pPr lvl="1">
              <a:buFont typeface="Arial" panose="020B0604020202020204" pitchFamily="34" charset="0"/>
              <a:buChar char="•"/>
            </a:pPr>
            <a:r>
              <a:rPr lang="en-US" altLang="en-US" sz="2000" i="0"/>
              <a:t>Discrete Logarithm</a:t>
            </a:r>
          </a:p>
        </p:txBody>
      </p:sp>
      <p:sp>
        <p:nvSpPr>
          <p:cNvPr id="23556" name="Rectangle 3">
            <a:extLst>
              <a:ext uri="{FF2B5EF4-FFF2-40B4-BE49-F238E27FC236}">
                <a16:creationId xmlns:a16="http://schemas.microsoft.com/office/drawing/2014/main" id="{2FC9F228-C36D-329A-62BB-171411D4358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3557" name="Rectangle 4">
            <a:extLst>
              <a:ext uri="{FF2B5EF4-FFF2-40B4-BE49-F238E27FC236}">
                <a16:creationId xmlns:a16="http://schemas.microsoft.com/office/drawing/2014/main" id="{C4A5F617-360F-9677-2228-4154E729046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3558" name="Rectangle 5">
            <a:extLst>
              <a:ext uri="{FF2B5EF4-FFF2-40B4-BE49-F238E27FC236}">
                <a16:creationId xmlns:a16="http://schemas.microsoft.com/office/drawing/2014/main" id="{0C97880B-118E-8B89-8486-75208B050A8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3559" name="Rectangle 6">
            <a:extLst>
              <a:ext uri="{FF2B5EF4-FFF2-40B4-BE49-F238E27FC236}">
                <a16:creationId xmlns:a16="http://schemas.microsoft.com/office/drawing/2014/main" id="{5971F995-73B0-FBF3-BC55-F9189BFE42C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3560" name="Rectangle 7">
            <a:extLst>
              <a:ext uri="{FF2B5EF4-FFF2-40B4-BE49-F238E27FC236}">
                <a16:creationId xmlns:a16="http://schemas.microsoft.com/office/drawing/2014/main" id="{E548CFC6-99BB-05D3-9FEC-D116F60E197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3561" name="Rectangle 8">
            <a:extLst>
              <a:ext uri="{FF2B5EF4-FFF2-40B4-BE49-F238E27FC236}">
                <a16:creationId xmlns:a16="http://schemas.microsoft.com/office/drawing/2014/main" id="{7635A94A-B4EE-AF49-3E96-1693B18C7EE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3562" name="Rectangle 9">
            <a:extLst>
              <a:ext uri="{FF2B5EF4-FFF2-40B4-BE49-F238E27FC236}">
                <a16:creationId xmlns:a16="http://schemas.microsoft.com/office/drawing/2014/main" id="{02D6B8A3-F27A-DDE8-21EB-05737408A7A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3563" name="Rectangle 10">
            <a:extLst>
              <a:ext uri="{FF2B5EF4-FFF2-40B4-BE49-F238E27FC236}">
                <a16:creationId xmlns:a16="http://schemas.microsoft.com/office/drawing/2014/main" id="{568A7294-24CB-FCE4-9E36-DE4FD9F45637}"/>
              </a:ext>
            </a:extLst>
          </p:cNvPr>
          <p:cNvSpPr>
            <a:spLocks noChangeArrowheads="1"/>
          </p:cNvSpPr>
          <p:nvPr/>
        </p:nvSpPr>
        <p:spPr bwMode="auto">
          <a:xfrm>
            <a:off x="1066800" y="0"/>
            <a:ext cx="45720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chemeClr val="hlink"/>
                </a:solidFill>
              </a:rPr>
              <a:t>Objectives – Part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BF942502-EDC5-36DF-1DDB-EC80BC90E994}"/>
              </a:ext>
            </a:extLst>
          </p:cNvPr>
          <p:cNvSpPr>
            <a:spLocks noGrp="1"/>
          </p:cNvSpPr>
          <p:nvPr>
            <p:ph type="sldNum" sz="quarter" idx="12"/>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B79983E-20E1-47B2-A45C-2A68C92EF52C}" type="slidenum">
              <a:rPr lang="en-US" altLang="en-US" b="0" i="0">
                <a:solidFill>
                  <a:srgbClr val="000000"/>
                </a:solidFill>
              </a:rPr>
              <a:pPr/>
              <a:t>3</a:t>
            </a:fld>
            <a:endParaRPr lang="en-US" altLang="en-US" b="0" i="0">
              <a:solidFill>
                <a:srgbClr val="000000"/>
              </a:solidFill>
            </a:endParaRPr>
          </a:p>
        </p:txBody>
      </p:sp>
      <p:sp>
        <p:nvSpPr>
          <p:cNvPr id="25603" name="Rectangle 2">
            <a:extLst>
              <a:ext uri="{FF2B5EF4-FFF2-40B4-BE49-F238E27FC236}">
                <a16:creationId xmlns:a16="http://schemas.microsoft.com/office/drawing/2014/main" id="{F34826CB-7C37-5126-6415-21FBDC9DF0C5}"/>
              </a:ext>
            </a:extLst>
          </p:cNvPr>
          <p:cNvSpPr>
            <a:spLocks noGrp="1" noChangeArrowheads="1"/>
          </p:cNvSpPr>
          <p:nvPr>
            <p:ph type="title"/>
          </p:nvPr>
        </p:nvSpPr>
        <p:spPr/>
        <p:txBody>
          <a:bodyPr/>
          <a:lstStyle/>
          <a:p>
            <a:r>
              <a:rPr lang="en-US" altLang="en-US"/>
              <a:t>Number Theory</a:t>
            </a:r>
          </a:p>
        </p:txBody>
      </p:sp>
      <p:sp>
        <p:nvSpPr>
          <p:cNvPr id="3075" name="Rectangle 3">
            <a:extLst>
              <a:ext uri="{FF2B5EF4-FFF2-40B4-BE49-F238E27FC236}">
                <a16:creationId xmlns:a16="http://schemas.microsoft.com/office/drawing/2014/main" id="{A88BF1A4-2B94-A911-36BD-55E301F28251}"/>
              </a:ext>
            </a:extLst>
          </p:cNvPr>
          <p:cNvSpPr>
            <a:spLocks noGrp="1" noChangeArrowheads="1"/>
          </p:cNvSpPr>
          <p:nvPr>
            <p:ph type="body" idx="1"/>
          </p:nvPr>
        </p:nvSpPr>
        <p:spPr/>
        <p:txBody>
          <a:bodyPr/>
          <a:lstStyle/>
          <a:p>
            <a:pPr algn="just">
              <a:defRPr/>
            </a:pPr>
            <a:r>
              <a:rPr lang="en-US" altLang="en-US" sz="2400" b="1" i="1" dirty="0"/>
              <a:t>Number Theory</a:t>
            </a:r>
            <a:r>
              <a:rPr lang="en-US" altLang="en-US" sz="2400" dirty="0"/>
              <a:t>, a branch of mathematics concerned with the properties of integers ; is pervasive in cryptographic algorithms</a:t>
            </a:r>
          </a:p>
          <a:p>
            <a:pPr algn="just">
              <a:defRPr/>
            </a:pPr>
            <a:r>
              <a:rPr lang="en-US" altLang="en-US" sz="2400" dirty="0"/>
              <a:t> Relevant number theory topics for understanding the wide range of applications in cryptography</a:t>
            </a:r>
          </a:p>
          <a:p>
            <a:pPr algn="just">
              <a:defRPr/>
            </a:pPr>
            <a:r>
              <a:rPr lang="en-US" altLang="en-US" sz="2400" dirty="0"/>
              <a:t>In order to understand how modern cryptographic techniques work, and to estimate the extent to which they are secure, it is important to understand the basics of number theory.</a:t>
            </a:r>
          </a:p>
          <a:p>
            <a:pPr marL="0" indent="0" algn="just">
              <a:buFontTx/>
              <a:buNone/>
              <a:defRPr/>
            </a:pP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Slide Number Placeholder 1">
            <a:extLst>
              <a:ext uri="{FF2B5EF4-FFF2-40B4-BE49-F238E27FC236}">
                <a16:creationId xmlns:a16="http://schemas.microsoft.com/office/drawing/2014/main" id="{F5508CA4-4850-1F4F-F9BF-EA0145B4FB6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BB6F710D-00A2-4A08-A508-78C4860B5971}" type="slidenum">
              <a:rPr lang="en-US" altLang="en-US" i="0">
                <a:latin typeface="Arial" panose="020B0604020202020204" pitchFamily="34" charset="0"/>
              </a:rPr>
              <a:pPr/>
              <a:t>4</a:t>
            </a:fld>
            <a:endParaRPr lang="en-US" altLang="en-US" i="0">
              <a:latin typeface="Arial" panose="020B0604020202020204" pitchFamily="34" charset="0"/>
            </a:endParaRPr>
          </a:p>
        </p:txBody>
      </p:sp>
      <p:sp>
        <p:nvSpPr>
          <p:cNvPr id="749570" name="Rectangle 2">
            <a:extLst>
              <a:ext uri="{FF2B5EF4-FFF2-40B4-BE49-F238E27FC236}">
                <a16:creationId xmlns:a16="http://schemas.microsoft.com/office/drawing/2014/main" id="{3FA9800D-3A4D-F05F-F182-51DA70D7154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effectLst>
                <a:outerShdw blurRad="38100" dist="38100" dir="2700000" algn="tl">
                  <a:srgbClr val="FFFFFF"/>
                </a:outerShdw>
              </a:effectLst>
            </a:endParaRPr>
          </a:p>
        </p:txBody>
      </p:sp>
      <p:sp>
        <p:nvSpPr>
          <p:cNvPr id="749571" name="Text Box 3">
            <a:extLst>
              <a:ext uri="{FF2B5EF4-FFF2-40B4-BE49-F238E27FC236}">
                <a16:creationId xmlns:a16="http://schemas.microsoft.com/office/drawing/2014/main" id="{C86DBF89-C684-A4C8-40D5-DF34E5DB9127}"/>
              </a:ext>
            </a:extLst>
          </p:cNvPr>
          <p:cNvSpPr txBox="1">
            <a:spLocks noChangeArrowheads="1"/>
          </p:cNvSpPr>
          <p:nvPr/>
        </p:nvSpPr>
        <p:spPr bwMode="auto">
          <a:xfrm>
            <a:off x="228600" y="406400"/>
            <a:ext cx="57213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effectLst>
                  <a:outerShdw blurRad="38100" dist="38100" dir="2700000" algn="tl">
                    <a:srgbClr val="C0C0C0"/>
                  </a:outerShdw>
                </a:effectLst>
                <a:latin typeface="Times" panose="02020603050405020304" pitchFamily="18" charset="0"/>
              </a:rPr>
              <a:t>2-1   INTEGER ARITHMETIC</a:t>
            </a:r>
          </a:p>
        </p:txBody>
      </p:sp>
      <p:sp>
        <p:nvSpPr>
          <p:cNvPr id="27653" name="Text Box 4">
            <a:extLst>
              <a:ext uri="{FF2B5EF4-FFF2-40B4-BE49-F238E27FC236}">
                <a16:creationId xmlns:a16="http://schemas.microsoft.com/office/drawing/2014/main" id="{0FE6962E-A4FB-89BD-CE0F-19D1F3BB84F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p>
        </p:txBody>
      </p:sp>
      <p:sp>
        <p:nvSpPr>
          <p:cNvPr id="749573" name="Rectangle 5">
            <a:extLst>
              <a:ext uri="{FF2B5EF4-FFF2-40B4-BE49-F238E27FC236}">
                <a16:creationId xmlns:a16="http://schemas.microsoft.com/office/drawing/2014/main" id="{250F36CE-54CB-0C91-5564-2EA47E55CD01}"/>
              </a:ext>
            </a:extLst>
          </p:cNvPr>
          <p:cNvSpPr>
            <a:spLocks noChangeArrowheads="1"/>
          </p:cNvSpPr>
          <p:nvPr/>
        </p:nvSpPr>
        <p:spPr bwMode="auto">
          <a:xfrm>
            <a:off x="304800" y="16002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a:effectLst>
                  <a:outerShdw blurRad="38100" dist="38100" dir="2700000" algn="tl">
                    <a:srgbClr val="C0C0C0"/>
                  </a:outerShdw>
                </a:effectLst>
              </a:rPr>
              <a:t>In integer arithmetic, we use a set and a few operations. You are familiar with this set and the corresponding operations, but they are reviewed here to create a background for modular arithmetic.</a:t>
            </a:r>
          </a:p>
        </p:txBody>
      </p:sp>
      <p:sp>
        <p:nvSpPr>
          <p:cNvPr id="27655" name="Rectangle 6">
            <a:extLst>
              <a:ext uri="{FF2B5EF4-FFF2-40B4-BE49-F238E27FC236}">
                <a16:creationId xmlns:a16="http://schemas.microsoft.com/office/drawing/2014/main" id="{727E2BAF-EF3B-5B17-FE4F-44F8D2EFDAC8}"/>
              </a:ext>
            </a:extLst>
          </p:cNvPr>
          <p:cNvSpPr>
            <a:spLocks noChangeArrowheads="1"/>
          </p:cNvSpPr>
          <p:nvPr/>
        </p:nvSpPr>
        <p:spPr bwMode="auto">
          <a:xfrm>
            <a:off x="304800" y="4330700"/>
            <a:ext cx="67056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en-US" altLang="en-US" sz="2400" i="0">
                <a:solidFill>
                  <a:schemeClr val="hlink"/>
                </a:solidFill>
              </a:rPr>
              <a:t>2.1.1</a:t>
            </a:r>
            <a:r>
              <a:rPr lang="en-US" altLang="en-US" sz="2400" i="0">
                <a:solidFill>
                  <a:srgbClr val="0033CC"/>
                </a:solidFill>
              </a:rPr>
              <a:t>	Set of Integers</a:t>
            </a:r>
            <a:r>
              <a:rPr lang="fr-FR" altLang="en-US" sz="2400" i="0">
                <a:solidFill>
                  <a:srgbClr val="0033CC"/>
                </a:solidFill>
              </a:rPr>
              <a:t/>
            </a:r>
            <a:br>
              <a:rPr lang="fr-FR" altLang="en-US" sz="2400" i="0">
                <a:solidFill>
                  <a:srgbClr val="0033CC"/>
                </a:solidFill>
              </a:rPr>
            </a:br>
            <a:r>
              <a:rPr lang="fr-FR" altLang="en-US" sz="2400" i="0">
                <a:solidFill>
                  <a:schemeClr val="hlink"/>
                </a:solidFill>
              </a:rPr>
              <a:t>2.1.2</a:t>
            </a:r>
            <a:r>
              <a:rPr lang="fr-FR" altLang="en-US" sz="2400" i="0">
                <a:solidFill>
                  <a:srgbClr val="0033CC"/>
                </a:solidFill>
              </a:rPr>
              <a:t>	Binary Operations</a:t>
            </a:r>
            <a:br>
              <a:rPr lang="fr-FR" altLang="en-US" sz="2400" i="0">
                <a:solidFill>
                  <a:srgbClr val="0033CC"/>
                </a:solidFill>
              </a:rPr>
            </a:br>
            <a:r>
              <a:rPr lang="fr-FR" altLang="en-US" sz="2400" i="0">
                <a:solidFill>
                  <a:schemeClr val="hlink"/>
                </a:solidFill>
              </a:rPr>
              <a:t>2.1.3</a:t>
            </a:r>
            <a:r>
              <a:rPr lang="fr-FR" altLang="en-US" sz="2400" i="0">
                <a:solidFill>
                  <a:srgbClr val="0033CC"/>
                </a:solidFill>
              </a:rPr>
              <a:t>	Integer Division</a:t>
            </a:r>
          </a:p>
          <a:p>
            <a:pPr>
              <a:buClr>
                <a:schemeClr val="tx1"/>
              </a:buClr>
              <a:buSzPct val="117000"/>
              <a:buFont typeface="Wingdings" panose="05000000000000000000" pitchFamily="2" charset="2"/>
              <a:buNone/>
            </a:pPr>
            <a:r>
              <a:rPr lang="fr-FR" altLang="en-US" sz="2400" i="0">
                <a:solidFill>
                  <a:schemeClr val="hlink"/>
                </a:solidFill>
              </a:rPr>
              <a:t>2.1.4</a:t>
            </a:r>
            <a:r>
              <a:rPr lang="fr-FR" altLang="en-US" sz="2400" i="0">
                <a:solidFill>
                  <a:srgbClr val="0033CC"/>
                </a:solidFill>
              </a:rPr>
              <a:t>	Divisibility</a:t>
            </a:r>
          </a:p>
          <a:p>
            <a:pPr>
              <a:buClr>
                <a:schemeClr val="tx1"/>
              </a:buClr>
              <a:buSzPct val="117000"/>
              <a:buFont typeface="Wingdings" panose="05000000000000000000" pitchFamily="2" charset="2"/>
              <a:buNone/>
            </a:pPr>
            <a:r>
              <a:rPr lang="fr-FR" altLang="en-US" sz="2400" i="0">
                <a:solidFill>
                  <a:schemeClr val="hlink"/>
                </a:solidFill>
              </a:rPr>
              <a:t>2.1.5</a:t>
            </a:r>
            <a:r>
              <a:rPr lang="fr-FR" altLang="en-US" sz="2400" i="0">
                <a:solidFill>
                  <a:srgbClr val="0033CC"/>
                </a:solidFill>
              </a:rPr>
              <a:t>	Linear Diophantine Equations</a:t>
            </a:r>
            <a:endParaRPr lang="en-US" altLang="en-US" sz="2400" i="0">
              <a:solidFill>
                <a:srgbClr val="0033CC"/>
              </a:solidFill>
            </a:endParaRPr>
          </a:p>
        </p:txBody>
      </p:sp>
      <p:sp>
        <p:nvSpPr>
          <p:cNvPr id="749575" name="Text Box 7">
            <a:extLst>
              <a:ext uri="{FF2B5EF4-FFF2-40B4-BE49-F238E27FC236}">
                <a16:creationId xmlns:a16="http://schemas.microsoft.com/office/drawing/2014/main" id="{3B409557-EC92-3E1B-08C4-789B309A4405}"/>
              </a:ext>
            </a:extLst>
          </p:cNvPr>
          <p:cNvSpPr txBox="1">
            <a:spLocks noChangeArrowheads="1"/>
          </p:cNvSpPr>
          <p:nvPr/>
        </p:nvSpPr>
        <p:spPr bwMode="auto">
          <a:xfrm>
            <a:off x="317500" y="385445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6F798842-59FA-9A2B-E11D-D26D4CDA1237}"/>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0A8A94B4-F44D-446A-9C31-099BB830806E}" type="slidenum">
              <a:rPr lang="en-US" altLang="en-US" i="0">
                <a:latin typeface="Arial" panose="020B0604020202020204" pitchFamily="34" charset="0"/>
              </a:rPr>
              <a:pPr/>
              <a:t>5</a:t>
            </a:fld>
            <a:endParaRPr lang="en-US" altLang="en-US" i="0">
              <a:latin typeface="Arial" panose="020B0604020202020204" pitchFamily="34" charset="0"/>
            </a:endParaRPr>
          </a:p>
        </p:txBody>
      </p:sp>
      <p:sp>
        <p:nvSpPr>
          <p:cNvPr id="29699" name="Rectangle 2">
            <a:extLst>
              <a:ext uri="{FF2B5EF4-FFF2-40B4-BE49-F238E27FC236}">
                <a16:creationId xmlns:a16="http://schemas.microsoft.com/office/drawing/2014/main" id="{3D303EE1-F4D3-7FD2-2A25-D73CC373601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9700" name="Rectangle 3">
            <a:extLst>
              <a:ext uri="{FF2B5EF4-FFF2-40B4-BE49-F238E27FC236}">
                <a16:creationId xmlns:a16="http://schemas.microsoft.com/office/drawing/2014/main" id="{F00D6357-BA4D-26FB-DD15-BDC52C31D7B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9701" name="Rectangle 4">
            <a:extLst>
              <a:ext uri="{FF2B5EF4-FFF2-40B4-BE49-F238E27FC236}">
                <a16:creationId xmlns:a16="http://schemas.microsoft.com/office/drawing/2014/main" id="{9F85D870-4446-9185-6BA1-822350D66AF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9702" name="Rectangle 5">
            <a:extLst>
              <a:ext uri="{FF2B5EF4-FFF2-40B4-BE49-F238E27FC236}">
                <a16:creationId xmlns:a16="http://schemas.microsoft.com/office/drawing/2014/main" id="{27946805-9022-8A6D-3DAA-F4D6CDA58E6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9703" name="Rectangle 6">
            <a:extLst>
              <a:ext uri="{FF2B5EF4-FFF2-40B4-BE49-F238E27FC236}">
                <a16:creationId xmlns:a16="http://schemas.microsoft.com/office/drawing/2014/main" id="{9847725B-F6AA-EA7B-713F-7B771601C8F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9704" name="Rectangle 7">
            <a:extLst>
              <a:ext uri="{FF2B5EF4-FFF2-40B4-BE49-F238E27FC236}">
                <a16:creationId xmlns:a16="http://schemas.microsoft.com/office/drawing/2014/main" id="{173D9DBE-51BF-A0C9-45AC-11AC2691C93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9705" name="Rectangle 8">
            <a:extLst>
              <a:ext uri="{FF2B5EF4-FFF2-40B4-BE49-F238E27FC236}">
                <a16:creationId xmlns:a16="http://schemas.microsoft.com/office/drawing/2014/main" id="{9C8BE48D-EB42-EB33-DEBF-E4501B57A35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29706" name="Rectangle 9">
            <a:extLst>
              <a:ext uri="{FF2B5EF4-FFF2-40B4-BE49-F238E27FC236}">
                <a16:creationId xmlns:a16="http://schemas.microsoft.com/office/drawing/2014/main" id="{BD6B5900-24BF-F430-569C-594E7961FBC1}"/>
              </a:ext>
            </a:extLst>
          </p:cNvPr>
          <p:cNvSpPr>
            <a:spLocks noChangeArrowheads="1"/>
          </p:cNvSpPr>
          <p:nvPr/>
        </p:nvSpPr>
        <p:spPr bwMode="auto">
          <a:xfrm>
            <a:off x="228600" y="10668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The set of integers, denoted by Z, contains all integral numbers (with no fraction) from negative infinity to positive infinity (Figure 2.1). </a:t>
            </a:r>
          </a:p>
        </p:txBody>
      </p:sp>
      <p:sp>
        <p:nvSpPr>
          <p:cNvPr id="29707" name="Text Box 10">
            <a:extLst>
              <a:ext uri="{FF2B5EF4-FFF2-40B4-BE49-F238E27FC236}">
                <a16:creationId xmlns:a16="http://schemas.microsoft.com/office/drawing/2014/main" id="{FC6495ED-CE83-E6A1-3E74-5566A2484242}"/>
              </a:ext>
            </a:extLst>
          </p:cNvPr>
          <p:cNvSpPr txBox="1">
            <a:spLocks noChangeArrowheads="1"/>
          </p:cNvSpPr>
          <p:nvPr/>
        </p:nvSpPr>
        <p:spPr bwMode="auto">
          <a:xfrm>
            <a:off x="1143000" y="0"/>
            <a:ext cx="36401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2.1.1  Set of Integers</a:t>
            </a:r>
          </a:p>
        </p:txBody>
      </p:sp>
      <p:sp>
        <p:nvSpPr>
          <p:cNvPr id="29708" name="Text Box 12">
            <a:extLst>
              <a:ext uri="{FF2B5EF4-FFF2-40B4-BE49-F238E27FC236}">
                <a16:creationId xmlns:a16="http://schemas.microsoft.com/office/drawing/2014/main" id="{4EE3A6A9-BD1D-744D-B7F1-1EB97AA099BE}"/>
              </a:ext>
            </a:extLst>
          </p:cNvPr>
          <p:cNvSpPr txBox="1">
            <a:spLocks noChangeArrowheads="1"/>
          </p:cNvSpPr>
          <p:nvPr/>
        </p:nvSpPr>
        <p:spPr bwMode="auto">
          <a:xfrm>
            <a:off x="2859088" y="3200400"/>
            <a:ext cx="3389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2.1  </a:t>
            </a:r>
            <a:r>
              <a:rPr lang="en-US" altLang="en-US"/>
              <a:t>The set of integers</a:t>
            </a:r>
            <a:endParaRPr lang="en-US" altLang="en-US" sz="2000"/>
          </a:p>
        </p:txBody>
      </p:sp>
      <p:pic>
        <p:nvPicPr>
          <p:cNvPr id="29709" name="Picture 13">
            <a:extLst>
              <a:ext uri="{FF2B5EF4-FFF2-40B4-BE49-F238E27FC236}">
                <a16:creationId xmlns:a16="http://schemas.microsoft.com/office/drawing/2014/main" id="{46EC0B4C-D951-AFC3-A5FB-D13D89E17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3789363"/>
            <a:ext cx="5256213" cy="78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a:extLst>
              <a:ext uri="{FF2B5EF4-FFF2-40B4-BE49-F238E27FC236}">
                <a16:creationId xmlns:a16="http://schemas.microsoft.com/office/drawing/2014/main" id="{3A7577F7-C8AF-3F02-01B6-2AA5B832D3D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EF59533B-1D1E-42C2-8F4B-DED8E73A9652}" type="slidenum">
              <a:rPr lang="en-US" altLang="en-US" i="0">
                <a:latin typeface="Arial" panose="020B0604020202020204" pitchFamily="34" charset="0"/>
              </a:rPr>
              <a:pPr/>
              <a:t>6</a:t>
            </a:fld>
            <a:endParaRPr lang="en-US" altLang="en-US" i="0">
              <a:latin typeface="Arial" panose="020B0604020202020204" pitchFamily="34" charset="0"/>
            </a:endParaRPr>
          </a:p>
        </p:txBody>
      </p:sp>
      <p:sp>
        <p:nvSpPr>
          <p:cNvPr id="31747" name="Rectangle 2">
            <a:extLst>
              <a:ext uri="{FF2B5EF4-FFF2-40B4-BE49-F238E27FC236}">
                <a16:creationId xmlns:a16="http://schemas.microsoft.com/office/drawing/2014/main" id="{C546DA81-7F70-6A2E-91E0-4935C06C91E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1748" name="Rectangle 3">
            <a:extLst>
              <a:ext uri="{FF2B5EF4-FFF2-40B4-BE49-F238E27FC236}">
                <a16:creationId xmlns:a16="http://schemas.microsoft.com/office/drawing/2014/main" id="{6A50FAFB-AD3B-5973-62AD-AE472D7D3AB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1749" name="Rectangle 4">
            <a:extLst>
              <a:ext uri="{FF2B5EF4-FFF2-40B4-BE49-F238E27FC236}">
                <a16:creationId xmlns:a16="http://schemas.microsoft.com/office/drawing/2014/main" id="{C9C7A178-0B99-127F-F66B-FF03AB167CD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1750" name="Rectangle 5">
            <a:extLst>
              <a:ext uri="{FF2B5EF4-FFF2-40B4-BE49-F238E27FC236}">
                <a16:creationId xmlns:a16="http://schemas.microsoft.com/office/drawing/2014/main" id="{58090AEE-49B5-00FA-7818-0965D9946DF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1751" name="Rectangle 6">
            <a:extLst>
              <a:ext uri="{FF2B5EF4-FFF2-40B4-BE49-F238E27FC236}">
                <a16:creationId xmlns:a16="http://schemas.microsoft.com/office/drawing/2014/main" id="{663CCD56-CE12-2C39-22EE-160B6A28678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1752" name="Rectangle 7">
            <a:extLst>
              <a:ext uri="{FF2B5EF4-FFF2-40B4-BE49-F238E27FC236}">
                <a16:creationId xmlns:a16="http://schemas.microsoft.com/office/drawing/2014/main" id="{8CC3B590-DAF7-432D-A1E0-6F11BEE342E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1753" name="Rectangle 8">
            <a:extLst>
              <a:ext uri="{FF2B5EF4-FFF2-40B4-BE49-F238E27FC236}">
                <a16:creationId xmlns:a16="http://schemas.microsoft.com/office/drawing/2014/main" id="{A01E6A8C-8B23-0718-B793-3A88267E933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1754" name="Rectangle 9">
            <a:extLst>
              <a:ext uri="{FF2B5EF4-FFF2-40B4-BE49-F238E27FC236}">
                <a16:creationId xmlns:a16="http://schemas.microsoft.com/office/drawing/2014/main" id="{72DA2171-8407-FEDF-EEE8-D988D507EE48}"/>
              </a:ext>
            </a:extLst>
          </p:cNvPr>
          <p:cNvSpPr>
            <a:spLocks noChangeArrowheads="1"/>
          </p:cNvSpPr>
          <p:nvPr/>
        </p:nvSpPr>
        <p:spPr bwMode="auto">
          <a:xfrm>
            <a:off x="228600" y="8382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In cryptography, we are interested in three binary operations applied to the set of integers. A binary operation takes two inputs and creates one output. </a:t>
            </a:r>
          </a:p>
        </p:txBody>
      </p:sp>
      <p:sp>
        <p:nvSpPr>
          <p:cNvPr id="31755" name="Text Box 10">
            <a:extLst>
              <a:ext uri="{FF2B5EF4-FFF2-40B4-BE49-F238E27FC236}">
                <a16:creationId xmlns:a16="http://schemas.microsoft.com/office/drawing/2014/main" id="{72B57461-9172-5132-F164-E2EEA9C66ECD}"/>
              </a:ext>
            </a:extLst>
          </p:cNvPr>
          <p:cNvSpPr txBox="1">
            <a:spLocks noChangeArrowheads="1"/>
          </p:cNvSpPr>
          <p:nvPr/>
        </p:nvSpPr>
        <p:spPr bwMode="auto">
          <a:xfrm>
            <a:off x="1143000" y="0"/>
            <a:ext cx="43068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2.1.2  Binary Operations</a:t>
            </a:r>
          </a:p>
        </p:txBody>
      </p:sp>
      <p:pic>
        <p:nvPicPr>
          <p:cNvPr id="31756" name="Picture 13">
            <a:extLst>
              <a:ext uri="{FF2B5EF4-FFF2-40B4-BE49-F238E27FC236}">
                <a16:creationId xmlns:a16="http://schemas.microsoft.com/office/drawing/2014/main" id="{2CFBB4C9-26BD-84B7-4F82-2AD9701BD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8763" y="3113088"/>
            <a:ext cx="3830637" cy="328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7" name="Text Box 14">
            <a:extLst>
              <a:ext uri="{FF2B5EF4-FFF2-40B4-BE49-F238E27FC236}">
                <a16:creationId xmlns:a16="http://schemas.microsoft.com/office/drawing/2014/main" id="{E0F13198-9751-184D-9951-81EFBD9C8276}"/>
              </a:ext>
            </a:extLst>
          </p:cNvPr>
          <p:cNvSpPr txBox="1">
            <a:spLocks noChangeArrowheads="1"/>
          </p:cNvSpPr>
          <p:nvPr/>
        </p:nvSpPr>
        <p:spPr bwMode="auto">
          <a:xfrm>
            <a:off x="1143000" y="2514600"/>
            <a:ext cx="645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2.2  </a:t>
            </a:r>
            <a:r>
              <a:rPr lang="en-US" altLang="en-US" sz="2000"/>
              <a:t>Three binary operations for the set of integers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a:extLst>
              <a:ext uri="{FF2B5EF4-FFF2-40B4-BE49-F238E27FC236}">
                <a16:creationId xmlns:a16="http://schemas.microsoft.com/office/drawing/2014/main" id="{F4268924-74D6-9872-6AF9-CB6D802844D6}"/>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01363667-F10E-46F3-8815-D6B2BA0D4959}" type="slidenum">
              <a:rPr lang="en-US" altLang="en-US" i="0">
                <a:latin typeface="Arial" panose="020B0604020202020204" pitchFamily="34" charset="0"/>
              </a:rPr>
              <a:pPr/>
              <a:t>7</a:t>
            </a:fld>
            <a:endParaRPr lang="en-US" altLang="en-US" i="0">
              <a:latin typeface="Arial" panose="020B0604020202020204" pitchFamily="34" charset="0"/>
            </a:endParaRPr>
          </a:p>
        </p:txBody>
      </p:sp>
      <p:sp>
        <p:nvSpPr>
          <p:cNvPr id="33795" name="Text Box 2">
            <a:extLst>
              <a:ext uri="{FF2B5EF4-FFF2-40B4-BE49-F238E27FC236}">
                <a16:creationId xmlns:a16="http://schemas.microsoft.com/office/drawing/2014/main" id="{8FB70F0B-2740-619C-FA0B-32B53579A964}"/>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2.1</a:t>
            </a:r>
            <a:endParaRPr lang="en-US" altLang="en-US" sz="2000">
              <a:solidFill>
                <a:schemeClr val="bg1"/>
              </a:solidFill>
            </a:endParaRPr>
          </a:p>
        </p:txBody>
      </p:sp>
      <p:sp>
        <p:nvSpPr>
          <p:cNvPr id="33796" name="Rectangle 3">
            <a:extLst>
              <a:ext uri="{FF2B5EF4-FFF2-40B4-BE49-F238E27FC236}">
                <a16:creationId xmlns:a16="http://schemas.microsoft.com/office/drawing/2014/main" id="{EA2E09D4-F5A5-5AB9-FC18-40C41846CAB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3797" name="Rectangle 4">
            <a:extLst>
              <a:ext uri="{FF2B5EF4-FFF2-40B4-BE49-F238E27FC236}">
                <a16:creationId xmlns:a16="http://schemas.microsoft.com/office/drawing/2014/main" id="{30917912-B6E5-F5CC-26E8-C21153ED683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3798" name="Rectangle 5">
            <a:extLst>
              <a:ext uri="{FF2B5EF4-FFF2-40B4-BE49-F238E27FC236}">
                <a16:creationId xmlns:a16="http://schemas.microsoft.com/office/drawing/2014/main" id="{204EC1FB-B263-996A-1F3B-A6344433FC5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3799" name="Rectangle 6">
            <a:extLst>
              <a:ext uri="{FF2B5EF4-FFF2-40B4-BE49-F238E27FC236}">
                <a16:creationId xmlns:a16="http://schemas.microsoft.com/office/drawing/2014/main" id="{7DFFDDF0-8062-0146-55FB-D91BD19ED73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3800" name="Rectangle 7">
            <a:extLst>
              <a:ext uri="{FF2B5EF4-FFF2-40B4-BE49-F238E27FC236}">
                <a16:creationId xmlns:a16="http://schemas.microsoft.com/office/drawing/2014/main" id="{99A9817D-D89E-89DF-25C8-8E1C40E7B90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3801" name="Rectangle 8">
            <a:extLst>
              <a:ext uri="{FF2B5EF4-FFF2-40B4-BE49-F238E27FC236}">
                <a16:creationId xmlns:a16="http://schemas.microsoft.com/office/drawing/2014/main" id="{B27B21FB-23B8-54F5-259A-BCB955F6EAC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3802" name="Rectangle 9">
            <a:extLst>
              <a:ext uri="{FF2B5EF4-FFF2-40B4-BE49-F238E27FC236}">
                <a16:creationId xmlns:a16="http://schemas.microsoft.com/office/drawing/2014/main" id="{A08ECAD1-C91C-A1A2-CD37-AB434E31D7A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3803" name="Text Box 10">
            <a:extLst>
              <a:ext uri="{FF2B5EF4-FFF2-40B4-BE49-F238E27FC236}">
                <a16:creationId xmlns:a16="http://schemas.microsoft.com/office/drawing/2014/main" id="{755441A3-6D8C-3530-0648-D8CF7BEF3428}"/>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2.1.2</a:t>
            </a:r>
            <a:r>
              <a:rPr lang="en-US" altLang="en-US" sz="3200">
                <a:solidFill>
                  <a:schemeClr val="hlink"/>
                </a:solidFill>
              </a:rPr>
              <a:t>   </a:t>
            </a:r>
            <a:r>
              <a:rPr lang="en-US" altLang="en-US" sz="3200"/>
              <a:t>Continued</a:t>
            </a:r>
          </a:p>
        </p:txBody>
      </p:sp>
      <p:sp>
        <p:nvSpPr>
          <p:cNvPr id="856075" name="Rectangle 11">
            <a:extLst>
              <a:ext uri="{FF2B5EF4-FFF2-40B4-BE49-F238E27FC236}">
                <a16:creationId xmlns:a16="http://schemas.microsoft.com/office/drawing/2014/main" id="{CB4E1B4A-5BAA-86F7-E450-3690328A144B}"/>
              </a:ext>
            </a:extLst>
          </p:cNvPr>
          <p:cNvSpPr>
            <a:spLocks noChangeArrowheads="1"/>
          </p:cNvSpPr>
          <p:nvPr/>
        </p:nvSpPr>
        <p:spPr bwMode="auto">
          <a:xfrm>
            <a:off x="152400" y="1219200"/>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The following shows the results of the three binary operations on two integers. Because each input can be either positive or negative, we can have four cases for each operation.</a:t>
            </a:r>
          </a:p>
        </p:txBody>
      </p:sp>
      <p:pic>
        <p:nvPicPr>
          <p:cNvPr id="33805" name="Picture 15">
            <a:extLst>
              <a:ext uri="{FF2B5EF4-FFF2-40B4-BE49-F238E27FC236}">
                <a16:creationId xmlns:a16="http://schemas.microsoft.com/office/drawing/2014/main" id="{A031E54E-323D-CB7B-FE94-39D884BF8E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109913"/>
            <a:ext cx="80899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1">
            <a:extLst>
              <a:ext uri="{FF2B5EF4-FFF2-40B4-BE49-F238E27FC236}">
                <a16:creationId xmlns:a16="http://schemas.microsoft.com/office/drawing/2014/main" id="{BFBCBDFC-DA17-1EB6-1253-C3CBFB93987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BFA5C226-EB69-45AE-8A41-91A513AE2376}" type="slidenum">
              <a:rPr lang="en-US" altLang="en-US" i="0">
                <a:latin typeface="Arial" panose="020B0604020202020204" pitchFamily="34" charset="0"/>
              </a:rPr>
              <a:pPr/>
              <a:t>8</a:t>
            </a:fld>
            <a:endParaRPr lang="en-US" altLang="en-US" i="0">
              <a:latin typeface="Arial" panose="020B0604020202020204" pitchFamily="34" charset="0"/>
            </a:endParaRPr>
          </a:p>
        </p:txBody>
      </p:sp>
      <p:sp>
        <p:nvSpPr>
          <p:cNvPr id="35843" name="Rectangle 2">
            <a:extLst>
              <a:ext uri="{FF2B5EF4-FFF2-40B4-BE49-F238E27FC236}">
                <a16:creationId xmlns:a16="http://schemas.microsoft.com/office/drawing/2014/main" id="{4CB06CE4-5597-55EB-5134-C9C50D2CFC4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5844" name="Rectangle 3">
            <a:extLst>
              <a:ext uri="{FF2B5EF4-FFF2-40B4-BE49-F238E27FC236}">
                <a16:creationId xmlns:a16="http://schemas.microsoft.com/office/drawing/2014/main" id="{5986FA7D-D0BC-91D2-B41A-D380660C4BD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5845" name="Rectangle 4">
            <a:extLst>
              <a:ext uri="{FF2B5EF4-FFF2-40B4-BE49-F238E27FC236}">
                <a16:creationId xmlns:a16="http://schemas.microsoft.com/office/drawing/2014/main" id="{B96C276F-2473-0C6E-8142-C7FE2DA2CED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5846" name="Rectangle 5">
            <a:extLst>
              <a:ext uri="{FF2B5EF4-FFF2-40B4-BE49-F238E27FC236}">
                <a16:creationId xmlns:a16="http://schemas.microsoft.com/office/drawing/2014/main" id="{AB6515BF-B61B-F811-5714-DBC2AE42AD4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5847" name="Rectangle 6">
            <a:extLst>
              <a:ext uri="{FF2B5EF4-FFF2-40B4-BE49-F238E27FC236}">
                <a16:creationId xmlns:a16="http://schemas.microsoft.com/office/drawing/2014/main" id="{06E1D13A-5D01-7998-8B29-2B9D9376F12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5848" name="Rectangle 7">
            <a:extLst>
              <a:ext uri="{FF2B5EF4-FFF2-40B4-BE49-F238E27FC236}">
                <a16:creationId xmlns:a16="http://schemas.microsoft.com/office/drawing/2014/main" id="{1F9DBDF5-D2AF-F2C2-FA25-5ED60EC9252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5849" name="Rectangle 8">
            <a:extLst>
              <a:ext uri="{FF2B5EF4-FFF2-40B4-BE49-F238E27FC236}">
                <a16:creationId xmlns:a16="http://schemas.microsoft.com/office/drawing/2014/main" id="{927E96ED-99CF-34BB-2AD6-95AE0D78051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5850" name="Rectangle 9">
            <a:extLst>
              <a:ext uri="{FF2B5EF4-FFF2-40B4-BE49-F238E27FC236}">
                <a16:creationId xmlns:a16="http://schemas.microsoft.com/office/drawing/2014/main" id="{48E77DFA-FE52-D174-BF19-1403D6BFF018}"/>
              </a:ext>
            </a:extLst>
          </p:cNvPr>
          <p:cNvSpPr>
            <a:spLocks noChangeArrowheads="1"/>
          </p:cNvSpPr>
          <p:nvPr/>
        </p:nvSpPr>
        <p:spPr bwMode="auto">
          <a:xfrm>
            <a:off x="228600" y="10668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In integer arithmetic, if we divide a by n, we can get q</a:t>
            </a:r>
          </a:p>
          <a:p>
            <a:pPr algn="just"/>
            <a:r>
              <a:rPr lang="en-US" altLang="en-US" sz="2800"/>
              <a:t>And r . The relationship between these four integers can be shown as</a:t>
            </a:r>
          </a:p>
        </p:txBody>
      </p:sp>
      <p:sp>
        <p:nvSpPr>
          <p:cNvPr id="35851" name="Text Box 10">
            <a:extLst>
              <a:ext uri="{FF2B5EF4-FFF2-40B4-BE49-F238E27FC236}">
                <a16:creationId xmlns:a16="http://schemas.microsoft.com/office/drawing/2014/main" id="{B0BCE6F6-DAB5-3521-BC76-2D13733AA8DC}"/>
              </a:ext>
            </a:extLst>
          </p:cNvPr>
          <p:cNvSpPr txBox="1">
            <a:spLocks noChangeArrowheads="1"/>
          </p:cNvSpPr>
          <p:nvPr/>
        </p:nvSpPr>
        <p:spPr bwMode="auto">
          <a:xfrm>
            <a:off x="1143000" y="0"/>
            <a:ext cx="39227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2.1.3  Integer Division</a:t>
            </a:r>
          </a:p>
        </p:txBody>
      </p:sp>
      <p:sp>
        <p:nvSpPr>
          <p:cNvPr id="35852" name="Line 11">
            <a:extLst>
              <a:ext uri="{FF2B5EF4-FFF2-40B4-BE49-F238E27FC236}">
                <a16:creationId xmlns:a16="http://schemas.microsoft.com/office/drawing/2014/main" id="{8F019093-424E-FD3E-5C44-CAD620972ECE}"/>
              </a:ext>
            </a:extLst>
          </p:cNvPr>
          <p:cNvSpPr>
            <a:spLocks noChangeShapeType="1"/>
          </p:cNvSpPr>
          <p:nvPr/>
        </p:nvSpPr>
        <p:spPr bwMode="auto">
          <a:xfrm>
            <a:off x="457200" y="3200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3" name="Line 12">
            <a:extLst>
              <a:ext uri="{FF2B5EF4-FFF2-40B4-BE49-F238E27FC236}">
                <a16:creationId xmlns:a16="http://schemas.microsoft.com/office/drawing/2014/main" id="{98EE4AE5-1A39-9D04-A9A6-94079ED626BA}"/>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4" name="Rectangle 13">
            <a:extLst>
              <a:ext uri="{FF2B5EF4-FFF2-40B4-BE49-F238E27FC236}">
                <a16:creationId xmlns:a16="http://schemas.microsoft.com/office/drawing/2014/main" id="{6C217CA0-B991-0BCB-C12A-37A0B280E33F}"/>
              </a:ext>
            </a:extLst>
          </p:cNvPr>
          <p:cNvSpPr>
            <a:spLocks noChangeArrowheads="1"/>
          </p:cNvSpPr>
          <p:nvPr/>
        </p:nvSpPr>
        <p:spPr bwMode="auto">
          <a:xfrm>
            <a:off x="495300" y="3292475"/>
            <a:ext cx="8077200" cy="57943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a:latin typeface="Arial" panose="020B0604020202020204" pitchFamily="34" charset="0"/>
              </a:rPr>
              <a:t>a</a:t>
            </a:r>
            <a:r>
              <a:rPr lang="en-US" altLang="en-US" sz="3200" i="0">
                <a:latin typeface="Arial" panose="020B0604020202020204" pitchFamily="34" charset="0"/>
              </a:rPr>
              <a:t> = </a:t>
            </a:r>
            <a:r>
              <a:rPr lang="en-US" altLang="en-US" sz="3200">
                <a:latin typeface="Arial" panose="020B0604020202020204" pitchFamily="34" charset="0"/>
              </a:rPr>
              <a:t>q</a:t>
            </a:r>
            <a:r>
              <a:rPr lang="en-US" altLang="en-US" sz="3200" i="0">
                <a:latin typeface="Arial" panose="020B0604020202020204" pitchFamily="34" charset="0"/>
              </a:rPr>
              <a:t> × </a:t>
            </a:r>
            <a:r>
              <a:rPr lang="en-US" altLang="en-US" sz="3200">
                <a:latin typeface="Arial" panose="020B0604020202020204" pitchFamily="34" charset="0"/>
              </a:rPr>
              <a:t>n</a:t>
            </a:r>
            <a:r>
              <a:rPr lang="en-US" altLang="en-US" sz="3200" i="0">
                <a:latin typeface="Arial" panose="020B0604020202020204" pitchFamily="34" charset="0"/>
              </a:rPr>
              <a:t> + </a:t>
            </a:r>
            <a:r>
              <a:rPr lang="en-US" altLang="en-US" sz="3200">
                <a:latin typeface="Arial" panose="020B0604020202020204" pitchFamily="34" charset="0"/>
              </a:rPr>
              <a:t>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1">
            <a:extLst>
              <a:ext uri="{FF2B5EF4-FFF2-40B4-BE49-F238E27FC236}">
                <a16:creationId xmlns:a16="http://schemas.microsoft.com/office/drawing/2014/main" id="{B148C871-0612-4D61-4744-3EB5DA8B8A3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F1C6FE9E-FA4C-4607-9E76-72121904BA55}" type="slidenum">
              <a:rPr lang="en-US" altLang="en-US" i="0">
                <a:latin typeface="Arial" panose="020B0604020202020204" pitchFamily="34" charset="0"/>
              </a:rPr>
              <a:pPr/>
              <a:t>9</a:t>
            </a:fld>
            <a:endParaRPr lang="en-US" altLang="en-US" i="0">
              <a:latin typeface="Arial" panose="020B0604020202020204" pitchFamily="34" charset="0"/>
            </a:endParaRPr>
          </a:p>
        </p:txBody>
      </p:sp>
      <p:sp>
        <p:nvSpPr>
          <p:cNvPr id="37891" name="Rectangle 2">
            <a:extLst>
              <a:ext uri="{FF2B5EF4-FFF2-40B4-BE49-F238E27FC236}">
                <a16:creationId xmlns:a16="http://schemas.microsoft.com/office/drawing/2014/main" id="{C9501C3C-4789-AA8D-7A9B-03E4E482F7B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7892" name="Rectangle 3">
            <a:extLst>
              <a:ext uri="{FF2B5EF4-FFF2-40B4-BE49-F238E27FC236}">
                <a16:creationId xmlns:a16="http://schemas.microsoft.com/office/drawing/2014/main" id="{4BE80478-96F0-82ED-FBEE-241EDED5B8B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7893" name="Rectangle 4">
            <a:extLst>
              <a:ext uri="{FF2B5EF4-FFF2-40B4-BE49-F238E27FC236}">
                <a16:creationId xmlns:a16="http://schemas.microsoft.com/office/drawing/2014/main" id="{58D9DE02-DA74-DE86-1A56-2115A4ED969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7894" name="Rectangle 5">
            <a:extLst>
              <a:ext uri="{FF2B5EF4-FFF2-40B4-BE49-F238E27FC236}">
                <a16:creationId xmlns:a16="http://schemas.microsoft.com/office/drawing/2014/main" id="{B239C057-9116-A900-B120-8DF02CC1E0C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7895" name="Rectangle 6">
            <a:extLst>
              <a:ext uri="{FF2B5EF4-FFF2-40B4-BE49-F238E27FC236}">
                <a16:creationId xmlns:a16="http://schemas.microsoft.com/office/drawing/2014/main" id="{C44AD87D-7366-72C1-7BEA-E1BEEBFD3AB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7896" name="Rectangle 7">
            <a:extLst>
              <a:ext uri="{FF2B5EF4-FFF2-40B4-BE49-F238E27FC236}">
                <a16:creationId xmlns:a16="http://schemas.microsoft.com/office/drawing/2014/main" id="{0E800423-CB52-7702-7A0E-D56A6EBE1B3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7897" name="Rectangle 8">
            <a:extLst>
              <a:ext uri="{FF2B5EF4-FFF2-40B4-BE49-F238E27FC236}">
                <a16:creationId xmlns:a16="http://schemas.microsoft.com/office/drawing/2014/main" id="{E9EF68C1-0108-106D-60A4-8280AA969DC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7898" name="Rectangle 9">
            <a:extLst>
              <a:ext uri="{FF2B5EF4-FFF2-40B4-BE49-F238E27FC236}">
                <a16:creationId xmlns:a16="http://schemas.microsoft.com/office/drawing/2014/main" id="{FB3593B4-ECCC-0202-0E72-D68FEA74EDE6}"/>
              </a:ext>
            </a:extLst>
          </p:cNvPr>
          <p:cNvSpPr>
            <a:spLocks noChangeArrowheads="1"/>
          </p:cNvSpPr>
          <p:nvPr/>
        </p:nvSpPr>
        <p:spPr bwMode="auto">
          <a:xfrm>
            <a:off x="228600" y="1065213"/>
            <a:ext cx="8686800" cy="8223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400"/>
              <a:t>Assume that a = 255 and n = 11. We can find q = 23 and R = 2 using the division algorithm.</a:t>
            </a:r>
          </a:p>
        </p:txBody>
      </p:sp>
      <p:sp>
        <p:nvSpPr>
          <p:cNvPr id="37899" name="Text Box 10">
            <a:extLst>
              <a:ext uri="{FF2B5EF4-FFF2-40B4-BE49-F238E27FC236}">
                <a16:creationId xmlns:a16="http://schemas.microsoft.com/office/drawing/2014/main" id="{11D7115B-DFC5-13E1-BB9C-03D4055D2B7D}"/>
              </a:ext>
            </a:extLst>
          </p:cNvPr>
          <p:cNvSpPr txBox="1">
            <a:spLocks noChangeArrowheads="1"/>
          </p:cNvSpPr>
          <p:nvPr/>
        </p:nvSpPr>
        <p:spPr bwMode="auto">
          <a:xfrm>
            <a:off x="1143000" y="74613"/>
            <a:ext cx="29606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2.1.3  Continued</a:t>
            </a:r>
          </a:p>
        </p:txBody>
      </p:sp>
      <p:pic>
        <p:nvPicPr>
          <p:cNvPr id="37900" name="Picture 11">
            <a:extLst>
              <a:ext uri="{FF2B5EF4-FFF2-40B4-BE49-F238E27FC236}">
                <a16:creationId xmlns:a16="http://schemas.microsoft.com/office/drawing/2014/main" id="{86CCB14F-F726-9781-BB33-B9171D3032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3079750"/>
            <a:ext cx="507365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901" name="Text Box 12">
            <a:extLst>
              <a:ext uri="{FF2B5EF4-FFF2-40B4-BE49-F238E27FC236}">
                <a16:creationId xmlns:a16="http://schemas.microsoft.com/office/drawing/2014/main" id="{3A1B3DF3-A1A9-4A92-B251-ACEFC25839AE}"/>
              </a:ext>
            </a:extLst>
          </p:cNvPr>
          <p:cNvSpPr txBox="1">
            <a:spLocks noChangeArrowheads="1"/>
          </p:cNvSpPr>
          <p:nvPr/>
        </p:nvSpPr>
        <p:spPr bwMode="auto">
          <a:xfrm>
            <a:off x="1143000" y="2209800"/>
            <a:ext cx="7158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2.3  </a:t>
            </a:r>
            <a:r>
              <a:rPr lang="en-US" altLang="en-US" sz="2000"/>
              <a:t>Example 2.2, finding the quotient and the remainder</a:t>
            </a:r>
          </a:p>
        </p:txBody>
      </p:sp>
      <p:sp>
        <p:nvSpPr>
          <p:cNvPr id="37902" name="Text Box 13">
            <a:extLst>
              <a:ext uri="{FF2B5EF4-FFF2-40B4-BE49-F238E27FC236}">
                <a16:creationId xmlns:a16="http://schemas.microsoft.com/office/drawing/2014/main" id="{5CAE96AD-8A48-35B1-71B7-B3F02B3770D2}"/>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a:t>
            </a:r>
            <a:endParaRPr lang="en-US" altLang="en-US" sz="200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1">
            <a:extLst>
              <a:ext uri="{FF2B5EF4-FFF2-40B4-BE49-F238E27FC236}">
                <a16:creationId xmlns:a16="http://schemas.microsoft.com/office/drawing/2014/main" id="{2EA165C4-2E3E-232B-6D18-BA70FDC8EC1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486190AA-9555-43DF-AD72-E0A67FDB7D9C}" type="slidenum">
              <a:rPr lang="en-US" altLang="en-US" i="0">
                <a:latin typeface="Arial" panose="020B0604020202020204" pitchFamily="34" charset="0"/>
              </a:rPr>
              <a:pPr/>
              <a:t>10</a:t>
            </a:fld>
            <a:endParaRPr lang="en-US" altLang="en-US" i="0">
              <a:latin typeface="Arial" panose="020B0604020202020204" pitchFamily="34" charset="0"/>
            </a:endParaRPr>
          </a:p>
        </p:txBody>
      </p:sp>
      <p:sp>
        <p:nvSpPr>
          <p:cNvPr id="39939" name="Rectangle 2">
            <a:extLst>
              <a:ext uri="{FF2B5EF4-FFF2-40B4-BE49-F238E27FC236}">
                <a16:creationId xmlns:a16="http://schemas.microsoft.com/office/drawing/2014/main" id="{8D10B2B5-4745-0931-2686-A37E96E04B0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9940" name="Rectangle 3">
            <a:extLst>
              <a:ext uri="{FF2B5EF4-FFF2-40B4-BE49-F238E27FC236}">
                <a16:creationId xmlns:a16="http://schemas.microsoft.com/office/drawing/2014/main" id="{77F2F428-1365-4C9B-AC69-65245DD4394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9941" name="Rectangle 4">
            <a:extLst>
              <a:ext uri="{FF2B5EF4-FFF2-40B4-BE49-F238E27FC236}">
                <a16:creationId xmlns:a16="http://schemas.microsoft.com/office/drawing/2014/main" id="{2C38A3B0-E3CA-895F-6084-C72F1DAA0DD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9942" name="Rectangle 5">
            <a:extLst>
              <a:ext uri="{FF2B5EF4-FFF2-40B4-BE49-F238E27FC236}">
                <a16:creationId xmlns:a16="http://schemas.microsoft.com/office/drawing/2014/main" id="{A00D8E8A-E5CA-731E-12A5-F1C2D52433E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9943" name="Rectangle 6">
            <a:extLst>
              <a:ext uri="{FF2B5EF4-FFF2-40B4-BE49-F238E27FC236}">
                <a16:creationId xmlns:a16="http://schemas.microsoft.com/office/drawing/2014/main" id="{4FFA1AEB-ED76-D4D7-C5FF-1BB602EDADA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9944" name="Rectangle 7">
            <a:extLst>
              <a:ext uri="{FF2B5EF4-FFF2-40B4-BE49-F238E27FC236}">
                <a16:creationId xmlns:a16="http://schemas.microsoft.com/office/drawing/2014/main" id="{A04D91AC-024F-3C0E-DA8C-72442B3E699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9945" name="Rectangle 8">
            <a:extLst>
              <a:ext uri="{FF2B5EF4-FFF2-40B4-BE49-F238E27FC236}">
                <a16:creationId xmlns:a16="http://schemas.microsoft.com/office/drawing/2014/main" id="{F124B998-CC46-8923-8AE0-29E3FF9E88F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39946" name="Text Box 10">
            <a:extLst>
              <a:ext uri="{FF2B5EF4-FFF2-40B4-BE49-F238E27FC236}">
                <a16:creationId xmlns:a16="http://schemas.microsoft.com/office/drawing/2014/main" id="{C9ACD033-5F9C-ABD5-F054-47E0AF8D8B50}"/>
              </a:ext>
            </a:extLst>
          </p:cNvPr>
          <p:cNvSpPr txBox="1">
            <a:spLocks noChangeArrowheads="1"/>
          </p:cNvSpPr>
          <p:nvPr/>
        </p:nvSpPr>
        <p:spPr bwMode="auto">
          <a:xfrm>
            <a:off x="1143000" y="74613"/>
            <a:ext cx="29606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2.1.3  Continued</a:t>
            </a:r>
          </a:p>
        </p:txBody>
      </p:sp>
      <p:sp>
        <p:nvSpPr>
          <p:cNvPr id="39947" name="Text Box 12">
            <a:extLst>
              <a:ext uri="{FF2B5EF4-FFF2-40B4-BE49-F238E27FC236}">
                <a16:creationId xmlns:a16="http://schemas.microsoft.com/office/drawing/2014/main" id="{D1EE6D9D-92E3-6498-3D91-8515E9325491}"/>
              </a:ext>
            </a:extLst>
          </p:cNvPr>
          <p:cNvSpPr txBox="1">
            <a:spLocks noChangeArrowheads="1"/>
          </p:cNvSpPr>
          <p:nvPr/>
        </p:nvSpPr>
        <p:spPr bwMode="auto">
          <a:xfrm>
            <a:off x="1143000" y="609600"/>
            <a:ext cx="4494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2.4 </a:t>
            </a:r>
            <a:r>
              <a:rPr lang="en-US" altLang="en-US"/>
              <a:t>Division algorithm for integers</a:t>
            </a:r>
          </a:p>
        </p:txBody>
      </p:sp>
      <p:pic>
        <p:nvPicPr>
          <p:cNvPr id="39948" name="Picture 13">
            <a:extLst>
              <a:ext uri="{FF2B5EF4-FFF2-40B4-BE49-F238E27FC236}">
                <a16:creationId xmlns:a16="http://schemas.microsoft.com/office/drawing/2014/main" id="{A6A1E1D3-15EF-0968-2C85-44B162BFD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9700" y="2362200"/>
            <a:ext cx="6362700" cy="317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1">
            <a:extLst>
              <a:ext uri="{FF2B5EF4-FFF2-40B4-BE49-F238E27FC236}">
                <a16:creationId xmlns:a16="http://schemas.microsoft.com/office/drawing/2014/main" id="{7FF03742-1CF1-5B62-C6E4-3D776909965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EA8B01D0-2A2C-4902-9255-5F30DF4C9C45}" type="slidenum">
              <a:rPr lang="en-US" altLang="en-US" i="0">
                <a:latin typeface="Arial" panose="020B0604020202020204" pitchFamily="34" charset="0"/>
              </a:rPr>
              <a:pPr/>
              <a:t>11</a:t>
            </a:fld>
            <a:endParaRPr lang="en-US" altLang="en-US" i="0">
              <a:latin typeface="Arial" panose="020B0604020202020204" pitchFamily="34" charset="0"/>
            </a:endParaRPr>
          </a:p>
        </p:txBody>
      </p:sp>
      <p:sp>
        <p:nvSpPr>
          <p:cNvPr id="41987" name="Text Box 2">
            <a:extLst>
              <a:ext uri="{FF2B5EF4-FFF2-40B4-BE49-F238E27FC236}">
                <a16:creationId xmlns:a16="http://schemas.microsoft.com/office/drawing/2014/main" id="{22F57B98-4988-7D28-EF05-C5C1BD6EED81}"/>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2.3</a:t>
            </a:r>
            <a:endParaRPr lang="en-US" altLang="en-US" sz="2000">
              <a:solidFill>
                <a:schemeClr val="bg1"/>
              </a:solidFill>
            </a:endParaRPr>
          </a:p>
        </p:txBody>
      </p:sp>
      <p:sp>
        <p:nvSpPr>
          <p:cNvPr id="41988" name="Rectangle 3">
            <a:extLst>
              <a:ext uri="{FF2B5EF4-FFF2-40B4-BE49-F238E27FC236}">
                <a16:creationId xmlns:a16="http://schemas.microsoft.com/office/drawing/2014/main" id="{8EF97E0D-9CD6-2A0D-5DFC-2C478A93ACE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1989" name="Rectangle 4">
            <a:extLst>
              <a:ext uri="{FF2B5EF4-FFF2-40B4-BE49-F238E27FC236}">
                <a16:creationId xmlns:a16="http://schemas.microsoft.com/office/drawing/2014/main" id="{0764298A-EB65-26C4-C2FD-EFD82E7CD6C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1990" name="Rectangle 5">
            <a:extLst>
              <a:ext uri="{FF2B5EF4-FFF2-40B4-BE49-F238E27FC236}">
                <a16:creationId xmlns:a16="http://schemas.microsoft.com/office/drawing/2014/main" id="{A9722737-8840-F0AD-CED3-42CF471CA56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1991" name="Rectangle 6">
            <a:extLst>
              <a:ext uri="{FF2B5EF4-FFF2-40B4-BE49-F238E27FC236}">
                <a16:creationId xmlns:a16="http://schemas.microsoft.com/office/drawing/2014/main" id="{9168AAC0-4FAA-A965-8740-E1410978E36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1992" name="Rectangle 7">
            <a:extLst>
              <a:ext uri="{FF2B5EF4-FFF2-40B4-BE49-F238E27FC236}">
                <a16:creationId xmlns:a16="http://schemas.microsoft.com/office/drawing/2014/main" id="{6AC8154F-E686-F66A-4652-AA4CB9D57B2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1993" name="Rectangle 8">
            <a:extLst>
              <a:ext uri="{FF2B5EF4-FFF2-40B4-BE49-F238E27FC236}">
                <a16:creationId xmlns:a16="http://schemas.microsoft.com/office/drawing/2014/main" id="{B010F6E1-AF14-F954-0B10-A2F5CB41D7E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1994" name="Rectangle 9">
            <a:extLst>
              <a:ext uri="{FF2B5EF4-FFF2-40B4-BE49-F238E27FC236}">
                <a16:creationId xmlns:a16="http://schemas.microsoft.com/office/drawing/2014/main" id="{A3A48AD5-5762-6058-0D42-C553D5696FB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1995" name="Text Box 10">
            <a:extLst>
              <a:ext uri="{FF2B5EF4-FFF2-40B4-BE49-F238E27FC236}">
                <a16:creationId xmlns:a16="http://schemas.microsoft.com/office/drawing/2014/main" id="{0FCC6C92-3449-57BE-AADA-932861EA28D1}"/>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2.1.3   Continued</a:t>
            </a:r>
          </a:p>
        </p:txBody>
      </p:sp>
      <p:sp>
        <p:nvSpPr>
          <p:cNvPr id="868363" name="Rectangle 11">
            <a:extLst>
              <a:ext uri="{FF2B5EF4-FFF2-40B4-BE49-F238E27FC236}">
                <a16:creationId xmlns:a16="http://schemas.microsoft.com/office/drawing/2014/main" id="{743913CD-4675-0652-021D-3D23F3A83E70}"/>
              </a:ext>
            </a:extLst>
          </p:cNvPr>
          <p:cNvSpPr>
            <a:spLocks noChangeArrowheads="1"/>
          </p:cNvSpPr>
          <p:nvPr/>
        </p:nvSpPr>
        <p:spPr bwMode="auto">
          <a:xfrm>
            <a:off x="152400" y="1489075"/>
            <a:ext cx="8229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dirty="0">
                <a:effectLst>
                  <a:outerShdw blurRad="38100" dist="38100" dir="2700000" algn="tl">
                    <a:srgbClr val="C0C0C0"/>
                  </a:outerShdw>
                </a:effectLst>
              </a:rPr>
              <a:t>When we use a computer or a calculator, </a:t>
            </a:r>
            <a:r>
              <a:rPr lang="en-US" altLang="en-US" sz="2400" dirty="0">
                <a:effectLst>
                  <a:outerShdw blurRad="38100" dist="38100" dir="2700000" algn="tl">
                    <a:srgbClr val="C0C0C0"/>
                  </a:outerShdw>
                </a:effectLst>
              </a:rPr>
              <a:t>r</a:t>
            </a:r>
            <a:r>
              <a:rPr lang="en-US" altLang="en-US" sz="2400" i="0" dirty="0">
                <a:effectLst>
                  <a:outerShdw blurRad="38100" dist="38100" dir="2700000" algn="tl">
                    <a:srgbClr val="C0C0C0"/>
                  </a:outerShdw>
                </a:effectLst>
              </a:rPr>
              <a:t> and </a:t>
            </a:r>
            <a:r>
              <a:rPr lang="en-US" altLang="en-US" sz="2400" dirty="0">
                <a:effectLst>
                  <a:outerShdw blurRad="38100" dist="38100" dir="2700000" algn="tl">
                    <a:srgbClr val="C0C0C0"/>
                  </a:outerShdw>
                </a:effectLst>
              </a:rPr>
              <a:t>q</a:t>
            </a:r>
            <a:r>
              <a:rPr lang="en-US" altLang="en-US" sz="2400" i="0" dirty="0">
                <a:effectLst>
                  <a:outerShdw blurRad="38100" dist="38100" dir="2700000" algn="tl">
                    <a:srgbClr val="C0C0C0"/>
                  </a:outerShdw>
                </a:effectLst>
              </a:rPr>
              <a:t> are negative when </a:t>
            </a:r>
            <a:r>
              <a:rPr lang="en-US" altLang="en-US" sz="2400" dirty="0">
                <a:effectLst>
                  <a:outerShdw blurRad="38100" dist="38100" dir="2700000" algn="tl">
                    <a:srgbClr val="C0C0C0"/>
                  </a:outerShdw>
                </a:effectLst>
              </a:rPr>
              <a:t>a</a:t>
            </a:r>
            <a:r>
              <a:rPr lang="en-US" altLang="en-US" sz="2400" i="0" dirty="0">
                <a:effectLst>
                  <a:outerShdw blurRad="38100" dist="38100" dir="2700000" algn="tl">
                    <a:srgbClr val="C0C0C0"/>
                  </a:outerShdw>
                </a:effectLst>
              </a:rPr>
              <a:t> is negative. How can we apply the restriction that </a:t>
            </a:r>
            <a:r>
              <a:rPr lang="en-US" altLang="en-US" sz="2400" dirty="0">
                <a:effectLst>
                  <a:outerShdw blurRad="38100" dist="38100" dir="2700000" algn="tl">
                    <a:srgbClr val="C0C0C0"/>
                  </a:outerShdw>
                </a:effectLst>
              </a:rPr>
              <a:t>r </a:t>
            </a:r>
            <a:r>
              <a:rPr lang="en-US" altLang="en-US" sz="2400" i="0" dirty="0">
                <a:effectLst>
                  <a:outerShdw blurRad="38100" dist="38100" dir="2700000" algn="tl">
                    <a:srgbClr val="C0C0C0"/>
                  </a:outerShdw>
                </a:effectLst>
              </a:rPr>
              <a:t>needs to be positive? </a:t>
            </a:r>
          </a:p>
        </p:txBody>
      </p:sp>
      <p:pic>
        <p:nvPicPr>
          <p:cNvPr id="868367" name="Picture 15">
            <a:extLst>
              <a:ext uri="{FF2B5EF4-FFF2-40B4-BE49-F238E27FC236}">
                <a16:creationId xmlns:a16="http://schemas.microsoft.com/office/drawing/2014/main" id="{B305FAA2-CE90-51B5-FE05-7F17D6CD60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3" y="3986213"/>
            <a:ext cx="8675687"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E7D19599-8F2F-0F05-83E1-945AAFDB937B}"/>
              </a:ext>
            </a:extLst>
          </p:cNvPr>
          <p:cNvSpPr/>
          <p:nvPr/>
        </p:nvSpPr>
        <p:spPr>
          <a:xfrm>
            <a:off x="152400" y="2971800"/>
            <a:ext cx="8382000" cy="646113"/>
          </a:xfrm>
          <a:prstGeom prst="rect">
            <a:avLst/>
          </a:prstGeom>
        </p:spPr>
        <p:txBody>
          <a:bodyPr>
            <a:spAutoFit/>
          </a:bodyPr>
          <a:lstStyle/>
          <a:p>
            <a:pPr algn="just" eaLnBrk="1" hangingPunct="1">
              <a:defRPr/>
            </a:pPr>
            <a:r>
              <a:rPr lang="en-US" altLang="en-US" i="0" dirty="0">
                <a:effectLst>
                  <a:outerShdw blurRad="38100" dist="38100" dir="2700000" algn="tl">
                    <a:srgbClr val="C0C0C0"/>
                  </a:outerShdw>
                </a:effectLst>
              </a:rPr>
              <a:t>The solution is simple, we decrement the value of </a:t>
            </a:r>
            <a:r>
              <a:rPr lang="en-US" altLang="en-US" dirty="0">
                <a:effectLst>
                  <a:outerShdw blurRad="38100" dist="38100" dir="2700000" algn="tl">
                    <a:srgbClr val="C0C0C0"/>
                  </a:outerShdw>
                </a:effectLst>
              </a:rPr>
              <a:t>q</a:t>
            </a:r>
            <a:r>
              <a:rPr lang="en-US" altLang="en-US" i="0" dirty="0">
                <a:effectLst>
                  <a:outerShdw blurRad="38100" dist="38100" dir="2700000" algn="tl">
                    <a:srgbClr val="C0C0C0"/>
                  </a:outerShdw>
                </a:effectLst>
              </a:rPr>
              <a:t> by 1 and </a:t>
            </a:r>
          </a:p>
          <a:p>
            <a:pPr algn="just" eaLnBrk="1" hangingPunct="1">
              <a:defRPr/>
            </a:pPr>
            <a:r>
              <a:rPr lang="en-US" altLang="en-US" i="0" dirty="0">
                <a:effectLst>
                  <a:outerShdw blurRad="38100" dist="38100" dir="2700000" algn="tl">
                    <a:srgbClr val="C0C0C0"/>
                  </a:outerShdw>
                </a:effectLst>
              </a:rPr>
              <a:t>we add the value of </a:t>
            </a:r>
            <a:r>
              <a:rPr lang="en-US" altLang="en-US" dirty="0">
                <a:effectLst>
                  <a:outerShdw blurRad="38100" dist="38100" dir="2700000" algn="tl">
                    <a:srgbClr val="C0C0C0"/>
                  </a:outerShdw>
                </a:effectLst>
              </a:rPr>
              <a:t>n</a:t>
            </a:r>
            <a:r>
              <a:rPr lang="en-US" altLang="en-US" i="0" dirty="0">
                <a:effectLst>
                  <a:outerShdw blurRad="38100" dist="38100" dir="2700000" algn="tl">
                    <a:srgbClr val="C0C0C0"/>
                  </a:outerShdw>
                </a:effectLst>
              </a:rPr>
              <a:t> to </a:t>
            </a:r>
            <a:r>
              <a:rPr lang="en-US" altLang="en-US" dirty="0">
                <a:effectLst>
                  <a:outerShdw blurRad="38100" dist="38100" dir="2700000" algn="tl">
                    <a:srgbClr val="C0C0C0"/>
                  </a:outerShdw>
                </a:effectLst>
              </a:rPr>
              <a:t>r</a:t>
            </a:r>
            <a:r>
              <a:rPr lang="en-US" altLang="en-US" i="0" dirty="0">
                <a:effectLst>
                  <a:outerShdw blurRad="38100" dist="38100" dir="2700000" algn="tl">
                    <a:srgbClr val="C0C0C0"/>
                  </a:outerShdw>
                </a:effectLst>
              </a:rPr>
              <a:t> to make it positive.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83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68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8363" grpId="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1">
            <a:extLst>
              <a:ext uri="{FF2B5EF4-FFF2-40B4-BE49-F238E27FC236}">
                <a16:creationId xmlns:a16="http://schemas.microsoft.com/office/drawing/2014/main" id="{2B248E88-7CAD-F0AA-8F3E-CF8A0B06B8B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0CBCA238-AB23-4753-9662-21B911BFEB3F}" type="slidenum">
              <a:rPr lang="en-US" altLang="en-US" i="0">
                <a:latin typeface="Arial" panose="020B0604020202020204" pitchFamily="34" charset="0"/>
              </a:rPr>
              <a:pPr/>
              <a:t>12</a:t>
            </a:fld>
            <a:endParaRPr lang="en-US" altLang="en-US" i="0">
              <a:latin typeface="Arial" panose="020B0604020202020204" pitchFamily="34" charset="0"/>
            </a:endParaRPr>
          </a:p>
        </p:txBody>
      </p:sp>
      <p:sp>
        <p:nvSpPr>
          <p:cNvPr id="44035" name="Rectangle 3">
            <a:extLst>
              <a:ext uri="{FF2B5EF4-FFF2-40B4-BE49-F238E27FC236}">
                <a16:creationId xmlns:a16="http://schemas.microsoft.com/office/drawing/2014/main" id="{882D8540-70F4-5273-1CB2-1E56BC6C044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4036" name="Rectangle 4">
            <a:extLst>
              <a:ext uri="{FF2B5EF4-FFF2-40B4-BE49-F238E27FC236}">
                <a16:creationId xmlns:a16="http://schemas.microsoft.com/office/drawing/2014/main" id="{C72B13D0-7F9A-D1E8-149E-939F278DF1C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4037" name="Rectangle 5">
            <a:extLst>
              <a:ext uri="{FF2B5EF4-FFF2-40B4-BE49-F238E27FC236}">
                <a16:creationId xmlns:a16="http://schemas.microsoft.com/office/drawing/2014/main" id="{EB0766DF-4A7D-38DD-858E-1210E0E90B5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4038" name="Rectangle 6">
            <a:extLst>
              <a:ext uri="{FF2B5EF4-FFF2-40B4-BE49-F238E27FC236}">
                <a16:creationId xmlns:a16="http://schemas.microsoft.com/office/drawing/2014/main" id="{7A091C1A-ADDC-997E-D71E-52622FFE203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4039" name="Rectangle 7">
            <a:extLst>
              <a:ext uri="{FF2B5EF4-FFF2-40B4-BE49-F238E27FC236}">
                <a16:creationId xmlns:a16="http://schemas.microsoft.com/office/drawing/2014/main" id="{6AFF02DB-3107-B4EE-3CFE-C79689C57F0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4040" name="Rectangle 8">
            <a:extLst>
              <a:ext uri="{FF2B5EF4-FFF2-40B4-BE49-F238E27FC236}">
                <a16:creationId xmlns:a16="http://schemas.microsoft.com/office/drawing/2014/main" id="{6F217FF1-81F0-3AA6-1548-3B3AD06F9BE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4041" name="Rectangle 9">
            <a:extLst>
              <a:ext uri="{FF2B5EF4-FFF2-40B4-BE49-F238E27FC236}">
                <a16:creationId xmlns:a16="http://schemas.microsoft.com/office/drawing/2014/main" id="{FE451531-8B42-DD57-B381-2E60688A60D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4042" name="Text Box 10">
            <a:extLst>
              <a:ext uri="{FF2B5EF4-FFF2-40B4-BE49-F238E27FC236}">
                <a16:creationId xmlns:a16="http://schemas.microsoft.com/office/drawing/2014/main" id="{936C38E2-9503-FF69-EA64-F711028E1603}"/>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2.1.3   Continued</a:t>
            </a:r>
          </a:p>
        </p:txBody>
      </p:sp>
      <p:sp>
        <p:nvSpPr>
          <p:cNvPr id="44043" name="Text Box 14">
            <a:extLst>
              <a:ext uri="{FF2B5EF4-FFF2-40B4-BE49-F238E27FC236}">
                <a16:creationId xmlns:a16="http://schemas.microsoft.com/office/drawing/2014/main" id="{CC151E38-E856-0978-7411-EAB597BC3788}"/>
              </a:ext>
            </a:extLst>
          </p:cNvPr>
          <p:cNvSpPr txBox="1">
            <a:spLocks noChangeArrowheads="1"/>
          </p:cNvSpPr>
          <p:nvPr/>
        </p:nvSpPr>
        <p:spPr bwMode="auto">
          <a:xfrm>
            <a:off x="1143000" y="533400"/>
            <a:ext cx="470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2.5  </a:t>
            </a:r>
            <a:r>
              <a:rPr lang="en-US" altLang="en-US" sz="2000"/>
              <a:t>Graph of division alogorithm</a:t>
            </a:r>
          </a:p>
        </p:txBody>
      </p:sp>
      <p:pic>
        <p:nvPicPr>
          <p:cNvPr id="44044" name="Picture 15">
            <a:extLst>
              <a:ext uri="{FF2B5EF4-FFF2-40B4-BE49-F238E27FC236}">
                <a16:creationId xmlns:a16="http://schemas.microsoft.com/office/drawing/2014/main" id="{A8835C1A-8DEA-3C91-2632-2E87EB746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75" y="2268538"/>
            <a:ext cx="6956425" cy="276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a:extLst>
              <a:ext uri="{FF2B5EF4-FFF2-40B4-BE49-F238E27FC236}">
                <a16:creationId xmlns:a16="http://schemas.microsoft.com/office/drawing/2014/main" id="{FA5816CD-4B82-7918-92D9-DAC9BD65351B}"/>
              </a:ext>
            </a:extLst>
          </p:cNvPr>
          <p:cNvSpPr/>
          <p:nvPr/>
        </p:nvSpPr>
        <p:spPr>
          <a:xfrm>
            <a:off x="304800" y="5029200"/>
            <a:ext cx="8382000" cy="923925"/>
          </a:xfrm>
          <a:prstGeom prst="rect">
            <a:avLst/>
          </a:prstGeom>
        </p:spPr>
        <p:txBody>
          <a:bodyPr>
            <a:spAutoFit/>
          </a:bodyPr>
          <a:lstStyle/>
          <a:p>
            <a:pPr algn="just" eaLnBrk="1" hangingPunct="1">
              <a:defRPr/>
            </a:pPr>
            <a:r>
              <a:rPr lang="en-US" altLang="en-US" i="0" dirty="0">
                <a:effectLst>
                  <a:outerShdw blurRad="38100" dist="38100" dir="2700000" algn="tl">
                    <a:srgbClr val="C0C0C0"/>
                  </a:outerShdw>
                </a:effectLst>
              </a:rPr>
              <a:t>Starting from zero, the graph shows how we can reach the point representing the integer a on the line, In case of positive a, we move  q*n units to the right and then move extra r units in the same direction. </a:t>
            </a:r>
          </a:p>
        </p:txBody>
      </p:sp>
      <p:sp>
        <p:nvSpPr>
          <p:cNvPr id="14" name="Rectangle 13">
            <a:extLst>
              <a:ext uri="{FF2B5EF4-FFF2-40B4-BE49-F238E27FC236}">
                <a16:creationId xmlns:a16="http://schemas.microsoft.com/office/drawing/2014/main" id="{0BAA8B22-F02A-FFA1-9A9F-228E1A8253AA}"/>
              </a:ext>
            </a:extLst>
          </p:cNvPr>
          <p:cNvSpPr/>
          <p:nvPr/>
        </p:nvSpPr>
        <p:spPr>
          <a:xfrm>
            <a:off x="304800" y="5954713"/>
            <a:ext cx="8382000" cy="646112"/>
          </a:xfrm>
          <a:prstGeom prst="rect">
            <a:avLst/>
          </a:prstGeom>
        </p:spPr>
        <p:txBody>
          <a:bodyPr>
            <a:spAutoFit/>
          </a:bodyPr>
          <a:lstStyle/>
          <a:p>
            <a:pPr algn="just" eaLnBrk="1" hangingPunct="1">
              <a:defRPr/>
            </a:pPr>
            <a:r>
              <a:rPr lang="en-US" altLang="en-US" i="0" dirty="0">
                <a:effectLst>
                  <a:outerShdw blurRad="38100" dist="38100" dir="2700000" algn="tl">
                    <a:srgbClr val="C0C0C0"/>
                  </a:outerShdw>
                </a:effectLst>
              </a:rPr>
              <a:t>, In case of negative a, we need to move  (q-1)*n units to the left (q is negative) and then move r units in the opposite direction. Both cases r is positive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7">
            <a:extLst>
              <a:ext uri="{FF2B5EF4-FFF2-40B4-BE49-F238E27FC236}">
                <a16:creationId xmlns:a16="http://schemas.microsoft.com/office/drawing/2014/main" id="{5E5176B8-3966-144E-064C-3AD32648664B}"/>
              </a:ext>
            </a:extLst>
          </p:cNvPr>
          <p:cNvSpPr>
            <a:spLocks noGrp="1"/>
          </p:cNvSpPr>
          <p:nvPr>
            <p:ph type="sldNum" sz="quarter" idx="12"/>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fld id="{CD365162-36A0-4927-BBDA-C556BB17A505}" type="slidenum">
              <a:rPr lang="en-US" altLang="en-US" b="0" i="0">
                <a:solidFill>
                  <a:srgbClr val="000000"/>
                </a:solidFill>
              </a:rPr>
              <a:pPr/>
              <a:t>13</a:t>
            </a:fld>
            <a:endParaRPr lang="en-US" altLang="en-US" b="0" i="0">
              <a:solidFill>
                <a:srgbClr val="000000"/>
              </a:solidFill>
            </a:endParaRPr>
          </a:p>
        </p:txBody>
      </p:sp>
      <p:sp>
        <p:nvSpPr>
          <p:cNvPr id="46083" name="Rectangle 2">
            <a:extLst>
              <a:ext uri="{FF2B5EF4-FFF2-40B4-BE49-F238E27FC236}">
                <a16:creationId xmlns:a16="http://schemas.microsoft.com/office/drawing/2014/main" id="{6ED51AB9-223F-2A70-1B0A-32801E96144B}"/>
              </a:ext>
            </a:extLst>
          </p:cNvPr>
          <p:cNvSpPr>
            <a:spLocks noGrp="1" noChangeArrowheads="1"/>
          </p:cNvSpPr>
          <p:nvPr>
            <p:ph type="title"/>
          </p:nvPr>
        </p:nvSpPr>
        <p:spPr/>
        <p:txBody>
          <a:bodyPr/>
          <a:lstStyle/>
          <a:p>
            <a:r>
              <a:rPr lang="en-US" altLang="en-US"/>
              <a:t>Divisibility and Divisors</a:t>
            </a:r>
          </a:p>
        </p:txBody>
      </p:sp>
      <p:sp>
        <p:nvSpPr>
          <p:cNvPr id="46084" name="Rectangle 3">
            <a:extLst>
              <a:ext uri="{FF2B5EF4-FFF2-40B4-BE49-F238E27FC236}">
                <a16:creationId xmlns:a16="http://schemas.microsoft.com/office/drawing/2014/main" id="{F67204B8-490F-C315-58A9-0FCADC3CC3E9}"/>
              </a:ext>
            </a:extLst>
          </p:cNvPr>
          <p:cNvSpPr>
            <a:spLocks noGrp="1" noChangeArrowheads="1"/>
          </p:cNvSpPr>
          <p:nvPr>
            <p:ph type="body" sz="half" idx="1"/>
          </p:nvPr>
        </p:nvSpPr>
        <p:spPr>
          <a:xfrm>
            <a:off x="685800" y="1676400"/>
            <a:ext cx="7772400" cy="4419600"/>
          </a:xfrm>
        </p:spPr>
        <p:txBody>
          <a:bodyPr/>
          <a:lstStyle/>
          <a:p>
            <a:r>
              <a:rPr lang="en-US" altLang="en-US" sz="2400"/>
              <a:t>We say that </a:t>
            </a:r>
            <a:r>
              <a:rPr lang="en-US" altLang="en-US" sz="2400" b="1" i="1"/>
              <a:t>m</a:t>
            </a:r>
            <a:r>
              <a:rPr lang="en-US" altLang="en-US" sz="2400" b="1"/>
              <a:t> divides </a:t>
            </a:r>
            <a:r>
              <a:rPr lang="en-US" altLang="en-US" sz="2400" b="1" i="1"/>
              <a:t>n</a:t>
            </a:r>
            <a:r>
              <a:rPr lang="en-US" altLang="en-US" sz="2400"/>
              <a:t> (or </a:t>
            </a:r>
            <a:r>
              <a:rPr lang="en-US" altLang="en-US" sz="2400" b="1" i="1"/>
              <a:t>n</a:t>
            </a:r>
            <a:r>
              <a:rPr lang="en-US" altLang="en-US" sz="2400" b="1"/>
              <a:t> is divisible by </a:t>
            </a:r>
            <a:r>
              <a:rPr lang="en-US" altLang="en-US" sz="2400" b="1" i="1"/>
              <a:t>m</a:t>
            </a:r>
            <a:r>
              <a:rPr lang="en-US" altLang="en-US" sz="2400" i="1"/>
              <a:t>)</a:t>
            </a:r>
            <a:r>
              <a:rPr lang="en-US" altLang="en-US" sz="2400"/>
              <a:t> if:</a:t>
            </a:r>
          </a:p>
          <a:p>
            <a:pPr lvl="1"/>
            <a:r>
              <a:rPr lang="en-US" altLang="en-US" i="1"/>
              <a:t>m</a:t>
            </a:r>
            <a:r>
              <a:rPr lang="en-US" altLang="en-US"/>
              <a:t> &gt; 0</a:t>
            </a:r>
          </a:p>
          <a:p>
            <a:pPr lvl="1">
              <a:buFontTx/>
              <a:buNone/>
            </a:pPr>
            <a:r>
              <a:rPr lang="en-US" altLang="en-US"/>
              <a:t>and:</a:t>
            </a:r>
          </a:p>
          <a:p>
            <a:pPr lvl="1"/>
            <a:r>
              <a:rPr lang="en-US" altLang="en-US"/>
              <a:t> the ratio        is an integer.</a:t>
            </a:r>
          </a:p>
          <a:p>
            <a:endParaRPr lang="en-US" altLang="en-US" sz="2400"/>
          </a:p>
          <a:p>
            <a:r>
              <a:rPr lang="en-US" altLang="en-US" sz="2400"/>
              <a:t>This property underlies all number theory, so we have a notation for it:</a:t>
            </a:r>
          </a:p>
          <a:p>
            <a:endParaRPr lang="en-US" altLang="en-US" sz="2400"/>
          </a:p>
          <a:p>
            <a:pPr>
              <a:buFontTx/>
              <a:buNone/>
            </a:pPr>
            <a:r>
              <a:rPr lang="en-US" altLang="en-US" sz="4000" i="1"/>
              <a:t>	</a:t>
            </a:r>
            <a:r>
              <a:rPr lang="en-US" altLang="en-US" sz="2400"/>
              <a:t>and we say that </a:t>
            </a:r>
            <a:r>
              <a:rPr lang="en-US" altLang="en-US" sz="2400" i="1"/>
              <a:t>m</a:t>
            </a:r>
            <a:r>
              <a:rPr lang="en-US" altLang="en-US" sz="2400"/>
              <a:t> is a </a:t>
            </a:r>
            <a:r>
              <a:rPr lang="en-US" altLang="en-US" sz="2400" b="1" i="1"/>
              <a:t>divisor</a:t>
            </a:r>
            <a:r>
              <a:rPr lang="en-US" altLang="en-US" sz="2400"/>
              <a:t> of </a:t>
            </a:r>
            <a:r>
              <a:rPr lang="en-US" altLang="en-US" sz="2400" i="1"/>
              <a:t>n</a:t>
            </a:r>
          </a:p>
        </p:txBody>
      </p:sp>
      <p:graphicFrame>
        <p:nvGraphicFramePr>
          <p:cNvPr id="46085" name="Object 4">
            <a:extLst>
              <a:ext uri="{FF2B5EF4-FFF2-40B4-BE49-F238E27FC236}">
                <a16:creationId xmlns:a16="http://schemas.microsoft.com/office/drawing/2014/main" id="{FF9D6700-D18B-222C-0D7D-AECE6343A9D0}"/>
              </a:ext>
            </a:extLst>
          </p:cNvPr>
          <p:cNvGraphicFramePr>
            <a:graphicFrameLocks noGrp="1" noChangeAspect="1"/>
          </p:cNvGraphicFramePr>
          <p:nvPr>
            <p:ph sz="quarter" idx="2"/>
          </p:nvPr>
        </p:nvGraphicFramePr>
        <p:xfrm>
          <a:off x="2532063" y="2774950"/>
          <a:ext cx="425450" cy="882650"/>
        </p:xfrm>
        <a:graphic>
          <a:graphicData uri="http://schemas.openxmlformats.org/presentationml/2006/ole">
            <mc:AlternateContent xmlns:mc="http://schemas.openxmlformats.org/markup-compatibility/2006">
              <mc:Choice xmlns:v="urn:schemas-microsoft-com:vml" Requires="v">
                <p:oleObj spid="_x0000_s1026" name="Equation" r:id="rId3" imgW="190417" imgH="393529" progId="Equation.3">
                  <p:embed/>
                </p:oleObj>
              </mc:Choice>
              <mc:Fallback>
                <p:oleObj name="Equation" r:id="rId3" imgW="190417" imgH="393529" progId="Equation.3">
                  <p:embed/>
                  <p:pic>
                    <p:nvPicPr>
                      <p:cNvPr id="46085" name="Object 4">
                        <a:extLst>
                          <a:ext uri="{FF2B5EF4-FFF2-40B4-BE49-F238E27FC236}">
                            <a16:creationId xmlns:a16="http://schemas.microsoft.com/office/drawing/2014/main" id="{FF9D6700-D18B-222C-0D7D-AECE6343A9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2063" y="2774950"/>
                        <a:ext cx="42545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6" name="Object 6">
            <a:extLst>
              <a:ext uri="{FF2B5EF4-FFF2-40B4-BE49-F238E27FC236}">
                <a16:creationId xmlns:a16="http://schemas.microsoft.com/office/drawing/2014/main" id="{9A216FCF-618A-E202-3DB4-82D8BBE427BA}"/>
              </a:ext>
            </a:extLst>
          </p:cNvPr>
          <p:cNvGraphicFramePr>
            <a:graphicFrameLocks noGrp="1" noChangeAspect="1"/>
          </p:cNvGraphicFramePr>
          <p:nvPr>
            <p:ph sz="quarter" idx="3"/>
          </p:nvPr>
        </p:nvGraphicFramePr>
        <p:xfrm>
          <a:off x="2514600" y="4724400"/>
          <a:ext cx="838200" cy="536575"/>
        </p:xfrm>
        <a:graphic>
          <a:graphicData uri="http://schemas.openxmlformats.org/presentationml/2006/ole">
            <mc:AlternateContent xmlns:mc="http://schemas.openxmlformats.org/markup-compatibility/2006">
              <mc:Choice xmlns:v="urn:schemas-microsoft-com:vml" Requires="v">
                <p:oleObj spid="_x0000_s1027" name="Equation" r:id="rId5" imgW="317225" imgH="203024" progId="Equation.3">
                  <p:embed/>
                </p:oleObj>
              </mc:Choice>
              <mc:Fallback>
                <p:oleObj name="Equation" r:id="rId5" imgW="317225" imgH="203024" progId="Equation.3">
                  <p:embed/>
                  <p:pic>
                    <p:nvPicPr>
                      <p:cNvPr id="46086" name="Object 6">
                        <a:extLst>
                          <a:ext uri="{FF2B5EF4-FFF2-40B4-BE49-F238E27FC236}">
                            <a16:creationId xmlns:a16="http://schemas.microsoft.com/office/drawing/2014/main" id="{9A216FCF-618A-E202-3DB4-82D8BBE427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4600" y="4724400"/>
                        <a:ext cx="838200"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a:extLst>
              <a:ext uri="{FF2B5EF4-FFF2-40B4-BE49-F238E27FC236}">
                <a16:creationId xmlns:a16="http://schemas.microsoft.com/office/drawing/2014/main" id="{EA02C43A-23A5-27A5-59B1-E78A783A90A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9D74572B-1D5C-4792-9C67-8E1B821C7097}" type="slidenum">
              <a:rPr lang="en-US" altLang="en-US" i="0">
                <a:latin typeface="Arial" panose="020B0604020202020204" pitchFamily="34" charset="0"/>
              </a:rPr>
              <a:pPr/>
              <a:t>14</a:t>
            </a:fld>
            <a:endParaRPr lang="en-US" altLang="en-US" i="0">
              <a:latin typeface="Arial" panose="020B0604020202020204" pitchFamily="34" charset="0"/>
            </a:endParaRPr>
          </a:p>
        </p:txBody>
      </p:sp>
      <p:sp>
        <p:nvSpPr>
          <p:cNvPr id="47107" name="Rectangle 2">
            <a:extLst>
              <a:ext uri="{FF2B5EF4-FFF2-40B4-BE49-F238E27FC236}">
                <a16:creationId xmlns:a16="http://schemas.microsoft.com/office/drawing/2014/main" id="{0BC6D9C4-9268-F98D-D8F0-BCB28EBD648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7108" name="Rectangle 3">
            <a:extLst>
              <a:ext uri="{FF2B5EF4-FFF2-40B4-BE49-F238E27FC236}">
                <a16:creationId xmlns:a16="http://schemas.microsoft.com/office/drawing/2014/main" id="{B20DEC6D-F24C-475B-48AB-8378CD6EDC7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7109" name="Rectangle 4">
            <a:extLst>
              <a:ext uri="{FF2B5EF4-FFF2-40B4-BE49-F238E27FC236}">
                <a16:creationId xmlns:a16="http://schemas.microsoft.com/office/drawing/2014/main" id="{694FD585-8856-33B8-D7BF-0F3C2191E1F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7110" name="Rectangle 5">
            <a:extLst>
              <a:ext uri="{FF2B5EF4-FFF2-40B4-BE49-F238E27FC236}">
                <a16:creationId xmlns:a16="http://schemas.microsoft.com/office/drawing/2014/main" id="{143B1B2A-C3AC-635F-49E9-1EC3E199E05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7111" name="Rectangle 6">
            <a:extLst>
              <a:ext uri="{FF2B5EF4-FFF2-40B4-BE49-F238E27FC236}">
                <a16:creationId xmlns:a16="http://schemas.microsoft.com/office/drawing/2014/main" id="{024F7081-0361-590C-325A-377DA94F25B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7112" name="Rectangle 7">
            <a:extLst>
              <a:ext uri="{FF2B5EF4-FFF2-40B4-BE49-F238E27FC236}">
                <a16:creationId xmlns:a16="http://schemas.microsoft.com/office/drawing/2014/main" id="{807B3A18-BF89-CA90-7203-58A14D24D0C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7113" name="Rectangle 8">
            <a:extLst>
              <a:ext uri="{FF2B5EF4-FFF2-40B4-BE49-F238E27FC236}">
                <a16:creationId xmlns:a16="http://schemas.microsoft.com/office/drawing/2014/main" id="{0E6C2011-EBAB-9609-DFDF-F8A2FEDF1DA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7114" name="Text Box 10">
            <a:extLst>
              <a:ext uri="{FF2B5EF4-FFF2-40B4-BE49-F238E27FC236}">
                <a16:creationId xmlns:a16="http://schemas.microsoft.com/office/drawing/2014/main" id="{F334A1E1-BDDC-B607-0DCF-B3A228BB5B79}"/>
              </a:ext>
            </a:extLst>
          </p:cNvPr>
          <p:cNvSpPr txBox="1">
            <a:spLocks noChangeArrowheads="1"/>
          </p:cNvSpPr>
          <p:nvPr/>
        </p:nvSpPr>
        <p:spPr bwMode="auto">
          <a:xfrm>
            <a:off x="1143000" y="0"/>
            <a:ext cx="28940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2.1.4  Divisbility</a:t>
            </a:r>
          </a:p>
        </p:txBody>
      </p:sp>
      <p:sp>
        <p:nvSpPr>
          <p:cNvPr id="47115" name="Rectangle 14">
            <a:extLst>
              <a:ext uri="{FF2B5EF4-FFF2-40B4-BE49-F238E27FC236}">
                <a16:creationId xmlns:a16="http://schemas.microsoft.com/office/drawing/2014/main" id="{257743D4-9D16-AB5E-7013-73FC72F1CDAF}"/>
              </a:ext>
            </a:extLst>
          </p:cNvPr>
          <p:cNvSpPr>
            <a:spLocks noChangeArrowheads="1"/>
          </p:cNvSpPr>
          <p:nvPr/>
        </p:nvSpPr>
        <p:spPr bwMode="auto">
          <a:xfrm>
            <a:off x="381000" y="3762375"/>
            <a:ext cx="38100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If the remainder is zero, </a:t>
            </a:r>
          </a:p>
        </p:txBody>
      </p:sp>
      <p:pic>
        <p:nvPicPr>
          <p:cNvPr id="47116" name="Picture 15">
            <a:extLst>
              <a:ext uri="{FF2B5EF4-FFF2-40B4-BE49-F238E27FC236}">
                <a16:creationId xmlns:a16="http://schemas.microsoft.com/office/drawing/2014/main" id="{D91B9AF9-E8F0-2529-76D8-88A1431EFD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4676775"/>
            <a:ext cx="968375"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17" name="Picture 16">
            <a:extLst>
              <a:ext uri="{FF2B5EF4-FFF2-40B4-BE49-F238E27FC236}">
                <a16:creationId xmlns:a16="http://schemas.microsoft.com/office/drawing/2014/main" id="{ABD0AC32-3989-6178-9519-797B07C5AE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8450" y="3886200"/>
            <a:ext cx="76835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8" name="Rectangle 17">
            <a:extLst>
              <a:ext uri="{FF2B5EF4-FFF2-40B4-BE49-F238E27FC236}">
                <a16:creationId xmlns:a16="http://schemas.microsoft.com/office/drawing/2014/main" id="{5EFE1C13-1BC2-F83A-14F8-C39C782957DA}"/>
              </a:ext>
            </a:extLst>
          </p:cNvPr>
          <p:cNvSpPr>
            <a:spLocks noChangeArrowheads="1"/>
          </p:cNvSpPr>
          <p:nvPr/>
        </p:nvSpPr>
        <p:spPr bwMode="auto">
          <a:xfrm>
            <a:off x="381000" y="4572000"/>
            <a:ext cx="44196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If the remainder is not zero, </a:t>
            </a:r>
          </a:p>
        </p:txBody>
      </p:sp>
      <p:sp>
        <p:nvSpPr>
          <p:cNvPr id="47119" name="Rectangle 14">
            <a:extLst>
              <a:ext uri="{FF2B5EF4-FFF2-40B4-BE49-F238E27FC236}">
                <a16:creationId xmlns:a16="http://schemas.microsoft.com/office/drawing/2014/main" id="{F05CE5BC-6DDA-1D82-D4C9-6537714D7774}"/>
              </a:ext>
            </a:extLst>
          </p:cNvPr>
          <p:cNvSpPr>
            <a:spLocks noChangeArrowheads="1"/>
          </p:cNvSpPr>
          <p:nvPr/>
        </p:nvSpPr>
        <p:spPr bwMode="auto">
          <a:xfrm>
            <a:off x="5105400" y="3886200"/>
            <a:ext cx="4267200" cy="4000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000"/>
              <a:t>Notation – means a divides 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1">
            <a:extLst>
              <a:ext uri="{FF2B5EF4-FFF2-40B4-BE49-F238E27FC236}">
                <a16:creationId xmlns:a16="http://schemas.microsoft.com/office/drawing/2014/main" id="{459EF031-C78B-88D9-0C12-726BEAC6ED3F}"/>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F366D2EA-C505-41F0-B3FE-A16AF24FD3AD}" type="slidenum">
              <a:rPr lang="en-US" altLang="en-US" i="0">
                <a:latin typeface="Arial" panose="020B0604020202020204" pitchFamily="34" charset="0"/>
              </a:rPr>
              <a:pPr/>
              <a:t>15</a:t>
            </a:fld>
            <a:endParaRPr lang="en-US" altLang="en-US" i="0">
              <a:latin typeface="Arial" panose="020B0604020202020204" pitchFamily="34" charset="0"/>
            </a:endParaRPr>
          </a:p>
        </p:txBody>
      </p:sp>
      <p:sp>
        <p:nvSpPr>
          <p:cNvPr id="49155" name="Text Box 2">
            <a:extLst>
              <a:ext uri="{FF2B5EF4-FFF2-40B4-BE49-F238E27FC236}">
                <a16:creationId xmlns:a16="http://schemas.microsoft.com/office/drawing/2014/main" id="{2D0FFA52-00EB-950E-5577-9BF8048E3514}"/>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2.4</a:t>
            </a:r>
            <a:endParaRPr lang="en-US" altLang="en-US" sz="2000">
              <a:solidFill>
                <a:schemeClr val="bg1"/>
              </a:solidFill>
            </a:endParaRPr>
          </a:p>
        </p:txBody>
      </p:sp>
      <p:sp>
        <p:nvSpPr>
          <p:cNvPr id="49156" name="Rectangle 3">
            <a:extLst>
              <a:ext uri="{FF2B5EF4-FFF2-40B4-BE49-F238E27FC236}">
                <a16:creationId xmlns:a16="http://schemas.microsoft.com/office/drawing/2014/main" id="{E26BBC0A-A265-8A7F-79A5-A64F97EEEE7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9157" name="Rectangle 4">
            <a:extLst>
              <a:ext uri="{FF2B5EF4-FFF2-40B4-BE49-F238E27FC236}">
                <a16:creationId xmlns:a16="http://schemas.microsoft.com/office/drawing/2014/main" id="{C6711634-AABF-20BD-1FFC-1742C92F560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9158" name="Rectangle 5">
            <a:extLst>
              <a:ext uri="{FF2B5EF4-FFF2-40B4-BE49-F238E27FC236}">
                <a16:creationId xmlns:a16="http://schemas.microsoft.com/office/drawing/2014/main" id="{B5CE0495-DA50-01C5-9487-A8018B09FF4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9159" name="Rectangle 6">
            <a:extLst>
              <a:ext uri="{FF2B5EF4-FFF2-40B4-BE49-F238E27FC236}">
                <a16:creationId xmlns:a16="http://schemas.microsoft.com/office/drawing/2014/main" id="{98FAA023-03B0-F5B1-579A-B9D38B33D8E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9160" name="Rectangle 7">
            <a:extLst>
              <a:ext uri="{FF2B5EF4-FFF2-40B4-BE49-F238E27FC236}">
                <a16:creationId xmlns:a16="http://schemas.microsoft.com/office/drawing/2014/main" id="{1CF073C6-A38B-6C1B-351E-E3C83A7D840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9161" name="Rectangle 8">
            <a:extLst>
              <a:ext uri="{FF2B5EF4-FFF2-40B4-BE49-F238E27FC236}">
                <a16:creationId xmlns:a16="http://schemas.microsoft.com/office/drawing/2014/main" id="{4F01565A-BAB5-4564-99A6-D544726C204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9162" name="Rectangle 9">
            <a:extLst>
              <a:ext uri="{FF2B5EF4-FFF2-40B4-BE49-F238E27FC236}">
                <a16:creationId xmlns:a16="http://schemas.microsoft.com/office/drawing/2014/main" id="{C4EEAE53-6D7C-F675-2CDD-60E2EA831E7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49163" name="Text Box 10">
            <a:extLst>
              <a:ext uri="{FF2B5EF4-FFF2-40B4-BE49-F238E27FC236}">
                <a16:creationId xmlns:a16="http://schemas.microsoft.com/office/drawing/2014/main" id="{E08D0EBC-3645-D6AA-3502-712D45750BDE}"/>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874507" name="Rectangle 11">
            <a:extLst>
              <a:ext uri="{FF2B5EF4-FFF2-40B4-BE49-F238E27FC236}">
                <a16:creationId xmlns:a16="http://schemas.microsoft.com/office/drawing/2014/main" id="{EFA458E1-8358-1B7A-4662-9BEB3948EB59}"/>
              </a:ext>
            </a:extLst>
          </p:cNvPr>
          <p:cNvSpPr>
            <a:spLocks noChangeArrowheads="1"/>
          </p:cNvSpPr>
          <p:nvPr/>
        </p:nvSpPr>
        <p:spPr bwMode="auto">
          <a:xfrm>
            <a:off x="304800" y="1219200"/>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eaLnBrk="1" hangingPunct="1">
              <a:buFontTx/>
              <a:buAutoNum type="alphaLcPeriod"/>
              <a:defRPr/>
            </a:pPr>
            <a:r>
              <a:rPr lang="en-US" altLang="en-US" i="0">
                <a:effectLst>
                  <a:outerShdw blurRad="38100" dist="38100" dir="2700000" algn="tl">
                    <a:srgbClr val="C0C0C0"/>
                  </a:outerShdw>
                </a:effectLst>
              </a:rPr>
              <a:t>The integer 4 divides the integer 32 because 32 = 8 × 4. We show this as</a:t>
            </a:r>
          </a:p>
        </p:txBody>
      </p:sp>
      <p:sp>
        <p:nvSpPr>
          <p:cNvPr id="874510" name="Rectangle 14">
            <a:extLst>
              <a:ext uri="{FF2B5EF4-FFF2-40B4-BE49-F238E27FC236}">
                <a16:creationId xmlns:a16="http://schemas.microsoft.com/office/drawing/2014/main" id="{C8F06211-B8F5-3D47-0A6A-2D1896CB473C}"/>
              </a:ext>
            </a:extLst>
          </p:cNvPr>
          <p:cNvSpPr>
            <a:spLocks noChangeArrowheads="1"/>
          </p:cNvSpPr>
          <p:nvPr/>
        </p:nvSpPr>
        <p:spPr bwMode="auto">
          <a:xfrm>
            <a:off x="304800" y="3384550"/>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algn="just" eaLnBrk="1" hangingPunct="1">
              <a:defRPr/>
            </a:pPr>
            <a:r>
              <a:rPr lang="en-US" altLang="en-US" i="0">
                <a:effectLst>
                  <a:outerShdw blurRad="38100" dist="38100" dir="2700000" algn="tl">
                    <a:srgbClr val="C0C0C0"/>
                  </a:outerShdw>
                </a:effectLst>
              </a:rPr>
              <a:t>b. The number 8 does not divide the number 42 because </a:t>
            </a:r>
          </a:p>
          <a:p>
            <a:pPr algn="just" eaLnBrk="1" hangingPunct="1">
              <a:defRPr/>
            </a:pPr>
            <a:r>
              <a:rPr lang="en-US" altLang="en-US" i="0">
                <a:effectLst>
                  <a:outerShdw blurRad="38100" dist="38100" dir="2700000" algn="tl">
                    <a:srgbClr val="C0C0C0"/>
                  </a:outerShdw>
                </a:effectLst>
              </a:rPr>
              <a:t>    42 = 5 × 8 + 2. There is a remainder, the number 2, in the equation. We show this as </a:t>
            </a:r>
          </a:p>
        </p:txBody>
      </p:sp>
      <p:pic>
        <p:nvPicPr>
          <p:cNvPr id="49166" name="Picture 16">
            <a:extLst>
              <a:ext uri="{FF2B5EF4-FFF2-40B4-BE49-F238E27FC236}">
                <a16:creationId xmlns:a16="http://schemas.microsoft.com/office/drawing/2014/main" id="{B6863F4B-1B22-6B0E-33D5-B5793AB2D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098675"/>
            <a:ext cx="998538"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9167" name="Picture 17">
            <a:extLst>
              <a:ext uri="{FF2B5EF4-FFF2-40B4-BE49-F238E27FC236}">
                <a16:creationId xmlns:a16="http://schemas.microsoft.com/office/drawing/2014/main" id="{C12D2C48-F650-28CD-8E73-5A0693FC08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4878388"/>
            <a:ext cx="1395413" cy="68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a:extLst>
              <a:ext uri="{FF2B5EF4-FFF2-40B4-BE49-F238E27FC236}">
                <a16:creationId xmlns:a16="http://schemas.microsoft.com/office/drawing/2014/main" id="{E1296F15-BCF9-4118-F155-073691DA1F2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64AB8F60-5D49-43F8-9CC6-7183BCDCF1E9}" type="slidenum">
              <a:rPr lang="en-US" altLang="en-US" i="0">
                <a:latin typeface="Arial" panose="020B0604020202020204" pitchFamily="34" charset="0"/>
              </a:rPr>
              <a:pPr/>
              <a:t>16</a:t>
            </a:fld>
            <a:endParaRPr lang="en-US" altLang="en-US" i="0">
              <a:latin typeface="Arial" panose="020B0604020202020204" pitchFamily="34" charset="0"/>
            </a:endParaRPr>
          </a:p>
        </p:txBody>
      </p:sp>
      <p:sp>
        <p:nvSpPr>
          <p:cNvPr id="51203" name="Text Box 2">
            <a:extLst>
              <a:ext uri="{FF2B5EF4-FFF2-40B4-BE49-F238E27FC236}">
                <a16:creationId xmlns:a16="http://schemas.microsoft.com/office/drawing/2014/main" id="{748027CB-B1E8-B9CA-4902-5E2B4AAB2524}"/>
              </a:ext>
            </a:extLst>
          </p:cNvPr>
          <p:cNvSpPr txBox="1">
            <a:spLocks noChangeArrowheads="1"/>
          </p:cNvSpPr>
          <p:nvPr/>
        </p:nvSpPr>
        <p:spPr bwMode="auto">
          <a:xfrm>
            <a:off x="1143000" y="533400"/>
            <a:ext cx="1536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Properties</a:t>
            </a:r>
            <a:endParaRPr lang="en-US" altLang="en-US" sz="2000"/>
          </a:p>
        </p:txBody>
      </p:sp>
      <p:sp>
        <p:nvSpPr>
          <p:cNvPr id="51204" name="Rectangle 3">
            <a:extLst>
              <a:ext uri="{FF2B5EF4-FFF2-40B4-BE49-F238E27FC236}">
                <a16:creationId xmlns:a16="http://schemas.microsoft.com/office/drawing/2014/main" id="{869684AE-5D20-7047-9A55-A0AE968DA27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1205" name="Rectangle 4">
            <a:extLst>
              <a:ext uri="{FF2B5EF4-FFF2-40B4-BE49-F238E27FC236}">
                <a16:creationId xmlns:a16="http://schemas.microsoft.com/office/drawing/2014/main" id="{9A084F52-77EF-FA98-67B7-1EB6A713F46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1206" name="Rectangle 5">
            <a:extLst>
              <a:ext uri="{FF2B5EF4-FFF2-40B4-BE49-F238E27FC236}">
                <a16:creationId xmlns:a16="http://schemas.microsoft.com/office/drawing/2014/main" id="{8EADAD94-4558-2B10-493A-EBFDDAE49ED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1207" name="Rectangle 6">
            <a:extLst>
              <a:ext uri="{FF2B5EF4-FFF2-40B4-BE49-F238E27FC236}">
                <a16:creationId xmlns:a16="http://schemas.microsoft.com/office/drawing/2014/main" id="{C50B99A9-F346-4B9F-E667-E5EC6BFD5E3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1208" name="Rectangle 7">
            <a:extLst>
              <a:ext uri="{FF2B5EF4-FFF2-40B4-BE49-F238E27FC236}">
                <a16:creationId xmlns:a16="http://schemas.microsoft.com/office/drawing/2014/main" id="{23056C3C-98D0-C907-9105-45E33A2D44C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1209" name="Rectangle 8">
            <a:extLst>
              <a:ext uri="{FF2B5EF4-FFF2-40B4-BE49-F238E27FC236}">
                <a16:creationId xmlns:a16="http://schemas.microsoft.com/office/drawing/2014/main" id="{2E2D9F21-9C5E-6742-D30D-BC1F44827EF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1210" name="Rectangle 9">
            <a:extLst>
              <a:ext uri="{FF2B5EF4-FFF2-40B4-BE49-F238E27FC236}">
                <a16:creationId xmlns:a16="http://schemas.microsoft.com/office/drawing/2014/main" id="{FC1501D0-45F1-BDA0-5169-83D1D37F2BA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1211" name="Text Box 10">
            <a:extLst>
              <a:ext uri="{FF2B5EF4-FFF2-40B4-BE49-F238E27FC236}">
                <a16:creationId xmlns:a16="http://schemas.microsoft.com/office/drawing/2014/main" id="{F5F27FB7-DF29-4EEB-73BE-80AB4D6B3F76}"/>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51212" name="Line 16">
            <a:extLst>
              <a:ext uri="{FF2B5EF4-FFF2-40B4-BE49-F238E27FC236}">
                <a16:creationId xmlns:a16="http://schemas.microsoft.com/office/drawing/2014/main" id="{ABECB972-2A51-9458-5251-0733BF775C8B}"/>
              </a:ext>
            </a:extLst>
          </p:cNvPr>
          <p:cNvSpPr>
            <a:spLocks noChangeShapeType="1"/>
          </p:cNvSpPr>
          <p:nvPr/>
        </p:nvSpPr>
        <p:spPr bwMode="auto">
          <a:xfrm>
            <a:off x="457200" y="1295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3" name="Line 17">
            <a:extLst>
              <a:ext uri="{FF2B5EF4-FFF2-40B4-BE49-F238E27FC236}">
                <a16:creationId xmlns:a16="http://schemas.microsoft.com/office/drawing/2014/main" id="{62B418E9-C1C8-D2F3-842B-6582F2368ECD}"/>
              </a:ext>
            </a:extLst>
          </p:cNvPr>
          <p:cNvSpPr>
            <a:spLocks noChangeShapeType="1"/>
          </p:cNvSpPr>
          <p:nvPr/>
        </p:nvSpPr>
        <p:spPr bwMode="auto">
          <a:xfrm>
            <a:off x="458788" y="594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4" name="Rectangle 18">
            <a:extLst>
              <a:ext uri="{FF2B5EF4-FFF2-40B4-BE49-F238E27FC236}">
                <a16:creationId xmlns:a16="http://schemas.microsoft.com/office/drawing/2014/main" id="{69D43561-06D9-46A1-B5B2-84804708C211}"/>
              </a:ext>
            </a:extLst>
          </p:cNvPr>
          <p:cNvSpPr>
            <a:spLocks noChangeArrowheads="1"/>
          </p:cNvSpPr>
          <p:nvPr/>
        </p:nvSpPr>
        <p:spPr bwMode="auto">
          <a:xfrm>
            <a:off x="495300" y="1387475"/>
            <a:ext cx="8077200" cy="447833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latin typeface="Arial" panose="020B0604020202020204" pitchFamily="34" charset="0"/>
              </a:rPr>
              <a:t>Property 1: if a|1, then a = ±1.</a:t>
            </a:r>
            <a:br>
              <a:rPr lang="en-US" altLang="en-US" sz="3200">
                <a:latin typeface="Arial" panose="020B0604020202020204" pitchFamily="34" charset="0"/>
              </a:rPr>
            </a:br>
            <a:endParaRPr lang="en-US" altLang="en-US" sz="3200">
              <a:latin typeface="Arial" panose="020B0604020202020204" pitchFamily="34" charset="0"/>
            </a:endParaRPr>
          </a:p>
          <a:p>
            <a:r>
              <a:rPr lang="en-US" altLang="en-US" sz="3200">
                <a:latin typeface="Arial" panose="020B0604020202020204" pitchFamily="34" charset="0"/>
              </a:rPr>
              <a:t>Property 2: if a|b and b|a, then a = ±b.</a:t>
            </a:r>
            <a:br>
              <a:rPr lang="en-US" altLang="en-US" sz="3200">
                <a:latin typeface="Arial" panose="020B0604020202020204" pitchFamily="34" charset="0"/>
              </a:rPr>
            </a:br>
            <a:endParaRPr lang="en-US" altLang="en-US" sz="3200">
              <a:latin typeface="Arial" panose="020B0604020202020204" pitchFamily="34" charset="0"/>
            </a:endParaRPr>
          </a:p>
          <a:p>
            <a:r>
              <a:rPr lang="en-US" altLang="en-US" sz="3200">
                <a:latin typeface="Arial" panose="020B0604020202020204" pitchFamily="34" charset="0"/>
              </a:rPr>
              <a:t>Property 3: if a|b and b|c, then a|c.</a:t>
            </a:r>
            <a:br>
              <a:rPr lang="en-US" altLang="en-US" sz="3200">
                <a:latin typeface="Arial" panose="020B0604020202020204" pitchFamily="34" charset="0"/>
              </a:rPr>
            </a:br>
            <a:endParaRPr lang="en-US" altLang="en-US" sz="3200">
              <a:latin typeface="Arial" panose="020B0604020202020204" pitchFamily="34" charset="0"/>
            </a:endParaRPr>
          </a:p>
          <a:p>
            <a:r>
              <a:rPr lang="en-US" altLang="en-US" sz="3200">
                <a:latin typeface="Arial" panose="020B0604020202020204" pitchFamily="34" charset="0"/>
              </a:rPr>
              <a:t>Property 4: if a|b and a|c, then </a:t>
            </a:r>
            <a:br>
              <a:rPr lang="en-US" altLang="en-US" sz="3200">
                <a:latin typeface="Arial" panose="020B0604020202020204" pitchFamily="34" charset="0"/>
              </a:rPr>
            </a:br>
            <a:r>
              <a:rPr lang="en-US" altLang="en-US" sz="3200">
                <a:latin typeface="Arial" panose="020B0604020202020204" pitchFamily="34" charset="0"/>
              </a:rPr>
              <a:t>                    a|(m × b + n × c), where m</a:t>
            </a:r>
            <a:br>
              <a:rPr lang="en-US" altLang="en-US" sz="3200">
                <a:latin typeface="Arial" panose="020B0604020202020204" pitchFamily="34" charset="0"/>
              </a:rPr>
            </a:br>
            <a:r>
              <a:rPr lang="en-US" altLang="en-US" sz="3200">
                <a:latin typeface="Arial" panose="020B0604020202020204" pitchFamily="34" charset="0"/>
              </a:rPr>
              <a:t>                    and n are arbitrary integers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a:extLst>
              <a:ext uri="{FF2B5EF4-FFF2-40B4-BE49-F238E27FC236}">
                <a16:creationId xmlns:a16="http://schemas.microsoft.com/office/drawing/2014/main" id="{2D87B05A-8A62-DBEA-A3FD-DAAD3E0AF9DF}"/>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7F84794B-A88B-4A16-B05F-6264EC10DFA2}" type="slidenum">
              <a:rPr lang="en-US" altLang="en-US" i="0">
                <a:latin typeface="Arial" panose="020B0604020202020204" pitchFamily="34" charset="0"/>
              </a:rPr>
              <a:pPr/>
              <a:t>17</a:t>
            </a:fld>
            <a:endParaRPr lang="en-US" altLang="en-US" i="0">
              <a:latin typeface="Arial" panose="020B0604020202020204" pitchFamily="34" charset="0"/>
            </a:endParaRPr>
          </a:p>
        </p:txBody>
      </p:sp>
      <p:sp>
        <p:nvSpPr>
          <p:cNvPr id="53251" name="Text Box 2">
            <a:extLst>
              <a:ext uri="{FF2B5EF4-FFF2-40B4-BE49-F238E27FC236}">
                <a16:creationId xmlns:a16="http://schemas.microsoft.com/office/drawing/2014/main" id="{682D8F05-432B-331D-B421-65E19169ADB0}"/>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2.5</a:t>
            </a:r>
            <a:endParaRPr lang="en-US" altLang="en-US" sz="2000">
              <a:solidFill>
                <a:schemeClr val="bg1"/>
              </a:solidFill>
            </a:endParaRPr>
          </a:p>
        </p:txBody>
      </p:sp>
      <p:sp>
        <p:nvSpPr>
          <p:cNvPr id="53252" name="Rectangle 3">
            <a:extLst>
              <a:ext uri="{FF2B5EF4-FFF2-40B4-BE49-F238E27FC236}">
                <a16:creationId xmlns:a16="http://schemas.microsoft.com/office/drawing/2014/main" id="{CED17B8E-19B1-881F-945E-12C45AD09E2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3253" name="Rectangle 4">
            <a:extLst>
              <a:ext uri="{FF2B5EF4-FFF2-40B4-BE49-F238E27FC236}">
                <a16:creationId xmlns:a16="http://schemas.microsoft.com/office/drawing/2014/main" id="{A69A2DE1-A537-6E93-367C-61C71B1F524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3254" name="Rectangle 5">
            <a:extLst>
              <a:ext uri="{FF2B5EF4-FFF2-40B4-BE49-F238E27FC236}">
                <a16:creationId xmlns:a16="http://schemas.microsoft.com/office/drawing/2014/main" id="{71ADB1FC-2D83-2E00-9CC6-77E01F7CFDE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3255" name="Rectangle 6">
            <a:extLst>
              <a:ext uri="{FF2B5EF4-FFF2-40B4-BE49-F238E27FC236}">
                <a16:creationId xmlns:a16="http://schemas.microsoft.com/office/drawing/2014/main" id="{5AD09BDF-3883-01F2-0C55-72C8B77DB17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3256" name="Rectangle 7">
            <a:extLst>
              <a:ext uri="{FF2B5EF4-FFF2-40B4-BE49-F238E27FC236}">
                <a16:creationId xmlns:a16="http://schemas.microsoft.com/office/drawing/2014/main" id="{6C4996E5-435A-78DB-E682-4BB21D1656D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3257" name="Rectangle 8">
            <a:extLst>
              <a:ext uri="{FF2B5EF4-FFF2-40B4-BE49-F238E27FC236}">
                <a16:creationId xmlns:a16="http://schemas.microsoft.com/office/drawing/2014/main" id="{8DDD88C7-4F53-914E-0D05-74031EBCE75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3258" name="Rectangle 9">
            <a:extLst>
              <a:ext uri="{FF2B5EF4-FFF2-40B4-BE49-F238E27FC236}">
                <a16:creationId xmlns:a16="http://schemas.microsoft.com/office/drawing/2014/main" id="{0D3F93CC-CD17-0BBB-6F0C-2D1F6AE56E1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3259" name="Text Box 10">
            <a:extLst>
              <a:ext uri="{FF2B5EF4-FFF2-40B4-BE49-F238E27FC236}">
                <a16:creationId xmlns:a16="http://schemas.microsoft.com/office/drawing/2014/main" id="{6936891D-6033-096F-0ADF-665C0022D826}"/>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pic>
        <p:nvPicPr>
          <p:cNvPr id="53260" name="Picture 17">
            <a:extLst>
              <a:ext uri="{FF2B5EF4-FFF2-40B4-BE49-F238E27FC236}">
                <a16:creationId xmlns:a16="http://schemas.microsoft.com/office/drawing/2014/main" id="{D96B8DFF-50BC-46A4-8084-D1E77D50A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 y="1965325"/>
            <a:ext cx="8262938"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61" name="Picture 18">
            <a:extLst>
              <a:ext uri="{FF2B5EF4-FFF2-40B4-BE49-F238E27FC236}">
                <a16:creationId xmlns:a16="http://schemas.microsoft.com/office/drawing/2014/main" id="{463D6C13-AA32-5EED-021F-2AD09FB8A7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081338"/>
            <a:ext cx="89947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a:extLst>
              <a:ext uri="{FF2B5EF4-FFF2-40B4-BE49-F238E27FC236}">
                <a16:creationId xmlns:a16="http://schemas.microsoft.com/office/drawing/2014/main" id="{D330049D-7015-4384-24B9-486091FCA88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9CEFFE9E-5B0D-4056-9648-35C369E62CDC}" type="slidenum">
              <a:rPr lang="en-US" altLang="en-US" i="0">
                <a:latin typeface="Arial" panose="020B0604020202020204" pitchFamily="34" charset="0"/>
              </a:rPr>
              <a:pPr/>
              <a:t>18</a:t>
            </a:fld>
            <a:endParaRPr lang="en-US" altLang="en-US" i="0">
              <a:latin typeface="Arial" panose="020B0604020202020204" pitchFamily="34" charset="0"/>
            </a:endParaRPr>
          </a:p>
        </p:txBody>
      </p:sp>
      <p:sp>
        <p:nvSpPr>
          <p:cNvPr id="55299" name="Text Box 2">
            <a:extLst>
              <a:ext uri="{FF2B5EF4-FFF2-40B4-BE49-F238E27FC236}">
                <a16:creationId xmlns:a16="http://schemas.microsoft.com/office/drawing/2014/main" id="{B89EECD0-0EE6-1261-34D9-5B1802BB899C}"/>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2.6</a:t>
            </a:r>
            <a:endParaRPr lang="en-US" altLang="en-US" sz="2000">
              <a:solidFill>
                <a:schemeClr val="bg1"/>
              </a:solidFill>
            </a:endParaRPr>
          </a:p>
        </p:txBody>
      </p:sp>
      <p:sp>
        <p:nvSpPr>
          <p:cNvPr id="55300" name="Rectangle 3">
            <a:extLst>
              <a:ext uri="{FF2B5EF4-FFF2-40B4-BE49-F238E27FC236}">
                <a16:creationId xmlns:a16="http://schemas.microsoft.com/office/drawing/2014/main" id="{CC2E5203-5903-C444-F885-CBFD9D2B754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5301" name="Rectangle 4">
            <a:extLst>
              <a:ext uri="{FF2B5EF4-FFF2-40B4-BE49-F238E27FC236}">
                <a16:creationId xmlns:a16="http://schemas.microsoft.com/office/drawing/2014/main" id="{B3D090BD-836D-D5E2-5748-C8BCF5544A1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5302" name="Rectangle 5">
            <a:extLst>
              <a:ext uri="{FF2B5EF4-FFF2-40B4-BE49-F238E27FC236}">
                <a16:creationId xmlns:a16="http://schemas.microsoft.com/office/drawing/2014/main" id="{FD2D28A3-54E6-8276-633E-BD1E6A79375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5303" name="Rectangle 6">
            <a:extLst>
              <a:ext uri="{FF2B5EF4-FFF2-40B4-BE49-F238E27FC236}">
                <a16:creationId xmlns:a16="http://schemas.microsoft.com/office/drawing/2014/main" id="{B7FACCC6-97A2-F1EC-B334-7B59405AB31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5304" name="Rectangle 7">
            <a:extLst>
              <a:ext uri="{FF2B5EF4-FFF2-40B4-BE49-F238E27FC236}">
                <a16:creationId xmlns:a16="http://schemas.microsoft.com/office/drawing/2014/main" id="{FD7D7DAB-87CD-A78F-676F-EFEFF9CADD1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5305" name="Rectangle 8">
            <a:extLst>
              <a:ext uri="{FF2B5EF4-FFF2-40B4-BE49-F238E27FC236}">
                <a16:creationId xmlns:a16="http://schemas.microsoft.com/office/drawing/2014/main" id="{599510EE-FBDF-A718-1E35-A0C41EC3A8C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5306" name="Rectangle 9">
            <a:extLst>
              <a:ext uri="{FF2B5EF4-FFF2-40B4-BE49-F238E27FC236}">
                <a16:creationId xmlns:a16="http://schemas.microsoft.com/office/drawing/2014/main" id="{37362B57-CDBC-E8F1-331E-AAE4D7EC7DD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5307" name="Text Box 10">
            <a:extLst>
              <a:ext uri="{FF2B5EF4-FFF2-40B4-BE49-F238E27FC236}">
                <a16:creationId xmlns:a16="http://schemas.microsoft.com/office/drawing/2014/main" id="{9E638D43-6D88-5F6A-9EA5-398FD75C527D}"/>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pic>
        <p:nvPicPr>
          <p:cNvPr id="55308" name="Picture 16">
            <a:extLst>
              <a:ext uri="{FF2B5EF4-FFF2-40B4-BE49-F238E27FC236}">
                <a16:creationId xmlns:a16="http://schemas.microsoft.com/office/drawing/2014/main" id="{FF6DEE60-08D1-99B3-0343-E6F27CEE28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00200"/>
            <a:ext cx="4598988" cy="46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9" name="Picture 17">
            <a:extLst>
              <a:ext uri="{FF2B5EF4-FFF2-40B4-BE49-F238E27FC236}">
                <a16:creationId xmlns:a16="http://schemas.microsoft.com/office/drawing/2014/main" id="{83F18DE5-0F4E-CE6B-9B90-3C5B76C5DE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4125" y="2286000"/>
            <a:ext cx="6442075"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10" name="Picture 18">
            <a:extLst>
              <a:ext uri="{FF2B5EF4-FFF2-40B4-BE49-F238E27FC236}">
                <a16:creationId xmlns:a16="http://schemas.microsoft.com/office/drawing/2014/main" id="{7EAE11A1-31EA-21B4-297B-6D0F55C904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733800"/>
            <a:ext cx="431165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11" name="Picture 19">
            <a:extLst>
              <a:ext uri="{FF2B5EF4-FFF2-40B4-BE49-F238E27FC236}">
                <a16:creationId xmlns:a16="http://schemas.microsoft.com/office/drawing/2014/main" id="{E4798EE0-5B0E-D9BC-DF82-06FA323AE3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0950" y="4691063"/>
            <a:ext cx="56070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12" name="Picture 20">
            <a:extLst>
              <a:ext uri="{FF2B5EF4-FFF2-40B4-BE49-F238E27FC236}">
                <a16:creationId xmlns:a16="http://schemas.microsoft.com/office/drawing/2014/main" id="{C15A46EA-2AA2-D38C-4F22-C19CE476F5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200" y="5360988"/>
            <a:ext cx="6700838"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1">
            <a:extLst>
              <a:ext uri="{FF2B5EF4-FFF2-40B4-BE49-F238E27FC236}">
                <a16:creationId xmlns:a16="http://schemas.microsoft.com/office/drawing/2014/main" id="{B77F4850-A21B-D707-7257-FC3184CBDEA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6769BC75-15D3-4B9B-A060-4EA97E72F6C2}" type="slidenum">
              <a:rPr lang="en-US" altLang="en-US" i="0">
                <a:latin typeface="Arial" panose="020B0604020202020204" pitchFamily="34" charset="0"/>
              </a:rPr>
              <a:pPr/>
              <a:t>19</a:t>
            </a:fld>
            <a:endParaRPr lang="en-US" altLang="en-US" i="0">
              <a:latin typeface="Arial" panose="020B0604020202020204" pitchFamily="34" charset="0"/>
            </a:endParaRPr>
          </a:p>
        </p:txBody>
      </p:sp>
      <p:sp>
        <p:nvSpPr>
          <p:cNvPr id="57347" name="Text Box 2">
            <a:extLst>
              <a:ext uri="{FF2B5EF4-FFF2-40B4-BE49-F238E27FC236}">
                <a16:creationId xmlns:a16="http://schemas.microsoft.com/office/drawing/2014/main" id="{097011A9-5551-FE96-F503-4718CD5BAC59}"/>
              </a:ext>
            </a:extLst>
          </p:cNvPr>
          <p:cNvSpPr txBox="1">
            <a:spLocks noChangeArrowheads="1"/>
          </p:cNvSpPr>
          <p:nvPr/>
        </p:nvSpPr>
        <p:spPr bwMode="auto">
          <a:xfrm>
            <a:off x="1143000" y="582613"/>
            <a:ext cx="18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sz="2000"/>
          </a:p>
        </p:txBody>
      </p:sp>
      <p:sp>
        <p:nvSpPr>
          <p:cNvPr id="57348" name="Rectangle 3">
            <a:extLst>
              <a:ext uri="{FF2B5EF4-FFF2-40B4-BE49-F238E27FC236}">
                <a16:creationId xmlns:a16="http://schemas.microsoft.com/office/drawing/2014/main" id="{8735655E-F0AA-2FE7-BD7D-6D557E8E41D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7349" name="Rectangle 4">
            <a:extLst>
              <a:ext uri="{FF2B5EF4-FFF2-40B4-BE49-F238E27FC236}">
                <a16:creationId xmlns:a16="http://schemas.microsoft.com/office/drawing/2014/main" id="{0276EF93-8407-54F7-3525-BDD4A3DD36C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7350" name="Rectangle 5">
            <a:extLst>
              <a:ext uri="{FF2B5EF4-FFF2-40B4-BE49-F238E27FC236}">
                <a16:creationId xmlns:a16="http://schemas.microsoft.com/office/drawing/2014/main" id="{2B390D22-CDE4-C852-6A3F-45B421E63F2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7351" name="Rectangle 6">
            <a:extLst>
              <a:ext uri="{FF2B5EF4-FFF2-40B4-BE49-F238E27FC236}">
                <a16:creationId xmlns:a16="http://schemas.microsoft.com/office/drawing/2014/main" id="{8A161289-A721-F110-B7A9-591BD16E881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7352" name="Rectangle 7">
            <a:extLst>
              <a:ext uri="{FF2B5EF4-FFF2-40B4-BE49-F238E27FC236}">
                <a16:creationId xmlns:a16="http://schemas.microsoft.com/office/drawing/2014/main" id="{486E7CE0-4E76-0A2B-3CBE-39EE59B5CE3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7353" name="Rectangle 8">
            <a:extLst>
              <a:ext uri="{FF2B5EF4-FFF2-40B4-BE49-F238E27FC236}">
                <a16:creationId xmlns:a16="http://schemas.microsoft.com/office/drawing/2014/main" id="{DA3B71F1-6872-3909-F36A-085E59B2D38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7354" name="Rectangle 9">
            <a:extLst>
              <a:ext uri="{FF2B5EF4-FFF2-40B4-BE49-F238E27FC236}">
                <a16:creationId xmlns:a16="http://schemas.microsoft.com/office/drawing/2014/main" id="{81364991-5BA0-78F9-21E2-5CA851B47CF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7355" name="Text Box 10">
            <a:extLst>
              <a:ext uri="{FF2B5EF4-FFF2-40B4-BE49-F238E27FC236}">
                <a16:creationId xmlns:a16="http://schemas.microsoft.com/office/drawing/2014/main" id="{39808E21-50F8-2554-A720-A782A7574150}"/>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57356" name="Line 14">
            <a:extLst>
              <a:ext uri="{FF2B5EF4-FFF2-40B4-BE49-F238E27FC236}">
                <a16:creationId xmlns:a16="http://schemas.microsoft.com/office/drawing/2014/main" id="{BE0D2128-8926-E31C-1EF8-061E9BA3886D}"/>
              </a:ext>
            </a:extLst>
          </p:cNvPr>
          <p:cNvSpPr>
            <a:spLocks noChangeShapeType="1"/>
          </p:cNvSpPr>
          <p:nvPr/>
        </p:nvSpPr>
        <p:spPr bwMode="auto">
          <a:xfrm>
            <a:off x="4572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7" name="Line 15">
            <a:extLst>
              <a:ext uri="{FF2B5EF4-FFF2-40B4-BE49-F238E27FC236}">
                <a16:creationId xmlns:a16="http://schemas.microsoft.com/office/drawing/2014/main" id="{6C56782C-16B2-D747-1469-368D433ED1EB}"/>
              </a:ext>
            </a:extLst>
          </p:cNvPr>
          <p:cNvSpPr>
            <a:spLocks noChangeShapeType="1"/>
          </p:cNvSpPr>
          <p:nvPr/>
        </p:nvSpPr>
        <p:spPr bwMode="auto">
          <a:xfrm>
            <a:off x="457200" y="5562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358" name="Rectangle 16">
            <a:extLst>
              <a:ext uri="{FF2B5EF4-FFF2-40B4-BE49-F238E27FC236}">
                <a16:creationId xmlns:a16="http://schemas.microsoft.com/office/drawing/2014/main" id="{4CD5EA82-6DA3-C9CD-FD69-BC0F2D65790D}"/>
              </a:ext>
            </a:extLst>
          </p:cNvPr>
          <p:cNvSpPr>
            <a:spLocks noChangeArrowheads="1"/>
          </p:cNvSpPr>
          <p:nvPr/>
        </p:nvSpPr>
        <p:spPr bwMode="auto">
          <a:xfrm>
            <a:off x="495300" y="2454275"/>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latin typeface="Arial" panose="020B0604020202020204" pitchFamily="34" charset="0"/>
              </a:rPr>
              <a:t>Fact 1: The integer 1 has only one</a:t>
            </a:r>
            <a:br>
              <a:rPr lang="en-US" altLang="en-US" sz="3200">
                <a:latin typeface="Arial" panose="020B0604020202020204" pitchFamily="34" charset="0"/>
              </a:rPr>
            </a:br>
            <a:r>
              <a:rPr lang="en-US" altLang="en-US" sz="3200">
                <a:latin typeface="Arial" panose="020B0604020202020204" pitchFamily="34" charset="0"/>
              </a:rPr>
              <a:t>             divisor, itself.</a:t>
            </a:r>
          </a:p>
          <a:p>
            <a:endParaRPr lang="en-US" altLang="en-US" sz="3200">
              <a:latin typeface="Arial" panose="020B0604020202020204" pitchFamily="34" charset="0"/>
            </a:endParaRPr>
          </a:p>
          <a:p>
            <a:r>
              <a:rPr lang="en-US" altLang="en-US" sz="3200">
                <a:latin typeface="Arial" panose="020B0604020202020204" pitchFamily="34" charset="0"/>
              </a:rPr>
              <a:t>Fact 2: Any positive integer has at least </a:t>
            </a:r>
          </a:p>
          <a:p>
            <a:r>
              <a:rPr lang="en-US" altLang="en-US" sz="3200">
                <a:latin typeface="Arial" panose="020B0604020202020204" pitchFamily="34" charset="0"/>
              </a:rPr>
              <a:t>             two divisors, 1 and itself (but it</a:t>
            </a:r>
            <a:br>
              <a:rPr lang="en-US" altLang="en-US" sz="3200">
                <a:latin typeface="Arial" panose="020B0604020202020204" pitchFamily="34" charset="0"/>
              </a:rPr>
            </a:br>
            <a:r>
              <a:rPr lang="en-US" altLang="en-US" sz="3200">
                <a:latin typeface="Arial" panose="020B0604020202020204" pitchFamily="34" charset="0"/>
              </a:rPr>
              <a:t>             can have more).</a:t>
            </a:r>
          </a:p>
        </p:txBody>
      </p:sp>
      <p:grpSp>
        <p:nvGrpSpPr>
          <p:cNvPr id="57359" name="Group 17">
            <a:extLst>
              <a:ext uri="{FF2B5EF4-FFF2-40B4-BE49-F238E27FC236}">
                <a16:creationId xmlns:a16="http://schemas.microsoft.com/office/drawing/2014/main" id="{7666EE14-A500-4C43-0B93-71E1462E72A7}"/>
              </a:ext>
            </a:extLst>
          </p:cNvPr>
          <p:cNvGrpSpPr>
            <a:grpSpLocks/>
          </p:cNvGrpSpPr>
          <p:nvPr/>
        </p:nvGrpSpPr>
        <p:grpSpPr bwMode="auto">
          <a:xfrm>
            <a:off x="457200" y="1719263"/>
            <a:ext cx="1143000" cy="566737"/>
            <a:chOff x="1200" y="1248"/>
            <a:chExt cx="720" cy="357"/>
          </a:xfrm>
        </p:grpSpPr>
        <p:pic>
          <p:nvPicPr>
            <p:cNvPr id="57360" name="Picture 18">
              <a:extLst>
                <a:ext uri="{FF2B5EF4-FFF2-40B4-BE49-F238E27FC236}">
                  <a16:creationId xmlns:a16="http://schemas.microsoft.com/office/drawing/2014/main" id="{3ABE4A2D-1166-44AB-E53A-13FD8533F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61" name="Text Box 19">
              <a:extLst>
                <a:ext uri="{FF2B5EF4-FFF2-40B4-BE49-F238E27FC236}">
                  <a16:creationId xmlns:a16="http://schemas.microsoft.com/office/drawing/2014/main" id="{CD46DCFF-0DFF-393E-7E60-94B1C383D7D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a:extLst>
              <a:ext uri="{FF2B5EF4-FFF2-40B4-BE49-F238E27FC236}">
                <a16:creationId xmlns:a16="http://schemas.microsoft.com/office/drawing/2014/main" id="{2D7DF0E0-0F11-8A23-CCC9-A438940FCFE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45FE8F09-918B-4120-9DA5-EEF66261F33D}" type="slidenum">
              <a:rPr lang="en-US" altLang="en-US" i="0">
                <a:latin typeface="Arial" panose="020B0604020202020204" pitchFamily="34" charset="0"/>
              </a:rPr>
              <a:pPr/>
              <a:t>20</a:t>
            </a:fld>
            <a:endParaRPr lang="en-US" altLang="en-US" i="0">
              <a:latin typeface="Arial" panose="020B0604020202020204" pitchFamily="34" charset="0"/>
            </a:endParaRPr>
          </a:p>
        </p:txBody>
      </p:sp>
      <p:sp>
        <p:nvSpPr>
          <p:cNvPr id="59395" name="Rectangle 3">
            <a:extLst>
              <a:ext uri="{FF2B5EF4-FFF2-40B4-BE49-F238E27FC236}">
                <a16:creationId xmlns:a16="http://schemas.microsoft.com/office/drawing/2014/main" id="{E37646F9-B7F1-4541-7816-534E0CDAF4B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9396" name="Rectangle 4">
            <a:extLst>
              <a:ext uri="{FF2B5EF4-FFF2-40B4-BE49-F238E27FC236}">
                <a16:creationId xmlns:a16="http://schemas.microsoft.com/office/drawing/2014/main" id="{1584063E-5550-3FE3-31E6-B049334CFBE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9397" name="Rectangle 5">
            <a:extLst>
              <a:ext uri="{FF2B5EF4-FFF2-40B4-BE49-F238E27FC236}">
                <a16:creationId xmlns:a16="http://schemas.microsoft.com/office/drawing/2014/main" id="{FDD94ABE-9107-F7A0-69E6-323136981EF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9398" name="Rectangle 6">
            <a:extLst>
              <a:ext uri="{FF2B5EF4-FFF2-40B4-BE49-F238E27FC236}">
                <a16:creationId xmlns:a16="http://schemas.microsoft.com/office/drawing/2014/main" id="{BC1DF3B2-B6B5-7BBD-E761-AA5162579A4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9399" name="Rectangle 7">
            <a:extLst>
              <a:ext uri="{FF2B5EF4-FFF2-40B4-BE49-F238E27FC236}">
                <a16:creationId xmlns:a16="http://schemas.microsoft.com/office/drawing/2014/main" id="{89688B67-B48C-F321-ED4F-ED5BADB1B95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9400" name="Rectangle 8">
            <a:extLst>
              <a:ext uri="{FF2B5EF4-FFF2-40B4-BE49-F238E27FC236}">
                <a16:creationId xmlns:a16="http://schemas.microsoft.com/office/drawing/2014/main" id="{A81E1BAF-804A-AEC7-2E1D-A1E59C88934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9401" name="Rectangle 9">
            <a:extLst>
              <a:ext uri="{FF2B5EF4-FFF2-40B4-BE49-F238E27FC236}">
                <a16:creationId xmlns:a16="http://schemas.microsoft.com/office/drawing/2014/main" id="{B73218FB-1472-CE0B-C8E0-F5AB12B62F2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59402" name="Text Box 10">
            <a:extLst>
              <a:ext uri="{FF2B5EF4-FFF2-40B4-BE49-F238E27FC236}">
                <a16:creationId xmlns:a16="http://schemas.microsoft.com/office/drawing/2014/main" id="{FC7C6A1F-7CFD-900F-C9FE-A8EAE51EED2C}"/>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pic>
        <p:nvPicPr>
          <p:cNvPr id="59403" name="Picture 16">
            <a:extLst>
              <a:ext uri="{FF2B5EF4-FFF2-40B4-BE49-F238E27FC236}">
                <a16:creationId xmlns:a16="http://schemas.microsoft.com/office/drawing/2014/main" id="{5AD95D32-207E-1C9B-CBB7-4998F1529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 y="2057400"/>
            <a:ext cx="8620125" cy="341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404" name="Text Box 17">
            <a:extLst>
              <a:ext uri="{FF2B5EF4-FFF2-40B4-BE49-F238E27FC236}">
                <a16:creationId xmlns:a16="http://schemas.microsoft.com/office/drawing/2014/main" id="{4CA7CB59-984F-CEB7-159E-E52D616AE8CB}"/>
              </a:ext>
            </a:extLst>
          </p:cNvPr>
          <p:cNvSpPr txBox="1">
            <a:spLocks noChangeArrowheads="1"/>
          </p:cNvSpPr>
          <p:nvPr/>
        </p:nvSpPr>
        <p:spPr bwMode="auto">
          <a:xfrm>
            <a:off x="1143000" y="533400"/>
            <a:ext cx="5078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2.6  </a:t>
            </a:r>
            <a:r>
              <a:rPr lang="en-US" altLang="en-US" sz="2000"/>
              <a:t>Common divisors of two integers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1">
            <a:extLst>
              <a:ext uri="{FF2B5EF4-FFF2-40B4-BE49-F238E27FC236}">
                <a16:creationId xmlns:a16="http://schemas.microsoft.com/office/drawing/2014/main" id="{BB4D7522-3764-0B16-62F3-43803A55653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F53CEBF9-3AC7-437D-9754-059D26761E15}" type="slidenum">
              <a:rPr lang="en-US" altLang="en-US" i="0">
                <a:latin typeface="Arial" panose="020B0604020202020204" pitchFamily="34" charset="0"/>
              </a:rPr>
              <a:pPr/>
              <a:t>21</a:t>
            </a:fld>
            <a:endParaRPr lang="en-US" altLang="en-US" i="0">
              <a:latin typeface="Arial" panose="020B0604020202020204" pitchFamily="34" charset="0"/>
            </a:endParaRPr>
          </a:p>
        </p:txBody>
      </p:sp>
      <p:sp>
        <p:nvSpPr>
          <p:cNvPr id="61443" name="Text Box 2">
            <a:extLst>
              <a:ext uri="{FF2B5EF4-FFF2-40B4-BE49-F238E27FC236}">
                <a16:creationId xmlns:a16="http://schemas.microsoft.com/office/drawing/2014/main" id="{014B0F5A-EC60-BBE3-A1A7-2A2E9F783EFA}"/>
              </a:ext>
            </a:extLst>
          </p:cNvPr>
          <p:cNvSpPr txBox="1">
            <a:spLocks noChangeArrowheads="1"/>
          </p:cNvSpPr>
          <p:nvPr/>
        </p:nvSpPr>
        <p:spPr bwMode="auto">
          <a:xfrm>
            <a:off x="1981200" y="3962400"/>
            <a:ext cx="2917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Euclidean Algorithm</a:t>
            </a:r>
            <a:endParaRPr lang="en-US" altLang="en-US" sz="2000"/>
          </a:p>
        </p:txBody>
      </p:sp>
      <p:sp>
        <p:nvSpPr>
          <p:cNvPr id="61444" name="Rectangle 3">
            <a:extLst>
              <a:ext uri="{FF2B5EF4-FFF2-40B4-BE49-F238E27FC236}">
                <a16:creationId xmlns:a16="http://schemas.microsoft.com/office/drawing/2014/main" id="{02D30B1E-4FA4-C44A-D51C-3299A729203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1445" name="Rectangle 4">
            <a:extLst>
              <a:ext uri="{FF2B5EF4-FFF2-40B4-BE49-F238E27FC236}">
                <a16:creationId xmlns:a16="http://schemas.microsoft.com/office/drawing/2014/main" id="{DA4DA724-0534-BDBA-0010-B018B18C614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1446" name="Rectangle 5">
            <a:extLst>
              <a:ext uri="{FF2B5EF4-FFF2-40B4-BE49-F238E27FC236}">
                <a16:creationId xmlns:a16="http://schemas.microsoft.com/office/drawing/2014/main" id="{AC3F1E48-2499-7A87-79B7-30D64F3B437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1447" name="Rectangle 6">
            <a:extLst>
              <a:ext uri="{FF2B5EF4-FFF2-40B4-BE49-F238E27FC236}">
                <a16:creationId xmlns:a16="http://schemas.microsoft.com/office/drawing/2014/main" id="{70346B47-1A06-F8AD-2552-3F37B53C982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1448" name="Rectangle 7">
            <a:extLst>
              <a:ext uri="{FF2B5EF4-FFF2-40B4-BE49-F238E27FC236}">
                <a16:creationId xmlns:a16="http://schemas.microsoft.com/office/drawing/2014/main" id="{3A44D5B2-31B4-FBF1-448F-36F9D97755F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1449" name="Rectangle 8">
            <a:extLst>
              <a:ext uri="{FF2B5EF4-FFF2-40B4-BE49-F238E27FC236}">
                <a16:creationId xmlns:a16="http://schemas.microsoft.com/office/drawing/2014/main" id="{D9CE76F0-645B-0F8C-423F-66B5B44A2CC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1450" name="Rectangle 9">
            <a:extLst>
              <a:ext uri="{FF2B5EF4-FFF2-40B4-BE49-F238E27FC236}">
                <a16:creationId xmlns:a16="http://schemas.microsoft.com/office/drawing/2014/main" id="{C370C9BE-B6B4-E6AC-4DB0-7B5E6E9D69F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1451" name="Text Box 10">
            <a:extLst>
              <a:ext uri="{FF2B5EF4-FFF2-40B4-BE49-F238E27FC236}">
                <a16:creationId xmlns:a16="http://schemas.microsoft.com/office/drawing/2014/main" id="{4626124A-E6FF-1408-EB32-DDD520A59952}"/>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61452" name="Line 11">
            <a:extLst>
              <a:ext uri="{FF2B5EF4-FFF2-40B4-BE49-F238E27FC236}">
                <a16:creationId xmlns:a16="http://schemas.microsoft.com/office/drawing/2014/main" id="{F04B1B72-4610-C0D7-D658-03005CC67C57}"/>
              </a:ext>
            </a:extLst>
          </p:cNvPr>
          <p:cNvSpPr>
            <a:spLocks noChangeShapeType="1"/>
          </p:cNvSpPr>
          <p:nvPr/>
        </p:nvSpPr>
        <p:spPr bwMode="auto">
          <a:xfrm>
            <a:off x="609600" y="4572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3" name="Line 12">
            <a:extLst>
              <a:ext uri="{FF2B5EF4-FFF2-40B4-BE49-F238E27FC236}">
                <a16:creationId xmlns:a16="http://schemas.microsoft.com/office/drawing/2014/main" id="{907BB838-C1EC-DEDD-7694-9D8C63049D1D}"/>
              </a:ext>
            </a:extLst>
          </p:cNvPr>
          <p:cNvSpPr>
            <a:spLocks noChangeShapeType="1"/>
          </p:cNvSpPr>
          <p:nvPr/>
        </p:nvSpPr>
        <p:spPr bwMode="auto">
          <a:xfrm>
            <a:off x="609600" y="6324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4" name="Rectangle 13">
            <a:extLst>
              <a:ext uri="{FF2B5EF4-FFF2-40B4-BE49-F238E27FC236}">
                <a16:creationId xmlns:a16="http://schemas.microsoft.com/office/drawing/2014/main" id="{241DEA10-1EAA-644F-8D96-46C559298FD5}"/>
              </a:ext>
            </a:extLst>
          </p:cNvPr>
          <p:cNvSpPr>
            <a:spLocks noChangeArrowheads="1"/>
          </p:cNvSpPr>
          <p:nvPr/>
        </p:nvSpPr>
        <p:spPr bwMode="auto">
          <a:xfrm>
            <a:off x="647700" y="4664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latin typeface="Arial" panose="020B0604020202020204" pitchFamily="34" charset="0"/>
              </a:rPr>
              <a:t>Fact 1: gcd (a, 0) = a</a:t>
            </a:r>
            <a:br>
              <a:rPr lang="en-US" altLang="en-US" sz="3200">
                <a:latin typeface="Arial" panose="020B0604020202020204" pitchFamily="34" charset="0"/>
              </a:rPr>
            </a:br>
            <a:r>
              <a:rPr lang="en-US" altLang="en-US" sz="3200">
                <a:latin typeface="Arial" panose="020B0604020202020204" pitchFamily="34" charset="0"/>
              </a:rPr>
              <a:t>Fact 2: gcd (a, b) = gcd (b, r), where r is</a:t>
            </a:r>
            <a:br>
              <a:rPr lang="en-US" altLang="en-US" sz="3200">
                <a:latin typeface="Arial" panose="020B0604020202020204" pitchFamily="34" charset="0"/>
              </a:rPr>
            </a:br>
            <a:r>
              <a:rPr lang="en-US" altLang="en-US" sz="3200">
                <a:latin typeface="Arial" panose="020B0604020202020204" pitchFamily="34" charset="0"/>
              </a:rPr>
              <a:t>             the remainder of dividing a by b</a:t>
            </a:r>
          </a:p>
        </p:txBody>
      </p:sp>
      <p:sp>
        <p:nvSpPr>
          <p:cNvPr id="61455" name="Line 14">
            <a:extLst>
              <a:ext uri="{FF2B5EF4-FFF2-40B4-BE49-F238E27FC236}">
                <a16:creationId xmlns:a16="http://schemas.microsoft.com/office/drawing/2014/main" id="{5E390357-1938-3C5E-C97D-39082C5A1B2E}"/>
              </a:ext>
            </a:extLst>
          </p:cNvPr>
          <p:cNvSpPr>
            <a:spLocks noChangeShapeType="1"/>
          </p:cNvSpPr>
          <p:nvPr/>
        </p:nvSpPr>
        <p:spPr bwMode="auto">
          <a:xfrm>
            <a:off x="609600" y="1752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6" name="Line 15">
            <a:extLst>
              <a:ext uri="{FF2B5EF4-FFF2-40B4-BE49-F238E27FC236}">
                <a16:creationId xmlns:a16="http://schemas.microsoft.com/office/drawing/2014/main" id="{3CF6ABC2-03E4-82B4-8C2E-90B922E7C2BB}"/>
              </a:ext>
            </a:extLst>
          </p:cNvPr>
          <p:cNvSpPr>
            <a:spLocks noChangeShapeType="1"/>
          </p:cNvSpPr>
          <p:nvPr/>
        </p:nvSpPr>
        <p:spPr bwMode="auto">
          <a:xfrm>
            <a:off x="609600" y="3505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57" name="Rectangle 16">
            <a:extLst>
              <a:ext uri="{FF2B5EF4-FFF2-40B4-BE49-F238E27FC236}">
                <a16:creationId xmlns:a16="http://schemas.microsoft.com/office/drawing/2014/main" id="{F6EB8F98-CDB3-666F-C743-FF52957FBBDE}"/>
              </a:ext>
            </a:extLst>
          </p:cNvPr>
          <p:cNvSpPr>
            <a:spLocks noChangeArrowheads="1"/>
          </p:cNvSpPr>
          <p:nvPr/>
        </p:nvSpPr>
        <p:spPr bwMode="auto">
          <a:xfrm>
            <a:off x="647700" y="18446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latin typeface="Arial" panose="020B0604020202020204" pitchFamily="34" charset="0"/>
              </a:rPr>
              <a:t>The greatest common divisor of two positive integers is the largest integer that can divide both integers.</a:t>
            </a:r>
          </a:p>
        </p:txBody>
      </p:sp>
      <p:sp>
        <p:nvSpPr>
          <p:cNvPr id="61458" name="Text Box 17">
            <a:extLst>
              <a:ext uri="{FF2B5EF4-FFF2-40B4-BE49-F238E27FC236}">
                <a16:creationId xmlns:a16="http://schemas.microsoft.com/office/drawing/2014/main" id="{2644960D-7A2B-5C81-A6F5-115AE6F62FFD}"/>
              </a:ext>
            </a:extLst>
          </p:cNvPr>
          <p:cNvSpPr txBox="1">
            <a:spLocks noChangeArrowheads="1"/>
          </p:cNvSpPr>
          <p:nvPr/>
        </p:nvSpPr>
        <p:spPr bwMode="auto">
          <a:xfrm>
            <a:off x="1905000" y="1219200"/>
            <a:ext cx="360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Greatest Common Divisor</a:t>
            </a:r>
            <a:endParaRPr lang="en-US" altLang="en-US" sz="2000"/>
          </a:p>
        </p:txBody>
      </p:sp>
      <p:grpSp>
        <p:nvGrpSpPr>
          <p:cNvPr id="61459" name="Group 18">
            <a:extLst>
              <a:ext uri="{FF2B5EF4-FFF2-40B4-BE49-F238E27FC236}">
                <a16:creationId xmlns:a16="http://schemas.microsoft.com/office/drawing/2014/main" id="{B226B837-D2D1-50EF-EDB7-4DAFFA586AF3}"/>
              </a:ext>
            </a:extLst>
          </p:cNvPr>
          <p:cNvGrpSpPr>
            <a:grpSpLocks/>
          </p:cNvGrpSpPr>
          <p:nvPr/>
        </p:nvGrpSpPr>
        <p:grpSpPr bwMode="auto">
          <a:xfrm>
            <a:off x="655638" y="3883025"/>
            <a:ext cx="1143000" cy="566738"/>
            <a:chOff x="1200" y="1248"/>
            <a:chExt cx="720" cy="357"/>
          </a:xfrm>
        </p:grpSpPr>
        <p:pic>
          <p:nvPicPr>
            <p:cNvPr id="61464" name="Picture 19">
              <a:extLst>
                <a:ext uri="{FF2B5EF4-FFF2-40B4-BE49-F238E27FC236}">
                  <a16:creationId xmlns:a16="http://schemas.microsoft.com/office/drawing/2014/main" id="{2EB92D6C-6996-47D1-6829-102FE9358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65" name="Text Box 20">
              <a:extLst>
                <a:ext uri="{FF2B5EF4-FFF2-40B4-BE49-F238E27FC236}">
                  <a16:creationId xmlns:a16="http://schemas.microsoft.com/office/drawing/2014/main" id="{B7C0E1DA-3AD2-2FB9-0E12-ECB53C4915E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grpSp>
        <p:nvGrpSpPr>
          <p:cNvPr id="61460" name="Group 21">
            <a:extLst>
              <a:ext uri="{FF2B5EF4-FFF2-40B4-BE49-F238E27FC236}">
                <a16:creationId xmlns:a16="http://schemas.microsoft.com/office/drawing/2014/main" id="{F5004475-5AB0-0DFA-F61D-E7658DDD31CA}"/>
              </a:ext>
            </a:extLst>
          </p:cNvPr>
          <p:cNvGrpSpPr>
            <a:grpSpLocks/>
          </p:cNvGrpSpPr>
          <p:nvPr/>
        </p:nvGrpSpPr>
        <p:grpSpPr bwMode="auto">
          <a:xfrm>
            <a:off x="609600" y="1143000"/>
            <a:ext cx="1143000" cy="566738"/>
            <a:chOff x="1200" y="1248"/>
            <a:chExt cx="720" cy="357"/>
          </a:xfrm>
        </p:grpSpPr>
        <p:pic>
          <p:nvPicPr>
            <p:cNvPr id="61462" name="Picture 22">
              <a:extLst>
                <a:ext uri="{FF2B5EF4-FFF2-40B4-BE49-F238E27FC236}">
                  <a16:creationId xmlns:a16="http://schemas.microsoft.com/office/drawing/2014/main" id="{8CB48059-AA0B-D244-1F03-15510D66E0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63" name="Text Box 23">
              <a:extLst>
                <a:ext uri="{FF2B5EF4-FFF2-40B4-BE49-F238E27FC236}">
                  <a16:creationId xmlns:a16="http://schemas.microsoft.com/office/drawing/2014/main" id="{634D5321-A5B0-C3B7-10A8-02A169E2A36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
        <p:nvSpPr>
          <p:cNvPr id="61461" name="TextBox 1">
            <a:extLst>
              <a:ext uri="{FF2B5EF4-FFF2-40B4-BE49-F238E27FC236}">
                <a16:creationId xmlns:a16="http://schemas.microsoft.com/office/drawing/2014/main" id="{086C0C3C-551C-3F35-7D53-AC3555716457}"/>
              </a:ext>
            </a:extLst>
          </p:cNvPr>
          <p:cNvSpPr txBox="1">
            <a:spLocks noChangeArrowheads="1"/>
          </p:cNvSpPr>
          <p:nvPr/>
        </p:nvSpPr>
        <p:spPr bwMode="auto">
          <a:xfrm flipH="1">
            <a:off x="457200" y="6400800"/>
            <a:ext cx="914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IN" altLang="en-US" sz="2400"/>
              <a:t>Fact 2 allow us to change the value of a, b until b becomes 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1">
            <a:extLst>
              <a:ext uri="{FF2B5EF4-FFF2-40B4-BE49-F238E27FC236}">
                <a16:creationId xmlns:a16="http://schemas.microsoft.com/office/drawing/2014/main" id="{6E89AA0B-0BDD-D206-9701-0AC0E5A8E581}"/>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2B36AE3A-C472-4DB2-BF92-F99D1EB70905}" type="slidenum">
              <a:rPr lang="en-US" altLang="en-US" i="0">
                <a:latin typeface="Arial" panose="020B0604020202020204" pitchFamily="34" charset="0"/>
              </a:rPr>
              <a:pPr/>
              <a:t>22</a:t>
            </a:fld>
            <a:endParaRPr lang="en-US" altLang="en-US" i="0">
              <a:latin typeface="Arial" panose="020B0604020202020204" pitchFamily="34" charset="0"/>
            </a:endParaRPr>
          </a:p>
        </p:txBody>
      </p:sp>
      <p:sp>
        <p:nvSpPr>
          <p:cNvPr id="63491" name="Rectangle 3">
            <a:extLst>
              <a:ext uri="{FF2B5EF4-FFF2-40B4-BE49-F238E27FC236}">
                <a16:creationId xmlns:a16="http://schemas.microsoft.com/office/drawing/2014/main" id="{FFE97D12-63BF-3B00-F943-13D49BA0D7F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3492" name="Rectangle 4">
            <a:extLst>
              <a:ext uri="{FF2B5EF4-FFF2-40B4-BE49-F238E27FC236}">
                <a16:creationId xmlns:a16="http://schemas.microsoft.com/office/drawing/2014/main" id="{0117CFAE-FB43-8A55-A3DB-BDDB153CE02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3493" name="Rectangle 5">
            <a:extLst>
              <a:ext uri="{FF2B5EF4-FFF2-40B4-BE49-F238E27FC236}">
                <a16:creationId xmlns:a16="http://schemas.microsoft.com/office/drawing/2014/main" id="{8FA6CD95-E196-731E-EF6D-2FF2C7CA360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3494" name="Rectangle 6">
            <a:extLst>
              <a:ext uri="{FF2B5EF4-FFF2-40B4-BE49-F238E27FC236}">
                <a16:creationId xmlns:a16="http://schemas.microsoft.com/office/drawing/2014/main" id="{4070BAEA-8D4A-3FFE-7222-2FB1001814D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3495" name="Rectangle 7">
            <a:extLst>
              <a:ext uri="{FF2B5EF4-FFF2-40B4-BE49-F238E27FC236}">
                <a16:creationId xmlns:a16="http://schemas.microsoft.com/office/drawing/2014/main" id="{F44D36A2-561D-FB91-7EA9-65D49B206CC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3496" name="Rectangle 8">
            <a:extLst>
              <a:ext uri="{FF2B5EF4-FFF2-40B4-BE49-F238E27FC236}">
                <a16:creationId xmlns:a16="http://schemas.microsoft.com/office/drawing/2014/main" id="{9E4CA085-C52C-1A5E-E8E5-EE1928EB975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3497" name="Rectangle 9">
            <a:extLst>
              <a:ext uri="{FF2B5EF4-FFF2-40B4-BE49-F238E27FC236}">
                <a16:creationId xmlns:a16="http://schemas.microsoft.com/office/drawing/2014/main" id="{4DED9675-2A6D-C55B-A888-C1503BA3E3B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3498" name="Text Box 10">
            <a:extLst>
              <a:ext uri="{FF2B5EF4-FFF2-40B4-BE49-F238E27FC236}">
                <a16:creationId xmlns:a16="http://schemas.microsoft.com/office/drawing/2014/main" id="{6660DABA-4380-089F-B5A1-3AA74300C0D7}"/>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pic>
        <p:nvPicPr>
          <p:cNvPr id="63499" name="Picture 24">
            <a:extLst>
              <a:ext uri="{FF2B5EF4-FFF2-40B4-BE49-F238E27FC236}">
                <a16:creationId xmlns:a16="http://schemas.microsoft.com/office/drawing/2014/main" id="{654FAD17-5D37-3A7C-133C-6836C550E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1066800"/>
            <a:ext cx="7002462"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500" name="Text Box 25">
            <a:extLst>
              <a:ext uri="{FF2B5EF4-FFF2-40B4-BE49-F238E27FC236}">
                <a16:creationId xmlns:a16="http://schemas.microsoft.com/office/drawing/2014/main" id="{6F43258E-F36B-118E-E099-56886AB88BC6}"/>
              </a:ext>
            </a:extLst>
          </p:cNvPr>
          <p:cNvSpPr txBox="1">
            <a:spLocks noChangeArrowheads="1"/>
          </p:cNvSpPr>
          <p:nvPr/>
        </p:nvSpPr>
        <p:spPr bwMode="auto">
          <a:xfrm>
            <a:off x="1219200" y="533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2.7  </a:t>
            </a:r>
            <a:r>
              <a:rPr lang="en-US" altLang="en-US" sz="2000"/>
              <a:t>Euclidean Algorithm</a:t>
            </a:r>
          </a:p>
        </p:txBody>
      </p:sp>
      <p:sp>
        <p:nvSpPr>
          <p:cNvPr id="63501" name="Line 27">
            <a:extLst>
              <a:ext uri="{FF2B5EF4-FFF2-40B4-BE49-F238E27FC236}">
                <a16:creationId xmlns:a16="http://schemas.microsoft.com/office/drawing/2014/main" id="{7F1027AE-3D6B-80C1-E92E-9468C65D34B7}"/>
              </a:ext>
            </a:extLst>
          </p:cNvPr>
          <p:cNvSpPr>
            <a:spLocks noChangeShapeType="1"/>
          </p:cNvSpPr>
          <p:nvPr/>
        </p:nvSpPr>
        <p:spPr bwMode="auto">
          <a:xfrm>
            <a:off x="609600" y="5334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2" name="Line 28">
            <a:extLst>
              <a:ext uri="{FF2B5EF4-FFF2-40B4-BE49-F238E27FC236}">
                <a16:creationId xmlns:a16="http://schemas.microsoft.com/office/drawing/2014/main" id="{F85AD257-E047-7D5D-F7D2-0C395514542E}"/>
              </a:ext>
            </a:extLst>
          </p:cNvPr>
          <p:cNvSpPr>
            <a:spLocks noChangeShapeType="1"/>
          </p:cNvSpPr>
          <p:nvPr/>
        </p:nvSpPr>
        <p:spPr bwMode="auto">
          <a:xfrm>
            <a:off x="609600" y="6553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3" name="Rectangle 29">
            <a:extLst>
              <a:ext uri="{FF2B5EF4-FFF2-40B4-BE49-F238E27FC236}">
                <a16:creationId xmlns:a16="http://schemas.microsoft.com/office/drawing/2014/main" id="{A3DAA2F3-C1E9-FE36-0BAB-8B3484FE0FC6}"/>
              </a:ext>
            </a:extLst>
          </p:cNvPr>
          <p:cNvSpPr>
            <a:spLocks noChangeArrowheads="1"/>
          </p:cNvSpPr>
          <p:nvPr/>
        </p:nvSpPr>
        <p:spPr bwMode="auto">
          <a:xfrm>
            <a:off x="647700" y="5426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latin typeface="Arial" panose="020B0604020202020204" pitchFamily="34" charset="0"/>
              </a:rPr>
              <a:t>When gcd (a, b) = 1, we say that a and b are relatively prime.</a:t>
            </a:r>
          </a:p>
        </p:txBody>
      </p:sp>
      <p:grpSp>
        <p:nvGrpSpPr>
          <p:cNvPr id="63504" name="Group 30">
            <a:extLst>
              <a:ext uri="{FF2B5EF4-FFF2-40B4-BE49-F238E27FC236}">
                <a16:creationId xmlns:a16="http://schemas.microsoft.com/office/drawing/2014/main" id="{EBC6B5C8-1C66-28FC-4BA0-4B42FB0D0A67}"/>
              </a:ext>
            </a:extLst>
          </p:cNvPr>
          <p:cNvGrpSpPr>
            <a:grpSpLocks/>
          </p:cNvGrpSpPr>
          <p:nvPr/>
        </p:nvGrpSpPr>
        <p:grpSpPr bwMode="auto">
          <a:xfrm>
            <a:off x="655638" y="4724400"/>
            <a:ext cx="1143000" cy="566738"/>
            <a:chOff x="1200" y="1248"/>
            <a:chExt cx="720" cy="357"/>
          </a:xfrm>
        </p:grpSpPr>
        <p:pic>
          <p:nvPicPr>
            <p:cNvPr id="63506" name="Picture 31">
              <a:extLst>
                <a:ext uri="{FF2B5EF4-FFF2-40B4-BE49-F238E27FC236}">
                  <a16:creationId xmlns:a16="http://schemas.microsoft.com/office/drawing/2014/main" id="{DCD546E9-61AD-04BF-280C-3A2C91F4BC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507" name="Text Box 32">
              <a:extLst>
                <a:ext uri="{FF2B5EF4-FFF2-40B4-BE49-F238E27FC236}">
                  <a16:creationId xmlns:a16="http://schemas.microsoft.com/office/drawing/2014/main" id="{F402CFF1-1039-E6A3-95CB-8BA473E725D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
        <p:nvSpPr>
          <p:cNvPr id="63505" name="TextBox 1">
            <a:extLst>
              <a:ext uri="{FF2B5EF4-FFF2-40B4-BE49-F238E27FC236}">
                <a16:creationId xmlns:a16="http://schemas.microsoft.com/office/drawing/2014/main" id="{79541682-C07E-9700-BBE8-3DBC1E15D7EE}"/>
              </a:ext>
            </a:extLst>
          </p:cNvPr>
          <p:cNvSpPr txBox="1">
            <a:spLocks noChangeArrowheads="1"/>
          </p:cNvSpPr>
          <p:nvPr/>
        </p:nvSpPr>
        <p:spPr bwMode="auto">
          <a:xfrm>
            <a:off x="2438400" y="4830763"/>
            <a:ext cx="2514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IN" altLang="en-US"/>
              <a:t>gcd (36,10) =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1">
            <a:extLst>
              <a:ext uri="{FF2B5EF4-FFF2-40B4-BE49-F238E27FC236}">
                <a16:creationId xmlns:a16="http://schemas.microsoft.com/office/drawing/2014/main" id="{BFAE701F-C2AD-6A19-5AD7-C7A4312B32B1}"/>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E76A160A-72BF-4ECD-8420-995302749E16}" type="slidenum">
              <a:rPr lang="en-US" altLang="en-US" i="0">
                <a:latin typeface="Arial" panose="020B0604020202020204" pitchFamily="34" charset="0"/>
              </a:rPr>
              <a:pPr/>
              <a:t>23</a:t>
            </a:fld>
            <a:endParaRPr lang="en-US" altLang="en-US" i="0">
              <a:latin typeface="Arial" panose="020B0604020202020204" pitchFamily="34" charset="0"/>
            </a:endParaRPr>
          </a:p>
        </p:txBody>
      </p:sp>
      <p:sp>
        <p:nvSpPr>
          <p:cNvPr id="65539" name="Rectangle 2">
            <a:extLst>
              <a:ext uri="{FF2B5EF4-FFF2-40B4-BE49-F238E27FC236}">
                <a16:creationId xmlns:a16="http://schemas.microsoft.com/office/drawing/2014/main" id="{5FF001FE-17C5-D0E3-E0C1-02693928860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5540" name="Rectangle 3">
            <a:extLst>
              <a:ext uri="{FF2B5EF4-FFF2-40B4-BE49-F238E27FC236}">
                <a16:creationId xmlns:a16="http://schemas.microsoft.com/office/drawing/2014/main" id="{C3C68AB5-2307-B1BC-37B3-7CC0FF9305A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5541" name="Rectangle 4">
            <a:extLst>
              <a:ext uri="{FF2B5EF4-FFF2-40B4-BE49-F238E27FC236}">
                <a16:creationId xmlns:a16="http://schemas.microsoft.com/office/drawing/2014/main" id="{EB1AB402-4264-AC1D-FEAB-17CDF263784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5542" name="Rectangle 5">
            <a:extLst>
              <a:ext uri="{FF2B5EF4-FFF2-40B4-BE49-F238E27FC236}">
                <a16:creationId xmlns:a16="http://schemas.microsoft.com/office/drawing/2014/main" id="{BB4AF344-EFB5-A3DD-5620-0F240FFCB2B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5543" name="Rectangle 6">
            <a:extLst>
              <a:ext uri="{FF2B5EF4-FFF2-40B4-BE49-F238E27FC236}">
                <a16:creationId xmlns:a16="http://schemas.microsoft.com/office/drawing/2014/main" id="{9CBA3FBD-952F-67A8-21B7-9FCCFB2C4DC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5544" name="Rectangle 7">
            <a:extLst>
              <a:ext uri="{FF2B5EF4-FFF2-40B4-BE49-F238E27FC236}">
                <a16:creationId xmlns:a16="http://schemas.microsoft.com/office/drawing/2014/main" id="{25284437-123C-088C-1BF3-4B0EC933F0E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5545" name="Rectangle 8">
            <a:extLst>
              <a:ext uri="{FF2B5EF4-FFF2-40B4-BE49-F238E27FC236}">
                <a16:creationId xmlns:a16="http://schemas.microsoft.com/office/drawing/2014/main" id="{9F3B4863-4CBA-FF6E-FA1C-25C00ADD649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5546" name="Text Box 9">
            <a:extLst>
              <a:ext uri="{FF2B5EF4-FFF2-40B4-BE49-F238E27FC236}">
                <a16:creationId xmlns:a16="http://schemas.microsoft.com/office/drawing/2014/main" id="{1A8A16E7-D15E-BDBD-8280-FCCDB707FB8E}"/>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65547" name="Line 12">
            <a:extLst>
              <a:ext uri="{FF2B5EF4-FFF2-40B4-BE49-F238E27FC236}">
                <a16:creationId xmlns:a16="http://schemas.microsoft.com/office/drawing/2014/main" id="{D6D93EC0-EAE6-5617-9A0F-05BC6A2A8720}"/>
              </a:ext>
            </a:extLst>
          </p:cNvPr>
          <p:cNvSpPr>
            <a:spLocks noChangeShapeType="1"/>
          </p:cNvSpPr>
          <p:nvPr/>
        </p:nvSpPr>
        <p:spPr bwMode="auto">
          <a:xfrm>
            <a:off x="609600" y="3124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48" name="Line 13">
            <a:extLst>
              <a:ext uri="{FF2B5EF4-FFF2-40B4-BE49-F238E27FC236}">
                <a16:creationId xmlns:a16="http://schemas.microsoft.com/office/drawing/2014/main" id="{0C16A79D-5D2D-9459-E8CF-DFBEEF6834A1}"/>
              </a:ext>
            </a:extLst>
          </p:cNvPr>
          <p:cNvSpPr>
            <a:spLocks noChangeShapeType="1"/>
          </p:cNvSpPr>
          <p:nvPr/>
        </p:nvSpPr>
        <p:spPr bwMode="auto">
          <a:xfrm>
            <a:off x="609600" y="4343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549" name="Rectangle 14">
            <a:extLst>
              <a:ext uri="{FF2B5EF4-FFF2-40B4-BE49-F238E27FC236}">
                <a16:creationId xmlns:a16="http://schemas.microsoft.com/office/drawing/2014/main" id="{6BC0D437-486B-0CE4-50A7-E54223A68510}"/>
              </a:ext>
            </a:extLst>
          </p:cNvPr>
          <p:cNvSpPr>
            <a:spLocks noChangeArrowheads="1"/>
          </p:cNvSpPr>
          <p:nvPr/>
        </p:nvSpPr>
        <p:spPr bwMode="auto">
          <a:xfrm>
            <a:off x="647700" y="32162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latin typeface="Arial" panose="020B0604020202020204" pitchFamily="34" charset="0"/>
              </a:rPr>
              <a:t>When gcd (a, b) = 1, we say that a and b are relatively prime.</a:t>
            </a:r>
          </a:p>
        </p:txBody>
      </p:sp>
      <p:grpSp>
        <p:nvGrpSpPr>
          <p:cNvPr id="65550" name="Group 15">
            <a:extLst>
              <a:ext uri="{FF2B5EF4-FFF2-40B4-BE49-F238E27FC236}">
                <a16:creationId xmlns:a16="http://schemas.microsoft.com/office/drawing/2014/main" id="{87690E4E-BA5E-9263-5834-BFCEA00B38AC}"/>
              </a:ext>
            </a:extLst>
          </p:cNvPr>
          <p:cNvGrpSpPr>
            <a:grpSpLocks/>
          </p:cNvGrpSpPr>
          <p:nvPr/>
        </p:nvGrpSpPr>
        <p:grpSpPr bwMode="auto">
          <a:xfrm>
            <a:off x="655638" y="2514600"/>
            <a:ext cx="1143000" cy="566738"/>
            <a:chOff x="1200" y="1248"/>
            <a:chExt cx="720" cy="357"/>
          </a:xfrm>
        </p:grpSpPr>
        <p:pic>
          <p:nvPicPr>
            <p:cNvPr id="65551" name="Picture 16">
              <a:extLst>
                <a:ext uri="{FF2B5EF4-FFF2-40B4-BE49-F238E27FC236}">
                  <a16:creationId xmlns:a16="http://schemas.microsoft.com/office/drawing/2014/main" id="{ECED5BA8-44CB-059E-858D-1AF0F07F9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52" name="Text Box 17">
              <a:extLst>
                <a:ext uri="{FF2B5EF4-FFF2-40B4-BE49-F238E27FC236}">
                  <a16:creationId xmlns:a16="http://schemas.microsoft.com/office/drawing/2014/main" id="{9C00D422-6F8B-D497-AC62-82501289DD2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1">
            <a:extLst>
              <a:ext uri="{FF2B5EF4-FFF2-40B4-BE49-F238E27FC236}">
                <a16:creationId xmlns:a16="http://schemas.microsoft.com/office/drawing/2014/main" id="{0FE888BF-6304-C407-59B4-3166803A34C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000000"/>
                </a:solidFill>
                <a:latin typeface="Arial" panose="020B0604020202020204" pitchFamily="34" charset="0"/>
              </a:rPr>
              <a:t>2.</a:t>
            </a:r>
            <a:fld id="{91ACA3FF-3949-48C4-B1F1-7483EDEB5EAB}" type="slidenum">
              <a:rPr lang="en-US" altLang="en-US" i="0">
                <a:solidFill>
                  <a:srgbClr val="000000"/>
                </a:solidFill>
                <a:latin typeface="Arial" panose="020B0604020202020204" pitchFamily="34" charset="0"/>
              </a:rPr>
              <a:pPr/>
              <a:t>24</a:t>
            </a:fld>
            <a:endParaRPr lang="en-US" altLang="en-US" i="0">
              <a:solidFill>
                <a:srgbClr val="000000"/>
              </a:solidFill>
              <a:latin typeface="Arial" panose="020B0604020202020204" pitchFamily="34" charset="0"/>
            </a:endParaRPr>
          </a:p>
        </p:txBody>
      </p:sp>
      <p:sp>
        <p:nvSpPr>
          <p:cNvPr id="67587" name="Text Box 2">
            <a:extLst>
              <a:ext uri="{FF2B5EF4-FFF2-40B4-BE49-F238E27FC236}">
                <a16:creationId xmlns:a16="http://schemas.microsoft.com/office/drawing/2014/main" id="{EBBBC183-5262-AB1F-5C29-C5535AD2DF49}"/>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2.7</a:t>
            </a:r>
            <a:endParaRPr lang="en-US" altLang="en-US" sz="2000">
              <a:solidFill>
                <a:srgbClr val="FFFFFF"/>
              </a:solidFill>
            </a:endParaRPr>
          </a:p>
        </p:txBody>
      </p:sp>
      <p:sp>
        <p:nvSpPr>
          <p:cNvPr id="67588" name="Rectangle 3">
            <a:extLst>
              <a:ext uri="{FF2B5EF4-FFF2-40B4-BE49-F238E27FC236}">
                <a16:creationId xmlns:a16="http://schemas.microsoft.com/office/drawing/2014/main" id="{E0C819C0-B758-05F9-0044-02603FAA98D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67589" name="Rectangle 4">
            <a:extLst>
              <a:ext uri="{FF2B5EF4-FFF2-40B4-BE49-F238E27FC236}">
                <a16:creationId xmlns:a16="http://schemas.microsoft.com/office/drawing/2014/main" id="{C938C3AA-9FD1-527D-6BEF-CC12691507A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67590" name="Rectangle 5">
            <a:extLst>
              <a:ext uri="{FF2B5EF4-FFF2-40B4-BE49-F238E27FC236}">
                <a16:creationId xmlns:a16="http://schemas.microsoft.com/office/drawing/2014/main" id="{83C77953-9F0E-C503-EDA1-9829EE2360F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67591" name="Rectangle 6">
            <a:extLst>
              <a:ext uri="{FF2B5EF4-FFF2-40B4-BE49-F238E27FC236}">
                <a16:creationId xmlns:a16="http://schemas.microsoft.com/office/drawing/2014/main" id="{7C865067-1A60-A9F9-A5F3-1F379888B2E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67592" name="Rectangle 7">
            <a:extLst>
              <a:ext uri="{FF2B5EF4-FFF2-40B4-BE49-F238E27FC236}">
                <a16:creationId xmlns:a16="http://schemas.microsoft.com/office/drawing/2014/main" id="{8BFE7E2F-982D-B5AC-5F67-F413909B89E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67593" name="Rectangle 8">
            <a:extLst>
              <a:ext uri="{FF2B5EF4-FFF2-40B4-BE49-F238E27FC236}">
                <a16:creationId xmlns:a16="http://schemas.microsoft.com/office/drawing/2014/main" id="{E4EC2997-8429-9770-9B4D-690B3C3D5AB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67594" name="Rectangle 9">
            <a:extLst>
              <a:ext uri="{FF2B5EF4-FFF2-40B4-BE49-F238E27FC236}">
                <a16:creationId xmlns:a16="http://schemas.microsoft.com/office/drawing/2014/main" id="{BC0C1A67-E1FA-F4D1-95F0-00D98B7DFFE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67595" name="Text Box 10">
            <a:extLst>
              <a:ext uri="{FF2B5EF4-FFF2-40B4-BE49-F238E27FC236}">
                <a16:creationId xmlns:a16="http://schemas.microsoft.com/office/drawing/2014/main" id="{4A2032ED-183F-F428-7496-78EE531DD1D6}"/>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2.1.4   Continued</a:t>
            </a:r>
          </a:p>
        </p:txBody>
      </p:sp>
      <p:sp>
        <p:nvSpPr>
          <p:cNvPr id="894987" name="Rectangle 11">
            <a:extLst>
              <a:ext uri="{FF2B5EF4-FFF2-40B4-BE49-F238E27FC236}">
                <a16:creationId xmlns:a16="http://schemas.microsoft.com/office/drawing/2014/main" id="{FBC0D7EC-6F47-F9A5-1B17-DF2F54650D8F}"/>
              </a:ext>
            </a:extLst>
          </p:cNvPr>
          <p:cNvSpPr>
            <a:spLocks noChangeArrowheads="1"/>
          </p:cNvSpPr>
          <p:nvPr/>
        </p:nvSpPr>
        <p:spPr bwMode="auto">
          <a:xfrm>
            <a:off x="304800" y="1065213"/>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rgbClr val="000000"/>
                </a:solidFill>
                <a:effectLst>
                  <a:outerShdw blurRad="38100" dist="38100" dir="2700000" algn="tl">
                    <a:srgbClr val="C0C0C0"/>
                  </a:outerShdw>
                </a:effectLst>
              </a:rPr>
              <a:t>Find the greatest common divisor of 2740 and 1760.</a:t>
            </a:r>
          </a:p>
        </p:txBody>
      </p:sp>
      <p:sp>
        <p:nvSpPr>
          <p:cNvPr id="894988" name="Rectangle 12">
            <a:extLst>
              <a:ext uri="{FF2B5EF4-FFF2-40B4-BE49-F238E27FC236}">
                <a16:creationId xmlns:a16="http://schemas.microsoft.com/office/drawing/2014/main" id="{6BEF90C0-3374-7D52-95B5-5E8C051B5C06}"/>
              </a:ext>
            </a:extLst>
          </p:cNvPr>
          <p:cNvSpPr>
            <a:spLocks noChangeArrowheads="1"/>
          </p:cNvSpPr>
          <p:nvPr/>
        </p:nvSpPr>
        <p:spPr bwMode="auto">
          <a:xfrm>
            <a:off x="228600" y="2057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dirty="0">
                <a:solidFill>
                  <a:srgbClr val="000000"/>
                </a:solidFill>
                <a:effectLst>
                  <a:outerShdw blurRad="38100" dist="38100" dir="2700000" algn="tl">
                    <a:srgbClr val="C0C0C0"/>
                  </a:outerShdw>
                </a:effectLst>
              </a:rPr>
              <a:t>We have </a:t>
            </a:r>
            <a:r>
              <a:rPr lang="en-US" altLang="en-US" sz="2400" i="0" dirty="0" err="1">
                <a:solidFill>
                  <a:srgbClr val="000000"/>
                </a:solidFill>
                <a:effectLst>
                  <a:outerShdw blurRad="38100" dist="38100" dir="2700000" algn="tl">
                    <a:srgbClr val="C0C0C0"/>
                  </a:outerShdw>
                </a:effectLst>
              </a:rPr>
              <a:t>gcd</a:t>
            </a:r>
            <a:r>
              <a:rPr lang="en-US" altLang="en-US" sz="2400" i="0" dirty="0">
                <a:solidFill>
                  <a:srgbClr val="000000"/>
                </a:solidFill>
                <a:effectLst>
                  <a:outerShdw blurRad="38100" dist="38100" dir="2700000" algn="tl">
                    <a:srgbClr val="C0C0C0"/>
                  </a:outerShdw>
                </a:effectLst>
              </a:rPr>
              <a:t> (2740, 1760) = ?.</a:t>
            </a:r>
          </a:p>
        </p:txBody>
      </p:sp>
      <p:sp>
        <p:nvSpPr>
          <p:cNvPr id="894989" name="Rectangle 13">
            <a:extLst>
              <a:ext uri="{FF2B5EF4-FFF2-40B4-BE49-F238E27FC236}">
                <a16:creationId xmlns:a16="http://schemas.microsoft.com/office/drawing/2014/main" id="{4891C1F5-687D-640B-3910-F44DF1515F57}"/>
              </a:ext>
            </a:extLst>
          </p:cNvPr>
          <p:cNvSpPr>
            <a:spLocks noChangeArrowheads="1"/>
          </p:cNvSpPr>
          <p:nvPr/>
        </p:nvSpPr>
        <p:spPr bwMode="auto">
          <a:xfrm>
            <a:off x="2286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rgbClr val="FF0000"/>
                </a:solidFill>
                <a:effectLst>
                  <a:outerShdw blurRad="38100" dist="38100" dir="2700000" algn="tl">
                    <a:srgbClr val="C0C0C0"/>
                  </a:outerShdw>
                </a:effectLst>
              </a:rPr>
              <a:t>Solution</a:t>
            </a:r>
          </a:p>
        </p:txBody>
      </p:sp>
      <p:pic>
        <p:nvPicPr>
          <p:cNvPr id="67599" name="Picture 15">
            <a:extLst>
              <a:ext uri="{FF2B5EF4-FFF2-40B4-BE49-F238E27FC236}">
                <a16:creationId xmlns:a16="http://schemas.microsoft.com/office/drawing/2014/main" id="{A7E14850-BA8D-DD6B-C633-38B8169E1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2504"/>
          <a:stretch>
            <a:fillRect/>
          </a:stretch>
        </p:blipFill>
        <p:spPr bwMode="auto">
          <a:xfrm>
            <a:off x="1668463" y="2565400"/>
            <a:ext cx="5265737" cy="6699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1">
            <a:extLst>
              <a:ext uri="{FF2B5EF4-FFF2-40B4-BE49-F238E27FC236}">
                <a16:creationId xmlns:a16="http://schemas.microsoft.com/office/drawing/2014/main" id="{94343F1E-1CB8-094B-5C99-CA860A1423DD}"/>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DAD712EA-2E69-458C-9246-7EAF1966790E}" type="slidenum">
              <a:rPr lang="en-US" altLang="en-US" i="0">
                <a:latin typeface="Arial" panose="020B0604020202020204" pitchFamily="34" charset="0"/>
              </a:rPr>
              <a:pPr/>
              <a:t>25</a:t>
            </a:fld>
            <a:endParaRPr lang="en-US" altLang="en-US" i="0">
              <a:latin typeface="Arial" panose="020B0604020202020204" pitchFamily="34" charset="0"/>
            </a:endParaRPr>
          </a:p>
        </p:txBody>
      </p:sp>
      <p:sp>
        <p:nvSpPr>
          <p:cNvPr id="69635" name="Text Box 2">
            <a:extLst>
              <a:ext uri="{FF2B5EF4-FFF2-40B4-BE49-F238E27FC236}">
                <a16:creationId xmlns:a16="http://schemas.microsoft.com/office/drawing/2014/main" id="{3BC5F4B5-6FD5-0CAE-D3FE-7312BB4E8F8B}"/>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2.7</a:t>
            </a:r>
            <a:endParaRPr lang="en-US" altLang="en-US" sz="2000">
              <a:solidFill>
                <a:schemeClr val="bg1"/>
              </a:solidFill>
            </a:endParaRPr>
          </a:p>
        </p:txBody>
      </p:sp>
      <p:sp>
        <p:nvSpPr>
          <p:cNvPr id="69636" name="Rectangle 3">
            <a:extLst>
              <a:ext uri="{FF2B5EF4-FFF2-40B4-BE49-F238E27FC236}">
                <a16:creationId xmlns:a16="http://schemas.microsoft.com/office/drawing/2014/main" id="{80C2667D-2FC3-59E3-5EC9-8E48F23EEC8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9637" name="Rectangle 4">
            <a:extLst>
              <a:ext uri="{FF2B5EF4-FFF2-40B4-BE49-F238E27FC236}">
                <a16:creationId xmlns:a16="http://schemas.microsoft.com/office/drawing/2014/main" id="{336A2DBC-98A2-CCE0-965F-60585D27869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9638" name="Rectangle 5">
            <a:extLst>
              <a:ext uri="{FF2B5EF4-FFF2-40B4-BE49-F238E27FC236}">
                <a16:creationId xmlns:a16="http://schemas.microsoft.com/office/drawing/2014/main" id="{C2B575B3-B7EF-F466-8DFB-728E514E571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9639" name="Rectangle 6">
            <a:extLst>
              <a:ext uri="{FF2B5EF4-FFF2-40B4-BE49-F238E27FC236}">
                <a16:creationId xmlns:a16="http://schemas.microsoft.com/office/drawing/2014/main" id="{5C383266-45DD-6E1C-E71E-5352B9A99A7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9640" name="Rectangle 7">
            <a:extLst>
              <a:ext uri="{FF2B5EF4-FFF2-40B4-BE49-F238E27FC236}">
                <a16:creationId xmlns:a16="http://schemas.microsoft.com/office/drawing/2014/main" id="{0CA68652-BA14-6DD1-DAD8-F2C6C513530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9641" name="Rectangle 8">
            <a:extLst>
              <a:ext uri="{FF2B5EF4-FFF2-40B4-BE49-F238E27FC236}">
                <a16:creationId xmlns:a16="http://schemas.microsoft.com/office/drawing/2014/main" id="{3FCA2036-57D6-7AD6-FA01-865F20C9981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9642" name="Rectangle 9">
            <a:extLst>
              <a:ext uri="{FF2B5EF4-FFF2-40B4-BE49-F238E27FC236}">
                <a16:creationId xmlns:a16="http://schemas.microsoft.com/office/drawing/2014/main" id="{A45C14D2-12A2-A741-0F08-71056F3CF87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69643" name="Text Box 10">
            <a:extLst>
              <a:ext uri="{FF2B5EF4-FFF2-40B4-BE49-F238E27FC236}">
                <a16:creationId xmlns:a16="http://schemas.microsoft.com/office/drawing/2014/main" id="{45BEA6D8-D51B-6BD1-9583-A020722A382B}"/>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894987" name="Rectangle 11">
            <a:extLst>
              <a:ext uri="{FF2B5EF4-FFF2-40B4-BE49-F238E27FC236}">
                <a16:creationId xmlns:a16="http://schemas.microsoft.com/office/drawing/2014/main" id="{B0DA4886-D02C-6335-F5A2-4994D1F1600E}"/>
              </a:ext>
            </a:extLst>
          </p:cNvPr>
          <p:cNvSpPr>
            <a:spLocks noChangeArrowheads="1"/>
          </p:cNvSpPr>
          <p:nvPr/>
        </p:nvSpPr>
        <p:spPr bwMode="auto">
          <a:xfrm>
            <a:off x="304800" y="1065213"/>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the greatest common divisor of 2740 and 1760.</a:t>
            </a:r>
          </a:p>
        </p:txBody>
      </p:sp>
      <p:sp>
        <p:nvSpPr>
          <p:cNvPr id="894988" name="Rectangle 12">
            <a:extLst>
              <a:ext uri="{FF2B5EF4-FFF2-40B4-BE49-F238E27FC236}">
                <a16:creationId xmlns:a16="http://schemas.microsoft.com/office/drawing/2014/main" id="{1E295850-9C68-6276-F9E5-BEFB86219740}"/>
              </a:ext>
            </a:extLst>
          </p:cNvPr>
          <p:cNvSpPr>
            <a:spLocks noChangeArrowheads="1"/>
          </p:cNvSpPr>
          <p:nvPr/>
        </p:nvSpPr>
        <p:spPr bwMode="auto">
          <a:xfrm>
            <a:off x="228600" y="2057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We have gcd (2740, 1760) = 20.</a:t>
            </a:r>
          </a:p>
        </p:txBody>
      </p:sp>
      <p:sp>
        <p:nvSpPr>
          <p:cNvPr id="894989" name="Rectangle 13">
            <a:extLst>
              <a:ext uri="{FF2B5EF4-FFF2-40B4-BE49-F238E27FC236}">
                <a16:creationId xmlns:a16="http://schemas.microsoft.com/office/drawing/2014/main" id="{5C550CE4-A941-DDBC-8F34-54A7402608DC}"/>
              </a:ext>
            </a:extLst>
          </p:cNvPr>
          <p:cNvSpPr>
            <a:spLocks noChangeArrowheads="1"/>
          </p:cNvSpPr>
          <p:nvPr/>
        </p:nvSpPr>
        <p:spPr bwMode="auto">
          <a:xfrm>
            <a:off x="2286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pic>
        <p:nvPicPr>
          <p:cNvPr id="69647" name="Picture 15">
            <a:extLst>
              <a:ext uri="{FF2B5EF4-FFF2-40B4-BE49-F238E27FC236}">
                <a16:creationId xmlns:a16="http://schemas.microsoft.com/office/drawing/2014/main" id="{3DB907ED-B2BD-ABA5-26B0-633399EB9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8463" y="2565400"/>
            <a:ext cx="5265737" cy="3830638"/>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1">
            <a:extLst>
              <a:ext uri="{FF2B5EF4-FFF2-40B4-BE49-F238E27FC236}">
                <a16:creationId xmlns:a16="http://schemas.microsoft.com/office/drawing/2014/main" id="{78A865AD-C2B8-C1EC-00A0-9A06074C19FF}"/>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FEB5CD79-0F5D-4854-9350-C636950E9C47}" type="slidenum">
              <a:rPr lang="en-US" altLang="en-US" i="0">
                <a:latin typeface="Arial" panose="020B0604020202020204" pitchFamily="34" charset="0"/>
              </a:rPr>
              <a:pPr/>
              <a:t>26</a:t>
            </a:fld>
            <a:endParaRPr lang="en-US" altLang="en-US" i="0">
              <a:latin typeface="Arial" panose="020B0604020202020204" pitchFamily="34" charset="0"/>
            </a:endParaRPr>
          </a:p>
        </p:txBody>
      </p:sp>
      <p:sp>
        <p:nvSpPr>
          <p:cNvPr id="71683" name="Text Box 2">
            <a:extLst>
              <a:ext uri="{FF2B5EF4-FFF2-40B4-BE49-F238E27FC236}">
                <a16:creationId xmlns:a16="http://schemas.microsoft.com/office/drawing/2014/main" id="{733298FB-072F-D10B-6280-AA19CC188D76}"/>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2.8</a:t>
            </a:r>
            <a:endParaRPr lang="en-US" altLang="en-US" sz="2000">
              <a:solidFill>
                <a:schemeClr val="bg1"/>
              </a:solidFill>
            </a:endParaRPr>
          </a:p>
        </p:txBody>
      </p:sp>
      <p:sp>
        <p:nvSpPr>
          <p:cNvPr id="71684" name="Rectangle 3">
            <a:extLst>
              <a:ext uri="{FF2B5EF4-FFF2-40B4-BE49-F238E27FC236}">
                <a16:creationId xmlns:a16="http://schemas.microsoft.com/office/drawing/2014/main" id="{ED0464F2-11E4-3358-0D40-A5A09AADC49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1685" name="Rectangle 4">
            <a:extLst>
              <a:ext uri="{FF2B5EF4-FFF2-40B4-BE49-F238E27FC236}">
                <a16:creationId xmlns:a16="http://schemas.microsoft.com/office/drawing/2014/main" id="{924068FB-A1EB-DC0A-72C5-48FA6BAEE99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1686" name="Rectangle 5">
            <a:extLst>
              <a:ext uri="{FF2B5EF4-FFF2-40B4-BE49-F238E27FC236}">
                <a16:creationId xmlns:a16="http://schemas.microsoft.com/office/drawing/2014/main" id="{99C6906A-6DB9-06C1-7FD4-DA49ED09F0E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1687" name="Rectangle 6">
            <a:extLst>
              <a:ext uri="{FF2B5EF4-FFF2-40B4-BE49-F238E27FC236}">
                <a16:creationId xmlns:a16="http://schemas.microsoft.com/office/drawing/2014/main" id="{9A761165-AC6C-C3CD-A502-B3EC26FC39D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1688" name="Rectangle 7">
            <a:extLst>
              <a:ext uri="{FF2B5EF4-FFF2-40B4-BE49-F238E27FC236}">
                <a16:creationId xmlns:a16="http://schemas.microsoft.com/office/drawing/2014/main" id="{21001EDD-4DD1-D34E-0EA6-6A0A5265D7F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1689" name="Rectangle 8">
            <a:extLst>
              <a:ext uri="{FF2B5EF4-FFF2-40B4-BE49-F238E27FC236}">
                <a16:creationId xmlns:a16="http://schemas.microsoft.com/office/drawing/2014/main" id="{49701BD4-2BD0-2D0A-0D34-4F7EE3C2A98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1690" name="Rectangle 9">
            <a:extLst>
              <a:ext uri="{FF2B5EF4-FFF2-40B4-BE49-F238E27FC236}">
                <a16:creationId xmlns:a16="http://schemas.microsoft.com/office/drawing/2014/main" id="{78EE7A33-0EEA-FEB9-00BE-53FBF55874E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1691" name="Text Box 10">
            <a:extLst>
              <a:ext uri="{FF2B5EF4-FFF2-40B4-BE49-F238E27FC236}">
                <a16:creationId xmlns:a16="http://schemas.microsoft.com/office/drawing/2014/main" id="{23CF2558-8157-D67B-13EB-EAA3BB353441}"/>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897035" name="Rectangle 11">
            <a:extLst>
              <a:ext uri="{FF2B5EF4-FFF2-40B4-BE49-F238E27FC236}">
                <a16:creationId xmlns:a16="http://schemas.microsoft.com/office/drawing/2014/main" id="{BDC7F16D-3BC5-F0F1-9385-61287DF810EC}"/>
              </a:ext>
            </a:extLst>
          </p:cNvPr>
          <p:cNvSpPr>
            <a:spLocks noChangeArrowheads="1"/>
          </p:cNvSpPr>
          <p:nvPr/>
        </p:nvSpPr>
        <p:spPr bwMode="auto">
          <a:xfrm>
            <a:off x="304800" y="1065213"/>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the greatest common divisor of 25 and 60.</a:t>
            </a:r>
          </a:p>
        </p:txBody>
      </p:sp>
      <p:sp>
        <p:nvSpPr>
          <p:cNvPr id="897036" name="Rectangle 12">
            <a:extLst>
              <a:ext uri="{FF2B5EF4-FFF2-40B4-BE49-F238E27FC236}">
                <a16:creationId xmlns:a16="http://schemas.microsoft.com/office/drawing/2014/main" id="{4D4CB27A-D282-1B5F-405C-5A1F954F2A0F}"/>
              </a:ext>
            </a:extLst>
          </p:cNvPr>
          <p:cNvSpPr>
            <a:spLocks noChangeArrowheads="1"/>
          </p:cNvSpPr>
          <p:nvPr/>
        </p:nvSpPr>
        <p:spPr bwMode="auto">
          <a:xfrm>
            <a:off x="228600" y="2057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We have gcd (25, 65) = 5.</a:t>
            </a:r>
          </a:p>
        </p:txBody>
      </p:sp>
      <p:sp>
        <p:nvSpPr>
          <p:cNvPr id="897037" name="Rectangle 13">
            <a:extLst>
              <a:ext uri="{FF2B5EF4-FFF2-40B4-BE49-F238E27FC236}">
                <a16:creationId xmlns:a16="http://schemas.microsoft.com/office/drawing/2014/main" id="{3F6800B1-B73C-545E-EEFC-EA0235445D9F}"/>
              </a:ext>
            </a:extLst>
          </p:cNvPr>
          <p:cNvSpPr>
            <a:spLocks noChangeArrowheads="1"/>
          </p:cNvSpPr>
          <p:nvPr/>
        </p:nvSpPr>
        <p:spPr bwMode="auto">
          <a:xfrm>
            <a:off x="228600" y="1676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pic>
        <p:nvPicPr>
          <p:cNvPr id="71695" name="Picture 15">
            <a:extLst>
              <a:ext uri="{FF2B5EF4-FFF2-40B4-BE49-F238E27FC236}">
                <a16:creationId xmlns:a16="http://schemas.microsoft.com/office/drawing/2014/main" id="{B98103A5-16BE-7450-B9AA-CED39BBE6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2735263"/>
            <a:ext cx="5146675" cy="282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1">
            <a:extLst>
              <a:ext uri="{FF2B5EF4-FFF2-40B4-BE49-F238E27FC236}">
                <a16:creationId xmlns:a16="http://schemas.microsoft.com/office/drawing/2014/main" id="{3B02ADC7-C37B-D4B0-62B5-6CF39FEB9747}"/>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EA18CEA1-DB5E-4523-A944-1F7A882BD19E}" type="slidenum">
              <a:rPr lang="en-US" altLang="en-US" i="0">
                <a:latin typeface="Arial" panose="020B0604020202020204" pitchFamily="34" charset="0"/>
              </a:rPr>
              <a:pPr/>
              <a:t>27</a:t>
            </a:fld>
            <a:endParaRPr lang="en-US" altLang="en-US" i="0">
              <a:latin typeface="Arial" panose="020B0604020202020204" pitchFamily="34" charset="0"/>
            </a:endParaRPr>
          </a:p>
        </p:txBody>
      </p:sp>
      <p:sp>
        <p:nvSpPr>
          <p:cNvPr id="73731" name="Text Box 2">
            <a:extLst>
              <a:ext uri="{FF2B5EF4-FFF2-40B4-BE49-F238E27FC236}">
                <a16:creationId xmlns:a16="http://schemas.microsoft.com/office/drawing/2014/main" id="{9DFA45AE-C0AE-826C-D6BF-F8DB80F2A3A4}"/>
              </a:ext>
            </a:extLst>
          </p:cNvPr>
          <p:cNvSpPr txBox="1">
            <a:spLocks noChangeArrowheads="1"/>
          </p:cNvSpPr>
          <p:nvPr/>
        </p:nvSpPr>
        <p:spPr bwMode="auto">
          <a:xfrm>
            <a:off x="1143000" y="533400"/>
            <a:ext cx="423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Extended Euclidean Algorithm</a:t>
            </a:r>
            <a:endParaRPr lang="en-US" altLang="en-US" sz="2000"/>
          </a:p>
        </p:txBody>
      </p:sp>
      <p:sp>
        <p:nvSpPr>
          <p:cNvPr id="73732" name="Rectangle 3">
            <a:extLst>
              <a:ext uri="{FF2B5EF4-FFF2-40B4-BE49-F238E27FC236}">
                <a16:creationId xmlns:a16="http://schemas.microsoft.com/office/drawing/2014/main" id="{DB4E8578-BBED-ABD0-B951-8CE1C34E4EC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3733" name="Rectangle 4">
            <a:extLst>
              <a:ext uri="{FF2B5EF4-FFF2-40B4-BE49-F238E27FC236}">
                <a16:creationId xmlns:a16="http://schemas.microsoft.com/office/drawing/2014/main" id="{B8D2E47E-5527-434B-91A1-27B1BDD46C6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3734" name="Rectangle 5">
            <a:extLst>
              <a:ext uri="{FF2B5EF4-FFF2-40B4-BE49-F238E27FC236}">
                <a16:creationId xmlns:a16="http://schemas.microsoft.com/office/drawing/2014/main" id="{E16487BA-DB41-D8FC-DB1D-665AFDCEF3D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3735" name="Rectangle 6">
            <a:extLst>
              <a:ext uri="{FF2B5EF4-FFF2-40B4-BE49-F238E27FC236}">
                <a16:creationId xmlns:a16="http://schemas.microsoft.com/office/drawing/2014/main" id="{F862FDD4-17A6-6A66-2DB6-45F5C581FE4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3736" name="Rectangle 7">
            <a:extLst>
              <a:ext uri="{FF2B5EF4-FFF2-40B4-BE49-F238E27FC236}">
                <a16:creationId xmlns:a16="http://schemas.microsoft.com/office/drawing/2014/main" id="{FAF194C6-3C90-C4AE-784C-E0352460735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3737" name="Rectangle 8">
            <a:extLst>
              <a:ext uri="{FF2B5EF4-FFF2-40B4-BE49-F238E27FC236}">
                <a16:creationId xmlns:a16="http://schemas.microsoft.com/office/drawing/2014/main" id="{B2608CE6-251B-F0A8-8707-3A66388B0FE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3738" name="Rectangle 9">
            <a:extLst>
              <a:ext uri="{FF2B5EF4-FFF2-40B4-BE49-F238E27FC236}">
                <a16:creationId xmlns:a16="http://schemas.microsoft.com/office/drawing/2014/main" id="{3E71A414-1C9E-91C4-861E-778A68396D2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3739" name="Text Box 10">
            <a:extLst>
              <a:ext uri="{FF2B5EF4-FFF2-40B4-BE49-F238E27FC236}">
                <a16:creationId xmlns:a16="http://schemas.microsoft.com/office/drawing/2014/main" id="{06863FB6-35D1-F4C2-F9F3-FA6C1D01F5C2}"/>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899083" name="Rectangle 11">
            <a:extLst>
              <a:ext uri="{FF2B5EF4-FFF2-40B4-BE49-F238E27FC236}">
                <a16:creationId xmlns:a16="http://schemas.microsoft.com/office/drawing/2014/main" id="{52310D1A-2C74-9468-0C0E-0878AB3E8B29}"/>
              </a:ext>
            </a:extLst>
          </p:cNvPr>
          <p:cNvSpPr>
            <a:spLocks noChangeArrowheads="1"/>
          </p:cNvSpPr>
          <p:nvPr/>
        </p:nvSpPr>
        <p:spPr bwMode="auto">
          <a:xfrm>
            <a:off x="304800" y="10826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Given two integers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and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we often need to find other two integers,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 such that</a:t>
            </a:r>
          </a:p>
        </p:txBody>
      </p:sp>
      <p:pic>
        <p:nvPicPr>
          <p:cNvPr id="73741" name="Picture 15">
            <a:extLst>
              <a:ext uri="{FF2B5EF4-FFF2-40B4-BE49-F238E27FC236}">
                <a16:creationId xmlns:a16="http://schemas.microsoft.com/office/drawing/2014/main" id="{E3125CB1-AC99-4D43-F942-F7F2638BEA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3" y="2438400"/>
            <a:ext cx="5462587"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9088" name="Rectangle 16">
            <a:extLst>
              <a:ext uri="{FF2B5EF4-FFF2-40B4-BE49-F238E27FC236}">
                <a16:creationId xmlns:a16="http://schemas.microsoft.com/office/drawing/2014/main" id="{FD896502-8BE6-C851-A8D5-0E9D48BA43D1}"/>
              </a:ext>
            </a:extLst>
          </p:cNvPr>
          <p:cNvSpPr>
            <a:spLocks noChangeArrowheads="1"/>
          </p:cNvSpPr>
          <p:nvPr/>
        </p:nvSpPr>
        <p:spPr bwMode="auto">
          <a:xfrm>
            <a:off x="381000" y="39782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dirty="0">
                <a:effectLst>
                  <a:outerShdw blurRad="38100" dist="38100" dir="2700000" algn="tl">
                    <a:srgbClr val="C0C0C0"/>
                  </a:outerShdw>
                </a:effectLst>
              </a:rPr>
              <a:t>The extended Euclidean algorithm can calculate the </a:t>
            </a:r>
            <a:r>
              <a:rPr lang="en-US" altLang="en-US" sz="2400" i="0" dirty="0" err="1">
                <a:effectLst>
                  <a:outerShdw blurRad="38100" dist="38100" dir="2700000" algn="tl">
                    <a:srgbClr val="C0C0C0"/>
                  </a:outerShdw>
                </a:effectLst>
              </a:rPr>
              <a:t>gcd</a:t>
            </a:r>
            <a:r>
              <a:rPr lang="en-US" altLang="en-US" sz="2400" i="0" dirty="0">
                <a:effectLst>
                  <a:outerShdw blurRad="38100" dist="38100" dir="2700000" algn="tl">
                    <a:srgbClr val="C0C0C0"/>
                  </a:outerShdw>
                </a:effectLst>
              </a:rPr>
              <a:t> (</a:t>
            </a:r>
            <a:r>
              <a:rPr lang="en-US" altLang="en-US" sz="2400" dirty="0">
                <a:effectLst>
                  <a:outerShdw blurRad="38100" dist="38100" dir="2700000" algn="tl">
                    <a:srgbClr val="C0C0C0"/>
                  </a:outerShdw>
                </a:effectLst>
              </a:rPr>
              <a:t>a</a:t>
            </a:r>
            <a:r>
              <a:rPr lang="en-US" altLang="en-US" sz="2400" i="0" dirty="0">
                <a:effectLst>
                  <a:outerShdw blurRad="38100" dist="38100" dir="2700000" algn="tl">
                    <a:srgbClr val="C0C0C0"/>
                  </a:outerShdw>
                </a:effectLst>
              </a:rPr>
              <a:t>, </a:t>
            </a:r>
            <a:r>
              <a:rPr lang="en-US" altLang="en-US" sz="2400" dirty="0">
                <a:effectLst>
                  <a:outerShdw blurRad="38100" dist="38100" dir="2700000" algn="tl">
                    <a:srgbClr val="C0C0C0"/>
                  </a:outerShdw>
                </a:effectLst>
              </a:rPr>
              <a:t>b</a:t>
            </a:r>
            <a:r>
              <a:rPr lang="en-US" altLang="en-US" sz="2400" i="0" dirty="0">
                <a:effectLst>
                  <a:outerShdw blurRad="38100" dist="38100" dir="2700000" algn="tl">
                    <a:srgbClr val="C0C0C0"/>
                  </a:outerShdw>
                </a:effectLst>
              </a:rPr>
              <a:t>) and at the same time calculate the value of </a:t>
            </a:r>
            <a:r>
              <a:rPr lang="en-US" altLang="en-US" sz="2400" dirty="0">
                <a:effectLst>
                  <a:outerShdw blurRad="38100" dist="38100" dir="2700000" algn="tl">
                    <a:srgbClr val="C0C0C0"/>
                  </a:outerShdw>
                </a:effectLst>
              </a:rPr>
              <a:t>s</a:t>
            </a:r>
            <a:r>
              <a:rPr lang="en-US" altLang="en-US" sz="2400" i="0" dirty="0">
                <a:effectLst>
                  <a:outerShdw blurRad="38100" dist="38100" dir="2700000" algn="tl">
                    <a:srgbClr val="C0C0C0"/>
                  </a:outerShdw>
                </a:effectLst>
              </a:rPr>
              <a:t> and </a:t>
            </a:r>
            <a:r>
              <a:rPr lang="en-US" altLang="en-US" sz="2400" dirty="0">
                <a:effectLst>
                  <a:outerShdw blurRad="38100" dist="38100" dir="2700000" algn="tl">
                    <a:srgbClr val="C0C0C0"/>
                  </a:outerShdw>
                </a:effectLst>
              </a:rPr>
              <a:t>t</a:t>
            </a:r>
            <a:r>
              <a:rPr lang="en-US" altLang="en-US" sz="2400" i="0" dirty="0">
                <a:effectLst>
                  <a:outerShdw blurRad="38100" dist="38100" dir="2700000" algn="tl">
                    <a:srgbClr val="C0C0C0"/>
                  </a:outerShdw>
                </a:effectLst>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1">
            <a:extLst>
              <a:ext uri="{FF2B5EF4-FFF2-40B4-BE49-F238E27FC236}">
                <a16:creationId xmlns:a16="http://schemas.microsoft.com/office/drawing/2014/main" id="{029BBFD4-103B-B2DA-AC0E-BAF21CBEF05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17506BA7-6699-41CD-ADB4-8828DAB98CB2}" type="slidenum">
              <a:rPr lang="en-US" altLang="en-US" i="0">
                <a:latin typeface="Arial" panose="020B0604020202020204" pitchFamily="34" charset="0"/>
              </a:rPr>
              <a:pPr/>
              <a:t>28</a:t>
            </a:fld>
            <a:endParaRPr lang="en-US" altLang="en-US" i="0">
              <a:latin typeface="Arial" panose="020B0604020202020204" pitchFamily="34" charset="0"/>
            </a:endParaRPr>
          </a:p>
        </p:txBody>
      </p:sp>
      <p:sp>
        <p:nvSpPr>
          <p:cNvPr id="75779" name="Rectangle 3">
            <a:extLst>
              <a:ext uri="{FF2B5EF4-FFF2-40B4-BE49-F238E27FC236}">
                <a16:creationId xmlns:a16="http://schemas.microsoft.com/office/drawing/2014/main" id="{8916DEEB-D653-E788-9712-B95EC2E8E56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5780" name="Rectangle 4">
            <a:extLst>
              <a:ext uri="{FF2B5EF4-FFF2-40B4-BE49-F238E27FC236}">
                <a16:creationId xmlns:a16="http://schemas.microsoft.com/office/drawing/2014/main" id="{BF9CD99D-B30A-4C9B-6942-91D3CEDE3BD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5781" name="Rectangle 5">
            <a:extLst>
              <a:ext uri="{FF2B5EF4-FFF2-40B4-BE49-F238E27FC236}">
                <a16:creationId xmlns:a16="http://schemas.microsoft.com/office/drawing/2014/main" id="{81088619-9CC9-5F0E-56F2-56D8B458D5D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5782" name="Rectangle 6">
            <a:extLst>
              <a:ext uri="{FF2B5EF4-FFF2-40B4-BE49-F238E27FC236}">
                <a16:creationId xmlns:a16="http://schemas.microsoft.com/office/drawing/2014/main" id="{D4C60613-D081-AC6B-D0C9-1BB9C62ECC3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5783" name="Rectangle 7">
            <a:extLst>
              <a:ext uri="{FF2B5EF4-FFF2-40B4-BE49-F238E27FC236}">
                <a16:creationId xmlns:a16="http://schemas.microsoft.com/office/drawing/2014/main" id="{F09D0288-3FF7-5C7D-B06A-7AD48E3771F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5784" name="Rectangle 8">
            <a:extLst>
              <a:ext uri="{FF2B5EF4-FFF2-40B4-BE49-F238E27FC236}">
                <a16:creationId xmlns:a16="http://schemas.microsoft.com/office/drawing/2014/main" id="{CD5D20FF-EACC-B22B-1AB1-B82C3AF08DE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5785" name="Rectangle 9">
            <a:extLst>
              <a:ext uri="{FF2B5EF4-FFF2-40B4-BE49-F238E27FC236}">
                <a16:creationId xmlns:a16="http://schemas.microsoft.com/office/drawing/2014/main" id="{03422898-DE88-12DC-7CD6-FB03E6CAD3E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5786" name="Text Box 10">
            <a:extLst>
              <a:ext uri="{FF2B5EF4-FFF2-40B4-BE49-F238E27FC236}">
                <a16:creationId xmlns:a16="http://schemas.microsoft.com/office/drawing/2014/main" id="{8BE61265-AA34-28D8-C7DC-4AE253C772A7}"/>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pic>
        <p:nvPicPr>
          <p:cNvPr id="75787" name="Picture 14">
            <a:extLst>
              <a:ext uri="{FF2B5EF4-FFF2-40B4-BE49-F238E27FC236}">
                <a16:creationId xmlns:a16="http://schemas.microsoft.com/office/drawing/2014/main" id="{1A70A16E-4EEF-4C24-FD16-435066BC6F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063" y="1676400"/>
            <a:ext cx="8593137" cy="3725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5788" name="Text Box 16">
            <a:extLst>
              <a:ext uri="{FF2B5EF4-FFF2-40B4-BE49-F238E27FC236}">
                <a16:creationId xmlns:a16="http://schemas.microsoft.com/office/drawing/2014/main" id="{2349FFB5-5050-DE59-336C-884F26229CBD}"/>
              </a:ext>
            </a:extLst>
          </p:cNvPr>
          <p:cNvSpPr txBox="1">
            <a:spLocks noChangeArrowheads="1"/>
          </p:cNvSpPr>
          <p:nvPr/>
        </p:nvSpPr>
        <p:spPr bwMode="auto">
          <a:xfrm>
            <a:off x="1066800" y="533400"/>
            <a:ext cx="5837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2.8.a  </a:t>
            </a:r>
            <a:r>
              <a:rPr lang="en-US" altLang="en-US" sz="2000"/>
              <a:t>Extended Euclidean algorithm, part a</a:t>
            </a:r>
          </a:p>
        </p:txBody>
      </p:sp>
      <p:sp>
        <p:nvSpPr>
          <p:cNvPr id="13" name="Rectangle 16">
            <a:extLst>
              <a:ext uri="{FF2B5EF4-FFF2-40B4-BE49-F238E27FC236}">
                <a16:creationId xmlns:a16="http://schemas.microsoft.com/office/drawing/2014/main" id="{0D436E47-2BB8-63A4-05C5-07787776C25A}"/>
              </a:ext>
            </a:extLst>
          </p:cNvPr>
          <p:cNvSpPr>
            <a:spLocks noChangeArrowheads="1"/>
          </p:cNvSpPr>
          <p:nvPr/>
        </p:nvSpPr>
        <p:spPr bwMode="auto">
          <a:xfrm>
            <a:off x="457200" y="5634038"/>
            <a:ext cx="82296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dirty="0">
                <a:effectLst>
                  <a:outerShdw blurRad="38100" dist="38100" dir="2700000" algn="tl">
                    <a:srgbClr val="C0C0C0"/>
                  </a:outerShdw>
                </a:effectLst>
              </a:rPr>
              <a:t>There is only one quotient q, which is calculated as  r1/r2 and used for other two calculations.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1">
            <a:extLst>
              <a:ext uri="{FF2B5EF4-FFF2-40B4-BE49-F238E27FC236}">
                <a16:creationId xmlns:a16="http://schemas.microsoft.com/office/drawing/2014/main" id="{206D71BB-CABF-ECFC-D8E6-313AC3AD55A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F2B831D9-A48F-472B-9DB8-6142700586DE}" type="slidenum">
              <a:rPr lang="en-US" altLang="en-US" i="0">
                <a:latin typeface="Arial" panose="020B0604020202020204" pitchFamily="34" charset="0"/>
              </a:rPr>
              <a:pPr/>
              <a:t>29</a:t>
            </a:fld>
            <a:endParaRPr lang="en-US" altLang="en-US" i="0">
              <a:latin typeface="Arial" panose="020B0604020202020204" pitchFamily="34" charset="0"/>
            </a:endParaRPr>
          </a:p>
        </p:txBody>
      </p:sp>
      <p:sp>
        <p:nvSpPr>
          <p:cNvPr id="77827" name="Rectangle 3">
            <a:extLst>
              <a:ext uri="{FF2B5EF4-FFF2-40B4-BE49-F238E27FC236}">
                <a16:creationId xmlns:a16="http://schemas.microsoft.com/office/drawing/2014/main" id="{058C0A1A-74EE-334A-27AD-E61E83E37BB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7828" name="Rectangle 4">
            <a:extLst>
              <a:ext uri="{FF2B5EF4-FFF2-40B4-BE49-F238E27FC236}">
                <a16:creationId xmlns:a16="http://schemas.microsoft.com/office/drawing/2014/main" id="{4B1085DB-3E73-4A68-D2BD-3A2417F976F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7829" name="Rectangle 5">
            <a:extLst>
              <a:ext uri="{FF2B5EF4-FFF2-40B4-BE49-F238E27FC236}">
                <a16:creationId xmlns:a16="http://schemas.microsoft.com/office/drawing/2014/main" id="{62293770-ACAA-C3CE-C7B0-73231E1032B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7830" name="Rectangle 6">
            <a:extLst>
              <a:ext uri="{FF2B5EF4-FFF2-40B4-BE49-F238E27FC236}">
                <a16:creationId xmlns:a16="http://schemas.microsoft.com/office/drawing/2014/main" id="{DC517917-6BE1-13B1-C5A0-9F92D9896CB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7831" name="Rectangle 7">
            <a:extLst>
              <a:ext uri="{FF2B5EF4-FFF2-40B4-BE49-F238E27FC236}">
                <a16:creationId xmlns:a16="http://schemas.microsoft.com/office/drawing/2014/main" id="{B2A48E4D-329B-6166-5C0B-77134D2763D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7832" name="Rectangle 8">
            <a:extLst>
              <a:ext uri="{FF2B5EF4-FFF2-40B4-BE49-F238E27FC236}">
                <a16:creationId xmlns:a16="http://schemas.microsoft.com/office/drawing/2014/main" id="{709E6DB2-6F65-B059-44E2-C18D87C0B95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7833" name="Rectangle 9">
            <a:extLst>
              <a:ext uri="{FF2B5EF4-FFF2-40B4-BE49-F238E27FC236}">
                <a16:creationId xmlns:a16="http://schemas.microsoft.com/office/drawing/2014/main" id="{03A0A7DA-8FBC-85AA-D1B7-50FD72B22C8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7834" name="Text Box 10">
            <a:extLst>
              <a:ext uri="{FF2B5EF4-FFF2-40B4-BE49-F238E27FC236}">
                <a16:creationId xmlns:a16="http://schemas.microsoft.com/office/drawing/2014/main" id="{D9F433BA-1257-DE26-E17E-04B59CA747F3}"/>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77835" name="Text Box 14">
            <a:extLst>
              <a:ext uri="{FF2B5EF4-FFF2-40B4-BE49-F238E27FC236}">
                <a16:creationId xmlns:a16="http://schemas.microsoft.com/office/drawing/2014/main" id="{01296777-571C-549B-7316-F4B470252513}"/>
              </a:ext>
            </a:extLst>
          </p:cNvPr>
          <p:cNvSpPr txBox="1">
            <a:spLocks noChangeArrowheads="1"/>
          </p:cNvSpPr>
          <p:nvPr/>
        </p:nvSpPr>
        <p:spPr bwMode="auto">
          <a:xfrm>
            <a:off x="1155700" y="533400"/>
            <a:ext cx="5854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2.8.b  </a:t>
            </a:r>
            <a:r>
              <a:rPr lang="en-US" altLang="en-US" sz="2000"/>
              <a:t>Extended Euclidean algorithm, part b</a:t>
            </a:r>
          </a:p>
        </p:txBody>
      </p:sp>
      <p:pic>
        <p:nvPicPr>
          <p:cNvPr id="77836" name="Picture 15">
            <a:extLst>
              <a:ext uri="{FF2B5EF4-FFF2-40B4-BE49-F238E27FC236}">
                <a16:creationId xmlns:a16="http://schemas.microsoft.com/office/drawing/2014/main" id="{F4D0D058-4302-60F4-DA57-0F6821DA3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463675"/>
            <a:ext cx="7277100" cy="501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1">
            <a:extLst>
              <a:ext uri="{FF2B5EF4-FFF2-40B4-BE49-F238E27FC236}">
                <a16:creationId xmlns:a16="http://schemas.microsoft.com/office/drawing/2014/main" id="{ED27B37B-03A6-DE2B-DC57-F85E69DE714F}"/>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F4ED5698-D2DA-47A7-B05B-DBF4D7F999F7}" type="slidenum">
              <a:rPr lang="en-US" altLang="en-US" i="0">
                <a:latin typeface="Arial" panose="020B0604020202020204" pitchFamily="34" charset="0"/>
              </a:rPr>
              <a:pPr/>
              <a:t>30</a:t>
            </a:fld>
            <a:endParaRPr lang="en-US" altLang="en-US" i="0">
              <a:latin typeface="Arial" panose="020B0604020202020204" pitchFamily="34" charset="0"/>
            </a:endParaRPr>
          </a:p>
        </p:txBody>
      </p:sp>
      <p:sp>
        <p:nvSpPr>
          <p:cNvPr id="79875" name="Text Box 2">
            <a:extLst>
              <a:ext uri="{FF2B5EF4-FFF2-40B4-BE49-F238E27FC236}">
                <a16:creationId xmlns:a16="http://schemas.microsoft.com/office/drawing/2014/main" id="{5E36E431-E74A-692E-249B-36F198222FE6}"/>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2.9</a:t>
            </a:r>
            <a:endParaRPr lang="en-US" altLang="en-US" sz="2000">
              <a:solidFill>
                <a:schemeClr val="bg1"/>
              </a:solidFill>
            </a:endParaRPr>
          </a:p>
        </p:txBody>
      </p:sp>
      <p:sp>
        <p:nvSpPr>
          <p:cNvPr id="79876" name="Rectangle 3">
            <a:extLst>
              <a:ext uri="{FF2B5EF4-FFF2-40B4-BE49-F238E27FC236}">
                <a16:creationId xmlns:a16="http://schemas.microsoft.com/office/drawing/2014/main" id="{3103952C-7061-9459-E1AF-723360D2259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9877" name="Rectangle 4">
            <a:extLst>
              <a:ext uri="{FF2B5EF4-FFF2-40B4-BE49-F238E27FC236}">
                <a16:creationId xmlns:a16="http://schemas.microsoft.com/office/drawing/2014/main" id="{200F762D-D61A-4188-C211-BDDA7199A5B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9878" name="Rectangle 5">
            <a:extLst>
              <a:ext uri="{FF2B5EF4-FFF2-40B4-BE49-F238E27FC236}">
                <a16:creationId xmlns:a16="http://schemas.microsoft.com/office/drawing/2014/main" id="{F070DA8B-F66F-2330-6101-B9E73F9F8D9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9879" name="Rectangle 6">
            <a:extLst>
              <a:ext uri="{FF2B5EF4-FFF2-40B4-BE49-F238E27FC236}">
                <a16:creationId xmlns:a16="http://schemas.microsoft.com/office/drawing/2014/main" id="{1755CE03-49BD-2FAA-ED2C-9D91AFC74F8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9880" name="Rectangle 7">
            <a:extLst>
              <a:ext uri="{FF2B5EF4-FFF2-40B4-BE49-F238E27FC236}">
                <a16:creationId xmlns:a16="http://schemas.microsoft.com/office/drawing/2014/main" id="{3275BCD9-05CF-8EC5-2DE9-04B5BE7DAFA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9881" name="Rectangle 8">
            <a:extLst>
              <a:ext uri="{FF2B5EF4-FFF2-40B4-BE49-F238E27FC236}">
                <a16:creationId xmlns:a16="http://schemas.microsoft.com/office/drawing/2014/main" id="{05101EB1-9341-1A23-B92C-AC95A0EA7F7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9882" name="Rectangle 9">
            <a:extLst>
              <a:ext uri="{FF2B5EF4-FFF2-40B4-BE49-F238E27FC236}">
                <a16:creationId xmlns:a16="http://schemas.microsoft.com/office/drawing/2014/main" id="{AD932B56-5D5A-F64E-61E5-79D8C7AAAF5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79883" name="Text Box 10">
            <a:extLst>
              <a:ext uri="{FF2B5EF4-FFF2-40B4-BE49-F238E27FC236}">
                <a16:creationId xmlns:a16="http://schemas.microsoft.com/office/drawing/2014/main" id="{F8170E76-8FED-7755-64B6-2EFE1A79CD62}"/>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905227" name="Rectangle 11">
            <a:extLst>
              <a:ext uri="{FF2B5EF4-FFF2-40B4-BE49-F238E27FC236}">
                <a16:creationId xmlns:a16="http://schemas.microsoft.com/office/drawing/2014/main" id="{94AF8454-9528-F3E1-8CF4-E000C38FFDE8}"/>
              </a:ext>
            </a:extLst>
          </p:cNvPr>
          <p:cNvSpPr>
            <a:spLocks noChangeArrowheads="1"/>
          </p:cNvSpPr>
          <p:nvPr/>
        </p:nvSpPr>
        <p:spPr bwMode="auto">
          <a:xfrm>
            <a:off x="304800" y="11588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Given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 161 and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 28, find gcd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and the values of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a:t>
            </a:r>
          </a:p>
        </p:txBody>
      </p:sp>
      <p:sp>
        <p:nvSpPr>
          <p:cNvPr id="905228" name="Rectangle 12">
            <a:extLst>
              <a:ext uri="{FF2B5EF4-FFF2-40B4-BE49-F238E27FC236}">
                <a16:creationId xmlns:a16="http://schemas.microsoft.com/office/drawing/2014/main" id="{AC0BF73C-F8CC-23E5-5530-9B2393ACD77A}"/>
              </a:ext>
            </a:extLst>
          </p:cNvPr>
          <p:cNvSpPr>
            <a:spLocks noChangeArrowheads="1"/>
          </p:cNvSpPr>
          <p:nvPr/>
        </p:nvSpPr>
        <p:spPr bwMode="auto">
          <a:xfrm>
            <a:off x="381000" y="2590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dirty="0">
                <a:effectLst>
                  <a:outerShdw blurRad="38100" dist="38100" dir="2700000" algn="tl">
                    <a:srgbClr val="C0C0C0"/>
                  </a:outerShdw>
                </a:effectLst>
              </a:rPr>
              <a:t>We get </a:t>
            </a:r>
            <a:r>
              <a:rPr lang="en-US" altLang="en-US" sz="2400" i="0" dirty="0" err="1">
                <a:effectLst>
                  <a:outerShdw blurRad="38100" dist="38100" dir="2700000" algn="tl">
                    <a:srgbClr val="C0C0C0"/>
                  </a:outerShdw>
                </a:effectLst>
              </a:rPr>
              <a:t>gcd</a:t>
            </a:r>
            <a:r>
              <a:rPr lang="en-US" altLang="en-US" sz="2400" i="0" dirty="0">
                <a:effectLst>
                  <a:outerShdw blurRad="38100" dist="38100" dir="2700000" algn="tl">
                    <a:srgbClr val="C0C0C0"/>
                  </a:outerShdw>
                </a:effectLst>
              </a:rPr>
              <a:t> (161, 28) = ?</a:t>
            </a:r>
          </a:p>
        </p:txBody>
      </p:sp>
      <p:sp>
        <p:nvSpPr>
          <p:cNvPr id="905229" name="Rectangle 13">
            <a:extLst>
              <a:ext uri="{FF2B5EF4-FFF2-40B4-BE49-F238E27FC236}">
                <a16:creationId xmlns:a16="http://schemas.microsoft.com/office/drawing/2014/main" id="{CC81715B-6867-3737-E007-01D5B2D1659A}"/>
              </a:ext>
            </a:extLst>
          </p:cNvPr>
          <p:cNvSpPr>
            <a:spLocks noChangeArrowheads="1"/>
          </p:cNvSpPr>
          <p:nvPr/>
        </p:nvSpPr>
        <p:spPr bwMode="auto">
          <a:xfrm>
            <a:off x="381000" y="2209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pic>
        <p:nvPicPr>
          <p:cNvPr id="79887" name="Picture 15">
            <a:extLst>
              <a:ext uri="{FF2B5EF4-FFF2-40B4-BE49-F238E27FC236}">
                <a16:creationId xmlns:a16="http://schemas.microsoft.com/office/drawing/2014/main" id="{90DED4D5-6413-DC8A-4530-15BAE9BE83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3819"/>
          <a:stretch>
            <a:fillRect/>
          </a:stretch>
        </p:blipFill>
        <p:spPr bwMode="auto">
          <a:xfrm>
            <a:off x="762000" y="3330575"/>
            <a:ext cx="7632700" cy="56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1">
            <a:extLst>
              <a:ext uri="{FF2B5EF4-FFF2-40B4-BE49-F238E27FC236}">
                <a16:creationId xmlns:a16="http://schemas.microsoft.com/office/drawing/2014/main" id="{892D3E23-E060-0C02-11AC-E94763F3988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D5363580-0D18-4F7C-9621-1156E7BABA77}" type="slidenum">
              <a:rPr lang="en-US" altLang="en-US" i="0">
                <a:latin typeface="Arial" panose="020B0604020202020204" pitchFamily="34" charset="0"/>
              </a:rPr>
              <a:pPr/>
              <a:t>31</a:t>
            </a:fld>
            <a:endParaRPr lang="en-US" altLang="en-US" i="0">
              <a:latin typeface="Arial" panose="020B0604020202020204" pitchFamily="34" charset="0"/>
            </a:endParaRPr>
          </a:p>
        </p:txBody>
      </p:sp>
      <p:sp>
        <p:nvSpPr>
          <p:cNvPr id="81923" name="Text Box 2">
            <a:extLst>
              <a:ext uri="{FF2B5EF4-FFF2-40B4-BE49-F238E27FC236}">
                <a16:creationId xmlns:a16="http://schemas.microsoft.com/office/drawing/2014/main" id="{C42C8BAA-3C81-B2B2-2123-E3113D4B76FA}"/>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2.9</a:t>
            </a:r>
            <a:endParaRPr lang="en-US" altLang="en-US" sz="2000">
              <a:solidFill>
                <a:schemeClr val="bg1"/>
              </a:solidFill>
            </a:endParaRPr>
          </a:p>
        </p:txBody>
      </p:sp>
      <p:sp>
        <p:nvSpPr>
          <p:cNvPr id="81924" name="Rectangle 3">
            <a:extLst>
              <a:ext uri="{FF2B5EF4-FFF2-40B4-BE49-F238E27FC236}">
                <a16:creationId xmlns:a16="http://schemas.microsoft.com/office/drawing/2014/main" id="{59A18D54-F650-DE55-5DED-3C0A855BD02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1925" name="Rectangle 4">
            <a:extLst>
              <a:ext uri="{FF2B5EF4-FFF2-40B4-BE49-F238E27FC236}">
                <a16:creationId xmlns:a16="http://schemas.microsoft.com/office/drawing/2014/main" id="{64951C38-52E4-B320-B532-5FFE2D769B9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1926" name="Rectangle 5">
            <a:extLst>
              <a:ext uri="{FF2B5EF4-FFF2-40B4-BE49-F238E27FC236}">
                <a16:creationId xmlns:a16="http://schemas.microsoft.com/office/drawing/2014/main" id="{387024CE-CE42-EC9B-AA5A-4696A94F150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1927" name="Rectangle 6">
            <a:extLst>
              <a:ext uri="{FF2B5EF4-FFF2-40B4-BE49-F238E27FC236}">
                <a16:creationId xmlns:a16="http://schemas.microsoft.com/office/drawing/2014/main" id="{26B5012D-97D6-F28F-30D5-E19FE62E2C7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1928" name="Rectangle 7">
            <a:extLst>
              <a:ext uri="{FF2B5EF4-FFF2-40B4-BE49-F238E27FC236}">
                <a16:creationId xmlns:a16="http://schemas.microsoft.com/office/drawing/2014/main" id="{D4C58A21-799C-BE0F-09F2-310637F81BE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1929" name="Rectangle 8">
            <a:extLst>
              <a:ext uri="{FF2B5EF4-FFF2-40B4-BE49-F238E27FC236}">
                <a16:creationId xmlns:a16="http://schemas.microsoft.com/office/drawing/2014/main" id="{2923F630-1003-C8FA-43D2-32737B8458E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1930" name="Rectangle 9">
            <a:extLst>
              <a:ext uri="{FF2B5EF4-FFF2-40B4-BE49-F238E27FC236}">
                <a16:creationId xmlns:a16="http://schemas.microsoft.com/office/drawing/2014/main" id="{21218A52-52B3-759A-F285-D189E5F8EEE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1931" name="Text Box 10">
            <a:extLst>
              <a:ext uri="{FF2B5EF4-FFF2-40B4-BE49-F238E27FC236}">
                <a16:creationId xmlns:a16="http://schemas.microsoft.com/office/drawing/2014/main" id="{87B05E03-968C-19FF-FE67-4D983DD1F2E2}"/>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905227" name="Rectangle 11">
            <a:extLst>
              <a:ext uri="{FF2B5EF4-FFF2-40B4-BE49-F238E27FC236}">
                <a16:creationId xmlns:a16="http://schemas.microsoft.com/office/drawing/2014/main" id="{C4404ED8-8418-1265-B083-2A85DC5D40B6}"/>
              </a:ext>
            </a:extLst>
          </p:cNvPr>
          <p:cNvSpPr>
            <a:spLocks noChangeArrowheads="1"/>
          </p:cNvSpPr>
          <p:nvPr/>
        </p:nvSpPr>
        <p:spPr bwMode="auto">
          <a:xfrm>
            <a:off x="304800" y="11588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Given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 161 and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 28, find gcd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and the values of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a:t>
            </a:r>
          </a:p>
        </p:txBody>
      </p:sp>
      <p:sp>
        <p:nvSpPr>
          <p:cNvPr id="905228" name="Rectangle 12">
            <a:extLst>
              <a:ext uri="{FF2B5EF4-FFF2-40B4-BE49-F238E27FC236}">
                <a16:creationId xmlns:a16="http://schemas.microsoft.com/office/drawing/2014/main" id="{1F7466D3-BC3B-1047-55AF-B9D7FC1F7761}"/>
              </a:ext>
            </a:extLst>
          </p:cNvPr>
          <p:cNvSpPr>
            <a:spLocks noChangeArrowheads="1"/>
          </p:cNvSpPr>
          <p:nvPr/>
        </p:nvSpPr>
        <p:spPr bwMode="auto">
          <a:xfrm>
            <a:off x="381000" y="2590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We get gcd (161, 28) = 7,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 −1 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 = 6.</a:t>
            </a:r>
          </a:p>
        </p:txBody>
      </p:sp>
      <p:sp>
        <p:nvSpPr>
          <p:cNvPr id="905229" name="Rectangle 13">
            <a:extLst>
              <a:ext uri="{FF2B5EF4-FFF2-40B4-BE49-F238E27FC236}">
                <a16:creationId xmlns:a16="http://schemas.microsoft.com/office/drawing/2014/main" id="{3EAB18A0-7580-0496-4CA4-2609FC630AF9}"/>
              </a:ext>
            </a:extLst>
          </p:cNvPr>
          <p:cNvSpPr>
            <a:spLocks noChangeArrowheads="1"/>
          </p:cNvSpPr>
          <p:nvPr/>
        </p:nvSpPr>
        <p:spPr bwMode="auto">
          <a:xfrm>
            <a:off x="381000" y="2209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pic>
        <p:nvPicPr>
          <p:cNvPr id="81935" name="Picture 15">
            <a:extLst>
              <a:ext uri="{FF2B5EF4-FFF2-40B4-BE49-F238E27FC236}">
                <a16:creationId xmlns:a16="http://schemas.microsoft.com/office/drawing/2014/main" id="{AE690F53-D32E-452E-818A-F9AE36880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330575"/>
            <a:ext cx="763270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1">
            <a:extLst>
              <a:ext uri="{FF2B5EF4-FFF2-40B4-BE49-F238E27FC236}">
                <a16:creationId xmlns:a16="http://schemas.microsoft.com/office/drawing/2014/main" id="{D011B1A3-4DBF-DCF2-0641-F3117CF7FC5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C323BFA8-FF8B-4381-9CD1-B437AFE2C7B5}" type="slidenum">
              <a:rPr lang="en-US" altLang="en-US" i="0">
                <a:latin typeface="Arial" panose="020B0604020202020204" pitchFamily="34" charset="0"/>
              </a:rPr>
              <a:pPr/>
              <a:t>32</a:t>
            </a:fld>
            <a:endParaRPr lang="en-US" altLang="en-US" i="0">
              <a:latin typeface="Arial" panose="020B0604020202020204" pitchFamily="34" charset="0"/>
            </a:endParaRPr>
          </a:p>
        </p:txBody>
      </p:sp>
      <p:sp>
        <p:nvSpPr>
          <p:cNvPr id="83971" name="Text Box 2">
            <a:extLst>
              <a:ext uri="{FF2B5EF4-FFF2-40B4-BE49-F238E27FC236}">
                <a16:creationId xmlns:a16="http://schemas.microsoft.com/office/drawing/2014/main" id="{10601CE1-345D-78F8-8F3D-CD4F32DB37FC}"/>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2.10</a:t>
            </a:r>
            <a:endParaRPr lang="en-US" altLang="en-US" sz="2000">
              <a:solidFill>
                <a:schemeClr val="bg1"/>
              </a:solidFill>
            </a:endParaRPr>
          </a:p>
        </p:txBody>
      </p:sp>
      <p:sp>
        <p:nvSpPr>
          <p:cNvPr id="83972" name="Rectangle 3">
            <a:extLst>
              <a:ext uri="{FF2B5EF4-FFF2-40B4-BE49-F238E27FC236}">
                <a16:creationId xmlns:a16="http://schemas.microsoft.com/office/drawing/2014/main" id="{27834244-D9BA-3DDE-5537-28245EE39AE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3973" name="Rectangle 4">
            <a:extLst>
              <a:ext uri="{FF2B5EF4-FFF2-40B4-BE49-F238E27FC236}">
                <a16:creationId xmlns:a16="http://schemas.microsoft.com/office/drawing/2014/main" id="{6DD5D696-458D-DD56-D225-3508A5EB7E0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3974" name="Rectangle 5">
            <a:extLst>
              <a:ext uri="{FF2B5EF4-FFF2-40B4-BE49-F238E27FC236}">
                <a16:creationId xmlns:a16="http://schemas.microsoft.com/office/drawing/2014/main" id="{FA16184A-A44E-0938-94C8-D7975B559E0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3975" name="Rectangle 6">
            <a:extLst>
              <a:ext uri="{FF2B5EF4-FFF2-40B4-BE49-F238E27FC236}">
                <a16:creationId xmlns:a16="http://schemas.microsoft.com/office/drawing/2014/main" id="{4DD90725-A102-D5D3-F431-7A814FF8C4E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3976" name="Rectangle 7">
            <a:extLst>
              <a:ext uri="{FF2B5EF4-FFF2-40B4-BE49-F238E27FC236}">
                <a16:creationId xmlns:a16="http://schemas.microsoft.com/office/drawing/2014/main" id="{7CC63677-6A14-FB09-916D-1166A90FE92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3977" name="Rectangle 8">
            <a:extLst>
              <a:ext uri="{FF2B5EF4-FFF2-40B4-BE49-F238E27FC236}">
                <a16:creationId xmlns:a16="http://schemas.microsoft.com/office/drawing/2014/main" id="{92FFE534-C4E9-111C-EDE9-7D0C39B67E7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3978" name="Rectangle 9">
            <a:extLst>
              <a:ext uri="{FF2B5EF4-FFF2-40B4-BE49-F238E27FC236}">
                <a16:creationId xmlns:a16="http://schemas.microsoft.com/office/drawing/2014/main" id="{741718A1-DB34-2C35-D01C-E5ADAE3CF81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3979" name="Text Box 10">
            <a:extLst>
              <a:ext uri="{FF2B5EF4-FFF2-40B4-BE49-F238E27FC236}">
                <a16:creationId xmlns:a16="http://schemas.microsoft.com/office/drawing/2014/main" id="{770FD4C2-1029-ABB5-B985-2A0544ACC4D2}"/>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907275" name="Rectangle 11">
            <a:extLst>
              <a:ext uri="{FF2B5EF4-FFF2-40B4-BE49-F238E27FC236}">
                <a16:creationId xmlns:a16="http://schemas.microsoft.com/office/drawing/2014/main" id="{AA177A8A-8CF0-9840-E6FA-73781535CCDA}"/>
              </a:ext>
            </a:extLst>
          </p:cNvPr>
          <p:cNvSpPr>
            <a:spLocks noChangeArrowheads="1"/>
          </p:cNvSpPr>
          <p:nvPr/>
        </p:nvSpPr>
        <p:spPr bwMode="auto">
          <a:xfrm>
            <a:off x="304800" y="10826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Given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 17 and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 0, find gcd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and the values of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a:t>
            </a:r>
            <a:br>
              <a:rPr lang="en-US" altLang="en-US" sz="2400" i="0">
                <a:effectLst>
                  <a:outerShdw blurRad="38100" dist="38100" dir="2700000" algn="tl">
                    <a:srgbClr val="C0C0C0"/>
                  </a:outerShdw>
                </a:effectLst>
              </a:rPr>
            </a:br>
            <a:r>
              <a:rPr lang="en-US" altLang="en-US" sz="2400" i="0">
                <a:effectLst>
                  <a:outerShdw blurRad="38100" dist="38100" dir="2700000" algn="tl">
                    <a:srgbClr val="C0C0C0"/>
                  </a:outerShdw>
                </a:effectLst>
              </a:rPr>
              <a:t>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a:t>
            </a:r>
          </a:p>
        </p:txBody>
      </p:sp>
      <p:sp>
        <p:nvSpPr>
          <p:cNvPr id="907276" name="Rectangle 12">
            <a:extLst>
              <a:ext uri="{FF2B5EF4-FFF2-40B4-BE49-F238E27FC236}">
                <a16:creationId xmlns:a16="http://schemas.microsoft.com/office/drawing/2014/main" id="{466B1A63-511C-7673-52BF-A3D8EEA5894B}"/>
              </a:ext>
            </a:extLst>
          </p:cNvPr>
          <p:cNvSpPr>
            <a:spLocks noChangeArrowheads="1"/>
          </p:cNvSpPr>
          <p:nvPr/>
        </p:nvSpPr>
        <p:spPr bwMode="auto">
          <a:xfrm>
            <a:off x="304800" y="2819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We get gcd (17, 0) = 17,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 1, 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 = 0</a:t>
            </a:r>
            <a:r>
              <a:rPr lang="en-US" altLang="en-US" sz="2400" i="0">
                <a:solidFill>
                  <a:schemeClr val="folHlink"/>
                </a:solidFill>
                <a:effectLst>
                  <a:outerShdw blurRad="38100" dist="38100" dir="2700000" algn="tl">
                    <a:srgbClr val="C0C0C0"/>
                  </a:outerShdw>
                </a:effectLst>
              </a:rPr>
              <a:t>.</a:t>
            </a:r>
          </a:p>
        </p:txBody>
      </p:sp>
      <p:sp>
        <p:nvSpPr>
          <p:cNvPr id="907277" name="Rectangle 13">
            <a:extLst>
              <a:ext uri="{FF2B5EF4-FFF2-40B4-BE49-F238E27FC236}">
                <a16:creationId xmlns:a16="http://schemas.microsoft.com/office/drawing/2014/main" id="{2C55A362-5036-A018-61F9-217F4E5C04EF}"/>
              </a:ext>
            </a:extLst>
          </p:cNvPr>
          <p:cNvSpPr>
            <a:spLocks noChangeArrowheads="1"/>
          </p:cNvSpPr>
          <p:nvPr/>
        </p:nvSpPr>
        <p:spPr bwMode="auto">
          <a:xfrm>
            <a:off x="228600" y="2362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pic>
        <p:nvPicPr>
          <p:cNvPr id="83983" name="Picture 15">
            <a:extLst>
              <a:ext uri="{FF2B5EF4-FFF2-40B4-BE49-F238E27FC236}">
                <a16:creationId xmlns:a16="http://schemas.microsoft.com/office/drawing/2014/main" id="{A83E978D-4921-0651-760E-84E217D1E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3738563"/>
            <a:ext cx="8491537" cy="106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1">
            <a:extLst>
              <a:ext uri="{FF2B5EF4-FFF2-40B4-BE49-F238E27FC236}">
                <a16:creationId xmlns:a16="http://schemas.microsoft.com/office/drawing/2014/main" id="{F8D20C58-FBF5-9A5E-DC52-CE3BF2A242D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B17D04D2-6929-4C7B-AC19-F2BBABE358FC}" type="slidenum">
              <a:rPr lang="en-US" altLang="en-US" i="0">
                <a:latin typeface="Arial" panose="020B0604020202020204" pitchFamily="34" charset="0"/>
              </a:rPr>
              <a:pPr/>
              <a:t>33</a:t>
            </a:fld>
            <a:endParaRPr lang="en-US" altLang="en-US" i="0">
              <a:latin typeface="Arial" panose="020B0604020202020204" pitchFamily="34" charset="0"/>
            </a:endParaRPr>
          </a:p>
        </p:txBody>
      </p:sp>
      <p:sp>
        <p:nvSpPr>
          <p:cNvPr id="86019" name="Text Box 2">
            <a:extLst>
              <a:ext uri="{FF2B5EF4-FFF2-40B4-BE49-F238E27FC236}">
                <a16:creationId xmlns:a16="http://schemas.microsoft.com/office/drawing/2014/main" id="{FF4CE275-E7BC-54CB-04E4-482C30968C71}"/>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2.11</a:t>
            </a:r>
            <a:endParaRPr lang="en-US" altLang="en-US" sz="2000">
              <a:solidFill>
                <a:schemeClr val="bg1"/>
              </a:solidFill>
            </a:endParaRPr>
          </a:p>
        </p:txBody>
      </p:sp>
      <p:sp>
        <p:nvSpPr>
          <p:cNvPr id="86020" name="Rectangle 3">
            <a:extLst>
              <a:ext uri="{FF2B5EF4-FFF2-40B4-BE49-F238E27FC236}">
                <a16:creationId xmlns:a16="http://schemas.microsoft.com/office/drawing/2014/main" id="{56C9CF3B-8F05-0A17-7D24-B33E76338C3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6021" name="Rectangle 4">
            <a:extLst>
              <a:ext uri="{FF2B5EF4-FFF2-40B4-BE49-F238E27FC236}">
                <a16:creationId xmlns:a16="http://schemas.microsoft.com/office/drawing/2014/main" id="{5C30E53B-FE77-D7C9-C7AB-26AC84DFA17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6022" name="Rectangle 5">
            <a:extLst>
              <a:ext uri="{FF2B5EF4-FFF2-40B4-BE49-F238E27FC236}">
                <a16:creationId xmlns:a16="http://schemas.microsoft.com/office/drawing/2014/main" id="{A29869D5-C034-D6B6-1ABB-3AA581E5666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6023" name="Rectangle 6">
            <a:extLst>
              <a:ext uri="{FF2B5EF4-FFF2-40B4-BE49-F238E27FC236}">
                <a16:creationId xmlns:a16="http://schemas.microsoft.com/office/drawing/2014/main" id="{05043C76-324A-C9C3-F521-6511622E5EE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6024" name="Rectangle 7">
            <a:extLst>
              <a:ext uri="{FF2B5EF4-FFF2-40B4-BE49-F238E27FC236}">
                <a16:creationId xmlns:a16="http://schemas.microsoft.com/office/drawing/2014/main" id="{CE00E854-F212-78A7-6828-AAF3A7705FA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6025" name="Rectangle 8">
            <a:extLst>
              <a:ext uri="{FF2B5EF4-FFF2-40B4-BE49-F238E27FC236}">
                <a16:creationId xmlns:a16="http://schemas.microsoft.com/office/drawing/2014/main" id="{1E7A547D-D7FB-FDCC-754A-44C5EDBAE40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6026" name="Rectangle 9">
            <a:extLst>
              <a:ext uri="{FF2B5EF4-FFF2-40B4-BE49-F238E27FC236}">
                <a16:creationId xmlns:a16="http://schemas.microsoft.com/office/drawing/2014/main" id="{358DABC6-4E58-78E8-F361-478111B2F97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86027" name="Text Box 10">
            <a:extLst>
              <a:ext uri="{FF2B5EF4-FFF2-40B4-BE49-F238E27FC236}">
                <a16:creationId xmlns:a16="http://schemas.microsoft.com/office/drawing/2014/main" id="{6552EDD3-2CC3-4051-2A2A-744978244623}"/>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909323" name="Rectangle 11">
            <a:extLst>
              <a:ext uri="{FF2B5EF4-FFF2-40B4-BE49-F238E27FC236}">
                <a16:creationId xmlns:a16="http://schemas.microsoft.com/office/drawing/2014/main" id="{9B234B77-2DA0-7FE0-4CEA-B3BF4D4A948D}"/>
              </a:ext>
            </a:extLst>
          </p:cNvPr>
          <p:cNvSpPr>
            <a:spLocks noChangeArrowheads="1"/>
          </p:cNvSpPr>
          <p:nvPr/>
        </p:nvSpPr>
        <p:spPr bwMode="auto">
          <a:xfrm>
            <a:off x="304800" y="1158875"/>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Given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 0 and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 45, find gcd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and the values of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a:t>
            </a:r>
            <a:br>
              <a:rPr lang="en-US" altLang="en-US" sz="2400" i="0">
                <a:effectLst>
                  <a:outerShdw blurRad="38100" dist="38100" dir="2700000" algn="tl">
                    <a:srgbClr val="C0C0C0"/>
                  </a:outerShdw>
                </a:effectLst>
              </a:rPr>
            </a:br>
            <a:r>
              <a:rPr lang="en-US" altLang="en-US" sz="2400" i="0">
                <a:effectLst>
                  <a:outerShdw blurRad="38100" dist="38100" dir="2700000" algn="tl">
                    <a:srgbClr val="C0C0C0"/>
                  </a:outerShdw>
                </a:effectLst>
              </a:rPr>
              <a:t>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a:t>
            </a:r>
          </a:p>
        </p:txBody>
      </p:sp>
      <p:sp>
        <p:nvSpPr>
          <p:cNvPr id="909324" name="Rectangle 12">
            <a:extLst>
              <a:ext uri="{FF2B5EF4-FFF2-40B4-BE49-F238E27FC236}">
                <a16:creationId xmlns:a16="http://schemas.microsoft.com/office/drawing/2014/main" id="{25AACB7D-720B-1475-2895-F600A6E74612}"/>
              </a:ext>
            </a:extLst>
          </p:cNvPr>
          <p:cNvSpPr>
            <a:spLocks noChangeArrowheads="1"/>
          </p:cNvSpPr>
          <p:nvPr/>
        </p:nvSpPr>
        <p:spPr bwMode="auto">
          <a:xfrm>
            <a:off x="228600" y="2590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We get gcd (0, 45) = 45, </a:t>
            </a:r>
            <a:r>
              <a:rPr lang="en-US" altLang="en-US" sz="2400">
                <a:effectLst>
                  <a:outerShdw blurRad="38100" dist="38100" dir="2700000" algn="tl">
                    <a:srgbClr val="C0C0C0"/>
                  </a:outerShdw>
                </a:effectLst>
              </a:rPr>
              <a:t>s</a:t>
            </a:r>
            <a:r>
              <a:rPr lang="en-US" altLang="en-US" sz="2400" i="0">
                <a:effectLst>
                  <a:outerShdw blurRad="38100" dist="38100" dir="2700000" algn="tl">
                    <a:srgbClr val="C0C0C0"/>
                  </a:outerShdw>
                </a:effectLst>
              </a:rPr>
              <a:t> = 0, and </a:t>
            </a:r>
            <a:r>
              <a:rPr lang="en-US" altLang="en-US" sz="2400">
                <a:effectLst>
                  <a:outerShdw blurRad="38100" dist="38100" dir="2700000" algn="tl">
                    <a:srgbClr val="C0C0C0"/>
                  </a:outerShdw>
                </a:effectLst>
              </a:rPr>
              <a:t>t</a:t>
            </a:r>
            <a:r>
              <a:rPr lang="en-US" altLang="en-US" sz="2400" i="0">
                <a:effectLst>
                  <a:outerShdw blurRad="38100" dist="38100" dir="2700000" algn="tl">
                    <a:srgbClr val="C0C0C0"/>
                  </a:outerShdw>
                </a:effectLst>
              </a:rPr>
              <a:t> = 1.</a:t>
            </a:r>
          </a:p>
        </p:txBody>
      </p:sp>
      <p:sp>
        <p:nvSpPr>
          <p:cNvPr id="909325" name="Rectangle 13">
            <a:extLst>
              <a:ext uri="{FF2B5EF4-FFF2-40B4-BE49-F238E27FC236}">
                <a16:creationId xmlns:a16="http://schemas.microsoft.com/office/drawing/2014/main" id="{76CF3D34-3340-3D0F-51A4-CE2D09D3CFA6}"/>
              </a:ext>
            </a:extLst>
          </p:cNvPr>
          <p:cNvSpPr>
            <a:spLocks noChangeArrowheads="1"/>
          </p:cNvSpPr>
          <p:nvPr/>
        </p:nvSpPr>
        <p:spPr bwMode="auto">
          <a:xfrm>
            <a:off x="228600" y="2209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pic>
        <p:nvPicPr>
          <p:cNvPr id="86031" name="Picture 15">
            <a:extLst>
              <a:ext uri="{FF2B5EF4-FFF2-40B4-BE49-F238E27FC236}">
                <a16:creationId xmlns:a16="http://schemas.microsoft.com/office/drawing/2014/main" id="{1B4CA03C-7365-FCC9-333A-E9802EDE1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663" y="3495675"/>
            <a:ext cx="8491537" cy="153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Slide Number Placeholder 1">
            <a:extLst>
              <a:ext uri="{FF2B5EF4-FFF2-40B4-BE49-F238E27FC236}">
                <a16:creationId xmlns:a16="http://schemas.microsoft.com/office/drawing/2014/main" id="{BE6AE669-3F8C-4DF7-BF9C-95CC066501A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1A60A83B-B287-49C3-8761-298293C087E7}" type="slidenum">
              <a:rPr lang="en-US" altLang="en-US" i="0">
                <a:latin typeface="Arial" panose="020B0604020202020204" pitchFamily="34" charset="0"/>
              </a:rPr>
              <a:pPr/>
              <a:t>34</a:t>
            </a:fld>
            <a:endParaRPr lang="en-US" altLang="en-US" i="0">
              <a:latin typeface="Arial" panose="020B0604020202020204" pitchFamily="34" charset="0"/>
            </a:endParaRPr>
          </a:p>
        </p:txBody>
      </p:sp>
      <p:sp>
        <p:nvSpPr>
          <p:cNvPr id="751618" name="Rectangle 2">
            <a:extLst>
              <a:ext uri="{FF2B5EF4-FFF2-40B4-BE49-F238E27FC236}">
                <a16:creationId xmlns:a16="http://schemas.microsoft.com/office/drawing/2014/main" id="{F09943A9-8621-3A44-38C4-4079B0DA33A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effectLst>
                <a:outerShdw blurRad="38100" dist="38100" dir="2700000" algn="tl">
                  <a:srgbClr val="FFFFFF"/>
                </a:outerShdw>
              </a:effectLst>
            </a:endParaRPr>
          </a:p>
        </p:txBody>
      </p:sp>
      <p:sp>
        <p:nvSpPr>
          <p:cNvPr id="751619" name="Text Box 3">
            <a:extLst>
              <a:ext uri="{FF2B5EF4-FFF2-40B4-BE49-F238E27FC236}">
                <a16:creationId xmlns:a16="http://schemas.microsoft.com/office/drawing/2014/main" id="{0487C4F0-0EA1-D92D-00E7-E03DF893A53C}"/>
              </a:ext>
            </a:extLst>
          </p:cNvPr>
          <p:cNvSpPr txBox="1">
            <a:spLocks noChangeArrowheads="1"/>
          </p:cNvSpPr>
          <p:nvPr/>
        </p:nvSpPr>
        <p:spPr bwMode="auto">
          <a:xfrm>
            <a:off x="228600" y="406400"/>
            <a:ext cx="5991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effectLst>
                  <a:outerShdw blurRad="38100" dist="38100" dir="2700000" algn="tl">
                    <a:srgbClr val="C0C0C0"/>
                  </a:outerShdw>
                </a:effectLst>
                <a:latin typeface="Times" panose="02020603050405020304" pitchFamily="18" charset="0"/>
              </a:rPr>
              <a:t>2-2   MODULAR ARITHMETIC</a:t>
            </a:r>
          </a:p>
        </p:txBody>
      </p:sp>
      <p:sp>
        <p:nvSpPr>
          <p:cNvPr id="88069" name="Text Box 4">
            <a:extLst>
              <a:ext uri="{FF2B5EF4-FFF2-40B4-BE49-F238E27FC236}">
                <a16:creationId xmlns:a16="http://schemas.microsoft.com/office/drawing/2014/main" id="{301C5CEF-78E2-7232-E35E-3C54B86BD4F8}"/>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p>
        </p:txBody>
      </p:sp>
      <p:sp>
        <p:nvSpPr>
          <p:cNvPr id="751621" name="Rectangle 5">
            <a:extLst>
              <a:ext uri="{FF2B5EF4-FFF2-40B4-BE49-F238E27FC236}">
                <a16:creationId xmlns:a16="http://schemas.microsoft.com/office/drawing/2014/main" id="{4C3D4F30-9ED7-BF53-3C87-276B5B595A2A}"/>
              </a:ext>
            </a:extLst>
          </p:cNvPr>
          <p:cNvSpPr>
            <a:spLocks noChangeArrowheads="1"/>
          </p:cNvSpPr>
          <p:nvPr/>
        </p:nvSpPr>
        <p:spPr bwMode="auto">
          <a:xfrm>
            <a:off x="304800" y="15240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a:effectLst>
                  <a:outerShdw blurRad="38100" dist="38100" dir="2700000" algn="tl">
                    <a:srgbClr val="C0C0C0"/>
                  </a:outerShdw>
                </a:effectLst>
              </a:rPr>
              <a:t>The division relationship (a = q × n + r) discussed in the previous section has two inputs (a and n) and two outputs (q and r). In modular arithmetic, we are interested in only one of the outputs, the remainder r. </a:t>
            </a:r>
          </a:p>
        </p:txBody>
      </p:sp>
      <p:sp>
        <p:nvSpPr>
          <p:cNvPr id="88071" name="Rectangle 6">
            <a:extLst>
              <a:ext uri="{FF2B5EF4-FFF2-40B4-BE49-F238E27FC236}">
                <a16:creationId xmlns:a16="http://schemas.microsoft.com/office/drawing/2014/main" id="{40B643D0-5C9A-81C3-69A2-5810708F2803}"/>
              </a:ext>
            </a:extLst>
          </p:cNvPr>
          <p:cNvSpPr>
            <a:spLocks noChangeArrowheads="1"/>
          </p:cNvSpPr>
          <p:nvPr/>
        </p:nvSpPr>
        <p:spPr bwMode="auto">
          <a:xfrm>
            <a:off x="304800" y="4117975"/>
            <a:ext cx="67056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en-US" altLang="en-US" sz="2400" i="0">
                <a:solidFill>
                  <a:schemeClr val="hlink"/>
                </a:solidFill>
              </a:rPr>
              <a:t>2.2.1</a:t>
            </a:r>
            <a:r>
              <a:rPr lang="en-US" altLang="en-US" sz="2400" i="0">
                <a:solidFill>
                  <a:srgbClr val="0033CC"/>
                </a:solidFill>
              </a:rPr>
              <a:t>	Modular Operator</a:t>
            </a:r>
            <a:r>
              <a:rPr lang="fr-FR" altLang="en-US" sz="2400" i="0">
                <a:solidFill>
                  <a:srgbClr val="0033CC"/>
                </a:solidFill>
              </a:rPr>
              <a:t/>
            </a:r>
            <a:br>
              <a:rPr lang="fr-FR" altLang="en-US" sz="2400" i="0">
                <a:solidFill>
                  <a:srgbClr val="0033CC"/>
                </a:solidFill>
              </a:rPr>
            </a:br>
            <a:r>
              <a:rPr lang="fr-FR" altLang="en-US" sz="2400" i="0">
                <a:solidFill>
                  <a:schemeClr val="hlink"/>
                </a:solidFill>
              </a:rPr>
              <a:t>2.2.2</a:t>
            </a:r>
            <a:r>
              <a:rPr lang="fr-FR" altLang="en-US" sz="2400" i="0">
                <a:solidFill>
                  <a:srgbClr val="0033CC"/>
                </a:solidFill>
              </a:rPr>
              <a:t>	Set of Residues</a:t>
            </a:r>
            <a:br>
              <a:rPr lang="fr-FR" altLang="en-US" sz="2400" i="0">
                <a:solidFill>
                  <a:srgbClr val="0033CC"/>
                </a:solidFill>
              </a:rPr>
            </a:br>
            <a:r>
              <a:rPr lang="fr-FR" altLang="en-US" sz="2400" i="0">
                <a:solidFill>
                  <a:schemeClr val="hlink"/>
                </a:solidFill>
              </a:rPr>
              <a:t>2.2.3</a:t>
            </a:r>
            <a:r>
              <a:rPr lang="fr-FR" altLang="en-US" sz="2400" i="0">
                <a:solidFill>
                  <a:srgbClr val="0033CC"/>
                </a:solidFill>
              </a:rPr>
              <a:t>	Congruence</a:t>
            </a:r>
            <a:br>
              <a:rPr lang="fr-FR" altLang="en-US" sz="2400" i="0">
                <a:solidFill>
                  <a:srgbClr val="0033CC"/>
                </a:solidFill>
              </a:rPr>
            </a:br>
            <a:r>
              <a:rPr lang="fr-FR" altLang="en-US" sz="2400" i="0">
                <a:solidFill>
                  <a:schemeClr val="hlink"/>
                </a:solidFill>
              </a:rPr>
              <a:t>2.2.4</a:t>
            </a:r>
            <a:r>
              <a:rPr lang="fr-FR" altLang="en-US" sz="2400" i="0">
                <a:solidFill>
                  <a:srgbClr val="0033CC"/>
                </a:solidFill>
              </a:rPr>
              <a:t>	Operations in Z</a:t>
            </a:r>
            <a:r>
              <a:rPr lang="fr-FR" altLang="en-US" sz="2400" i="0" baseline="-25000">
                <a:solidFill>
                  <a:srgbClr val="0033CC"/>
                </a:solidFill>
              </a:rPr>
              <a:t>n</a:t>
            </a:r>
          </a:p>
          <a:p>
            <a:pPr>
              <a:buClr>
                <a:schemeClr val="tx1"/>
              </a:buClr>
              <a:buSzPct val="117000"/>
              <a:buFont typeface="Wingdings" panose="05000000000000000000" pitchFamily="2" charset="2"/>
              <a:buNone/>
            </a:pPr>
            <a:r>
              <a:rPr lang="en-US" altLang="en-US" sz="2400" i="0">
                <a:solidFill>
                  <a:schemeClr val="hlink"/>
                </a:solidFill>
              </a:rPr>
              <a:t>2.2.5</a:t>
            </a:r>
            <a:r>
              <a:rPr lang="en-US" altLang="en-US" sz="2400" i="0">
                <a:solidFill>
                  <a:srgbClr val="0033CC"/>
                </a:solidFill>
              </a:rPr>
              <a:t>	Addition and Multiplication Tables</a:t>
            </a:r>
          </a:p>
          <a:p>
            <a:pPr>
              <a:buClr>
                <a:schemeClr val="tx1"/>
              </a:buClr>
              <a:buSzPct val="117000"/>
              <a:buFont typeface="Wingdings" panose="05000000000000000000" pitchFamily="2" charset="2"/>
              <a:buNone/>
            </a:pPr>
            <a:r>
              <a:rPr lang="en-US" altLang="en-US" sz="2400" i="0">
                <a:solidFill>
                  <a:schemeClr val="hlink"/>
                </a:solidFill>
              </a:rPr>
              <a:t>2.2.6</a:t>
            </a:r>
            <a:r>
              <a:rPr lang="en-US" altLang="en-US" sz="2400" i="0">
                <a:solidFill>
                  <a:srgbClr val="0033CC"/>
                </a:solidFill>
              </a:rPr>
              <a:t>	Different Sets</a:t>
            </a:r>
          </a:p>
        </p:txBody>
      </p:sp>
      <p:sp>
        <p:nvSpPr>
          <p:cNvPr id="751623" name="Text Box 7">
            <a:extLst>
              <a:ext uri="{FF2B5EF4-FFF2-40B4-BE49-F238E27FC236}">
                <a16:creationId xmlns:a16="http://schemas.microsoft.com/office/drawing/2014/main" id="{84A86A7C-DFA7-8282-1F21-C770EE083F99}"/>
              </a:ext>
            </a:extLst>
          </p:cNvPr>
          <p:cNvSpPr txBox="1">
            <a:spLocks noChangeArrowheads="1"/>
          </p:cNvSpPr>
          <p:nvPr/>
        </p:nvSpPr>
        <p:spPr bwMode="auto">
          <a:xfrm>
            <a:off x="317500" y="3595688"/>
            <a:ext cx="48625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u="sng">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1">
            <a:extLst>
              <a:ext uri="{FF2B5EF4-FFF2-40B4-BE49-F238E27FC236}">
                <a16:creationId xmlns:a16="http://schemas.microsoft.com/office/drawing/2014/main" id="{3747E186-50BE-EC8F-26FB-3FD43227729D}"/>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C6AFCE64-4651-4A13-A338-B41D62C4D202}" type="slidenum">
              <a:rPr lang="en-US" altLang="en-US" i="0">
                <a:latin typeface="Arial" panose="020B0604020202020204" pitchFamily="34" charset="0"/>
              </a:rPr>
              <a:pPr/>
              <a:t>35</a:t>
            </a:fld>
            <a:endParaRPr lang="en-US" altLang="en-US" i="0">
              <a:latin typeface="Arial" panose="020B0604020202020204" pitchFamily="34" charset="0"/>
            </a:endParaRPr>
          </a:p>
        </p:txBody>
      </p:sp>
      <p:sp>
        <p:nvSpPr>
          <p:cNvPr id="90115" name="Rectangle 2">
            <a:extLst>
              <a:ext uri="{FF2B5EF4-FFF2-40B4-BE49-F238E27FC236}">
                <a16:creationId xmlns:a16="http://schemas.microsoft.com/office/drawing/2014/main" id="{94097986-8E6C-C6B6-6CF2-7DAA5F64DD1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0116" name="Rectangle 3">
            <a:extLst>
              <a:ext uri="{FF2B5EF4-FFF2-40B4-BE49-F238E27FC236}">
                <a16:creationId xmlns:a16="http://schemas.microsoft.com/office/drawing/2014/main" id="{DBA06998-A8B0-D04B-78DF-813223DEF14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0117" name="Rectangle 4">
            <a:extLst>
              <a:ext uri="{FF2B5EF4-FFF2-40B4-BE49-F238E27FC236}">
                <a16:creationId xmlns:a16="http://schemas.microsoft.com/office/drawing/2014/main" id="{B50DAB1D-A579-C07F-3C2F-BC72093BA4F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0118" name="Rectangle 5">
            <a:extLst>
              <a:ext uri="{FF2B5EF4-FFF2-40B4-BE49-F238E27FC236}">
                <a16:creationId xmlns:a16="http://schemas.microsoft.com/office/drawing/2014/main" id="{C7E8FBFF-CCC9-9E84-0B5F-CAE1DBE1E22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0119" name="Rectangle 6">
            <a:extLst>
              <a:ext uri="{FF2B5EF4-FFF2-40B4-BE49-F238E27FC236}">
                <a16:creationId xmlns:a16="http://schemas.microsoft.com/office/drawing/2014/main" id="{899E2321-86E8-220C-3706-3633BE7D331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0120" name="Rectangle 7">
            <a:extLst>
              <a:ext uri="{FF2B5EF4-FFF2-40B4-BE49-F238E27FC236}">
                <a16:creationId xmlns:a16="http://schemas.microsoft.com/office/drawing/2014/main" id="{81B6B834-3A33-E665-74EC-26E0C247D0E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0121" name="Rectangle 8">
            <a:extLst>
              <a:ext uri="{FF2B5EF4-FFF2-40B4-BE49-F238E27FC236}">
                <a16:creationId xmlns:a16="http://schemas.microsoft.com/office/drawing/2014/main" id="{359BC8DA-A6A5-9816-AD7D-A4B2E083075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0122" name="Rectangle 9">
            <a:extLst>
              <a:ext uri="{FF2B5EF4-FFF2-40B4-BE49-F238E27FC236}">
                <a16:creationId xmlns:a16="http://schemas.microsoft.com/office/drawing/2014/main" id="{28B093D1-029C-5EF1-D5D1-1F1532DD0605}"/>
              </a:ext>
            </a:extLst>
          </p:cNvPr>
          <p:cNvSpPr>
            <a:spLocks noChangeArrowheads="1"/>
          </p:cNvSpPr>
          <p:nvPr/>
        </p:nvSpPr>
        <p:spPr bwMode="auto">
          <a:xfrm>
            <a:off x="228600" y="10668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The modulo operator is shown as </a:t>
            </a:r>
            <a:r>
              <a:rPr lang="en-US" altLang="en-US" sz="2800">
                <a:solidFill>
                  <a:schemeClr val="hlink"/>
                </a:solidFill>
              </a:rPr>
              <a:t>mod</a:t>
            </a:r>
            <a:r>
              <a:rPr lang="en-US" altLang="en-US" sz="2800"/>
              <a:t>. The second input (n) is called the modulus. The output r is called the residue. </a:t>
            </a:r>
          </a:p>
        </p:txBody>
      </p:sp>
      <p:sp>
        <p:nvSpPr>
          <p:cNvPr id="90123" name="Text Box 10">
            <a:extLst>
              <a:ext uri="{FF2B5EF4-FFF2-40B4-BE49-F238E27FC236}">
                <a16:creationId xmlns:a16="http://schemas.microsoft.com/office/drawing/2014/main" id="{D426AF15-8525-488C-0356-63EE6F974C7A}"/>
              </a:ext>
            </a:extLst>
          </p:cNvPr>
          <p:cNvSpPr txBox="1">
            <a:spLocks noChangeArrowheads="1"/>
          </p:cNvSpPr>
          <p:nvPr/>
        </p:nvSpPr>
        <p:spPr bwMode="auto">
          <a:xfrm>
            <a:off x="1143000" y="0"/>
            <a:ext cx="41259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2.2.1  Modulo Operator</a:t>
            </a:r>
          </a:p>
        </p:txBody>
      </p:sp>
      <p:pic>
        <p:nvPicPr>
          <p:cNvPr id="90124" name="Picture 18">
            <a:extLst>
              <a:ext uri="{FF2B5EF4-FFF2-40B4-BE49-F238E27FC236}">
                <a16:creationId xmlns:a16="http://schemas.microsoft.com/office/drawing/2014/main" id="{012A8F9E-F79A-67F8-3CA1-DE841BA4BB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6650" y="3490913"/>
            <a:ext cx="7321550" cy="222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25" name="Text Box 19">
            <a:extLst>
              <a:ext uri="{FF2B5EF4-FFF2-40B4-BE49-F238E27FC236}">
                <a16:creationId xmlns:a16="http://schemas.microsoft.com/office/drawing/2014/main" id="{14279E70-36F6-38BF-E468-2CA011649D73}"/>
              </a:ext>
            </a:extLst>
          </p:cNvPr>
          <p:cNvSpPr txBox="1">
            <a:spLocks noChangeArrowheads="1"/>
          </p:cNvSpPr>
          <p:nvPr/>
        </p:nvSpPr>
        <p:spPr bwMode="auto">
          <a:xfrm>
            <a:off x="1662113" y="2590800"/>
            <a:ext cx="5881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2.9  </a:t>
            </a:r>
            <a:r>
              <a:rPr lang="en-US" altLang="en-US" sz="2000"/>
              <a:t>Division algorithm and modulo operator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Number Placeholder 1">
            <a:extLst>
              <a:ext uri="{FF2B5EF4-FFF2-40B4-BE49-F238E27FC236}">
                <a16:creationId xmlns:a16="http://schemas.microsoft.com/office/drawing/2014/main" id="{E5C63671-C42C-8613-241D-371BE6C9D507}"/>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A9EE614D-8977-446E-A205-7500B5125582}" type="slidenum">
              <a:rPr lang="en-US" altLang="en-US" i="0">
                <a:latin typeface="Arial" panose="020B0604020202020204" pitchFamily="34" charset="0"/>
              </a:rPr>
              <a:pPr/>
              <a:t>36</a:t>
            </a:fld>
            <a:endParaRPr lang="en-US" altLang="en-US" i="0">
              <a:latin typeface="Arial" panose="020B0604020202020204" pitchFamily="34" charset="0"/>
            </a:endParaRPr>
          </a:p>
        </p:txBody>
      </p:sp>
      <p:sp>
        <p:nvSpPr>
          <p:cNvPr id="92163" name="Text Box 2">
            <a:extLst>
              <a:ext uri="{FF2B5EF4-FFF2-40B4-BE49-F238E27FC236}">
                <a16:creationId xmlns:a16="http://schemas.microsoft.com/office/drawing/2014/main" id="{3D49319D-2866-F46B-38BF-1610E3DBE6DC}"/>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2.14</a:t>
            </a:r>
            <a:endParaRPr lang="en-US" altLang="en-US" sz="2000">
              <a:solidFill>
                <a:schemeClr val="bg1"/>
              </a:solidFill>
            </a:endParaRPr>
          </a:p>
        </p:txBody>
      </p:sp>
      <p:sp>
        <p:nvSpPr>
          <p:cNvPr id="92164" name="Rectangle 3">
            <a:extLst>
              <a:ext uri="{FF2B5EF4-FFF2-40B4-BE49-F238E27FC236}">
                <a16:creationId xmlns:a16="http://schemas.microsoft.com/office/drawing/2014/main" id="{3E9A58A0-5E52-32A7-AD97-EAAC6D64ECB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2165" name="Rectangle 4">
            <a:extLst>
              <a:ext uri="{FF2B5EF4-FFF2-40B4-BE49-F238E27FC236}">
                <a16:creationId xmlns:a16="http://schemas.microsoft.com/office/drawing/2014/main" id="{AB69C3BC-7C0C-7675-3504-840CEB5BE1A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2166" name="Rectangle 5">
            <a:extLst>
              <a:ext uri="{FF2B5EF4-FFF2-40B4-BE49-F238E27FC236}">
                <a16:creationId xmlns:a16="http://schemas.microsoft.com/office/drawing/2014/main" id="{BF6DFB2D-9C3E-6FAE-48C3-1270A3B8BB6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2167" name="Rectangle 6">
            <a:extLst>
              <a:ext uri="{FF2B5EF4-FFF2-40B4-BE49-F238E27FC236}">
                <a16:creationId xmlns:a16="http://schemas.microsoft.com/office/drawing/2014/main" id="{4368E43E-6C38-B306-EB73-97C31F65B2C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2168" name="Rectangle 7">
            <a:extLst>
              <a:ext uri="{FF2B5EF4-FFF2-40B4-BE49-F238E27FC236}">
                <a16:creationId xmlns:a16="http://schemas.microsoft.com/office/drawing/2014/main" id="{A09387CE-842F-3ACA-69B0-B424439CBD4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2169" name="Rectangle 8">
            <a:extLst>
              <a:ext uri="{FF2B5EF4-FFF2-40B4-BE49-F238E27FC236}">
                <a16:creationId xmlns:a16="http://schemas.microsoft.com/office/drawing/2014/main" id="{60E30671-1A37-427D-AF8A-F5C35DE2D77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2170" name="Rectangle 9">
            <a:extLst>
              <a:ext uri="{FF2B5EF4-FFF2-40B4-BE49-F238E27FC236}">
                <a16:creationId xmlns:a16="http://schemas.microsoft.com/office/drawing/2014/main" id="{9F5CF718-09EE-BDB8-7B6E-EDCEF2B4716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2171" name="Text Box 10">
            <a:extLst>
              <a:ext uri="{FF2B5EF4-FFF2-40B4-BE49-F238E27FC236}">
                <a16:creationId xmlns:a16="http://schemas.microsoft.com/office/drawing/2014/main" id="{80271D53-ADB2-6669-E13D-2942472693C5}"/>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2.1.4   Continued</a:t>
            </a:r>
          </a:p>
        </p:txBody>
      </p:sp>
      <p:sp>
        <p:nvSpPr>
          <p:cNvPr id="921611" name="Rectangle 11">
            <a:extLst>
              <a:ext uri="{FF2B5EF4-FFF2-40B4-BE49-F238E27FC236}">
                <a16:creationId xmlns:a16="http://schemas.microsoft.com/office/drawing/2014/main" id="{BA7D929B-1C09-9A50-27A4-ACFC04D585A6}"/>
              </a:ext>
            </a:extLst>
          </p:cNvPr>
          <p:cNvSpPr>
            <a:spLocks noChangeArrowheads="1"/>
          </p:cNvSpPr>
          <p:nvPr/>
        </p:nvSpPr>
        <p:spPr bwMode="auto">
          <a:xfrm>
            <a:off x="304800" y="1066800"/>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the result of the following operations:</a:t>
            </a:r>
          </a:p>
          <a:p>
            <a:pPr algn="just" eaLnBrk="1" hangingPunct="1">
              <a:defRPr/>
            </a:pPr>
            <a:r>
              <a:rPr lang="da-DK" altLang="en-US" sz="2400" i="0">
                <a:solidFill>
                  <a:schemeClr val="hlink"/>
                </a:solidFill>
                <a:effectLst>
                  <a:outerShdw blurRad="38100" dist="38100" dir="2700000" algn="tl">
                    <a:srgbClr val="C0C0C0"/>
                  </a:outerShdw>
                </a:effectLst>
              </a:rPr>
              <a:t>a.</a:t>
            </a:r>
            <a:r>
              <a:rPr lang="da-DK" altLang="en-US" sz="2400" i="0">
                <a:effectLst>
                  <a:outerShdw blurRad="38100" dist="38100" dir="2700000" algn="tl">
                    <a:srgbClr val="C0C0C0"/>
                  </a:outerShdw>
                </a:effectLst>
              </a:rPr>
              <a:t>  27 mod 5                                            </a:t>
            </a:r>
            <a:r>
              <a:rPr lang="da-DK" altLang="en-US" sz="2400" i="0">
                <a:solidFill>
                  <a:schemeClr val="hlink"/>
                </a:solidFill>
                <a:effectLst>
                  <a:outerShdw blurRad="38100" dist="38100" dir="2700000" algn="tl">
                    <a:srgbClr val="C0C0C0"/>
                  </a:outerShdw>
                </a:effectLst>
              </a:rPr>
              <a:t>b.</a:t>
            </a:r>
            <a:r>
              <a:rPr lang="da-DK" altLang="en-US" sz="2400" i="0">
                <a:effectLst>
                  <a:outerShdw blurRad="38100" dist="38100" dir="2700000" algn="tl">
                    <a:srgbClr val="C0C0C0"/>
                  </a:outerShdw>
                </a:effectLst>
              </a:rPr>
              <a:t>  36 mod 12</a:t>
            </a:r>
          </a:p>
          <a:p>
            <a:pPr algn="just" eaLnBrk="1" hangingPunct="1">
              <a:defRPr/>
            </a:pPr>
            <a:r>
              <a:rPr lang="da-DK" altLang="en-US" sz="2400" i="0">
                <a:solidFill>
                  <a:schemeClr val="hlink"/>
                </a:solidFill>
                <a:effectLst>
                  <a:outerShdw blurRad="38100" dist="38100" dir="2700000" algn="tl">
                    <a:srgbClr val="C0C0C0"/>
                  </a:outerShdw>
                </a:effectLst>
              </a:rPr>
              <a:t>c.</a:t>
            </a:r>
            <a:r>
              <a:rPr lang="da-DK" altLang="en-US" sz="2400" i="0">
                <a:effectLst>
                  <a:outerShdw blurRad="38100" dist="38100" dir="2700000" algn="tl">
                    <a:srgbClr val="C0C0C0"/>
                  </a:outerShdw>
                </a:effectLst>
              </a:rPr>
              <a:t>  −18 mod 14                                        </a:t>
            </a:r>
            <a:r>
              <a:rPr lang="da-DK" altLang="en-US" sz="2400" i="0">
                <a:solidFill>
                  <a:schemeClr val="hlink"/>
                </a:solidFill>
                <a:effectLst>
                  <a:outerShdw blurRad="38100" dist="38100" dir="2700000" algn="tl">
                    <a:srgbClr val="C0C0C0"/>
                  </a:outerShdw>
                </a:effectLst>
              </a:rPr>
              <a:t>d.</a:t>
            </a:r>
            <a:r>
              <a:rPr lang="da-DK" altLang="en-US" sz="2400" i="0">
                <a:effectLst>
                  <a:outerShdw blurRad="38100" dist="38100" dir="2700000" algn="tl">
                    <a:srgbClr val="C0C0C0"/>
                  </a:outerShdw>
                </a:effectLst>
              </a:rPr>
              <a:t>  −7 mod 10</a:t>
            </a:r>
            <a:endParaRPr lang="en-US" altLang="en-US" sz="2400" i="0">
              <a:effectLst>
                <a:outerShdw blurRad="38100" dist="38100" dir="2700000" algn="tl">
                  <a:srgbClr val="C0C0C0"/>
                </a:outerShdw>
              </a:effectLst>
            </a:endParaRPr>
          </a:p>
        </p:txBody>
      </p:sp>
      <p:sp>
        <p:nvSpPr>
          <p:cNvPr id="921612" name="Rectangle 12">
            <a:extLst>
              <a:ext uri="{FF2B5EF4-FFF2-40B4-BE49-F238E27FC236}">
                <a16:creationId xmlns:a16="http://schemas.microsoft.com/office/drawing/2014/main" id="{980F8C6D-6398-A9CC-CDD1-F8D13513A357}"/>
              </a:ext>
            </a:extLst>
          </p:cNvPr>
          <p:cNvSpPr>
            <a:spLocks noChangeArrowheads="1"/>
          </p:cNvSpPr>
          <p:nvPr/>
        </p:nvSpPr>
        <p:spPr bwMode="auto">
          <a:xfrm>
            <a:off x="228600" y="3376613"/>
            <a:ext cx="8229600"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a:defRPr sz="2400">
                <a:solidFill>
                  <a:schemeClr val="tx1"/>
                </a:solidFill>
                <a:latin typeface="Times New Roman" panose="02020603050405020304" pitchFamily="18" charset="0"/>
              </a:defRPr>
            </a:lvl1pPr>
            <a:lvl2pPr marL="914400" indent="-457200">
              <a:defRPr sz="2400">
                <a:solidFill>
                  <a:schemeClr val="tx1"/>
                </a:solidFill>
                <a:latin typeface="Times New Roman" panose="02020603050405020304" pitchFamily="18" charset="0"/>
              </a:defRPr>
            </a:lvl2pPr>
            <a:lvl3pPr marL="1371600" indent="-457200">
              <a:defRPr sz="2400">
                <a:solidFill>
                  <a:schemeClr val="tx1"/>
                </a:solidFill>
                <a:latin typeface="Times New Roman" panose="02020603050405020304" pitchFamily="18" charset="0"/>
              </a:defRPr>
            </a:lvl3pPr>
            <a:lvl4pPr marL="1828800" indent="-457200">
              <a:defRPr sz="2400">
                <a:solidFill>
                  <a:schemeClr val="tx1"/>
                </a:solidFill>
                <a:latin typeface="Times New Roman" panose="02020603050405020304" pitchFamily="18" charset="0"/>
              </a:defRPr>
            </a:lvl4pPr>
            <a:lvl5pPr marL="2286000" indent="-457200">
              <a:defRPr sz="2400">
                <a:solidFill>
                  <a:schemeClr val="tx1"/>
                </a:solidFill>
                <a:latin typeface="Times New Roman" panose="02020603050405020304" pitchFamily="18" charset="0"/>
              </a:defRPr>
            </a:lvl5pPr>
            <a:lvl6pPr marL="2743200" indent="-457200" fontAlgn="base">
              <a:spcBef>
                <a:spcPct val="0"/>
              </a:spcBef>
              <a:spcAft>
                <a:spcPct val="0"/>
              </a:spcAft>
              <a:defRPr sz="2400">
                <a:solidFill>
                  <a:schemeClr val="tx1"/>
                </a:solidFill>
                <a:latin typeface="Times New Roman" panose="02020603050405020304" pitchFamily="18" charset="0"/>
              </a:defRPr>
            </a:lvl6pPr>
            <a:lvl7pPr marL="3200400" indent="-457200" fontAlgn="base">
              <a:spcBef>
                <a:spcPct val="0"/>
              </a:spcBef>
              <a:spcAft>
                <a:spcPct val="0"/>
              </a:spcAft>
              <a:defRPr sz="2400">
                <a:solidFill>
                  <a:schemeClr val="tx1"/>
                </a:solidFill>
                <a:latin typeface="Times New Roman" panose="02020603050405020304" pitchFamily="18" charset="0"/>
              </a:defRPr>
            </a:lvl7pPr>
            <a:lvl8pPr marL="3657600" indent="-457200" fontAlgn="base">
              <a:spcBef>
                <a:spcPct val="0"/>
              </a:spcBef>
              <a:spcAft>
                <a:spcPct val="0"/>
              </a:spcAft>
              <a:defRPr sz="2400">
                <a:solidFill>
                  <a:schemeClr val="tx1"/>
                </a:solidFill>
                <a:latin typeface="Times New Roman" panose="02020603050405020304" pitchFamily="18" charset="0"/>
              </a:defRPr>
            </a:lvl8pPr>
            <a:lvl9pPr marL="4114800" indent="-457200" fontAlgn="base">
              <a:spcBef>
                <a:spcPct val="0"/>
              </a:spcBef>
              <a:spcAft>
                <a:spcPct val="0"/>
              </a:spcAft>
              <a:defRPr sz="2400">
                <a:solidFill>
                  <a:schemeClr val="tx1"/>
                </a:solidFill>
                <a:latin typeface="Times New Roman" panose="02020603050405020304" pitchFamily="18" charset="0"/>
              </a:defRPr>
            </a:lvl9pPr>
          </a:lstStyle>
          <a:p>
            <a:pPr eaLnBrk="1" hangingPunct="1">
              <a:spcAft>
                <a:spcPct val="40000"/>
              </a:spcAft>
              <a:buFontTx/>
              <a:buAutoNum type="alphaLcPeriod"/>
              <a:defRPr/>
            </a:pPr>
            <a:r>
              <a:rPr lang="en-US" altLang="en-US" i="0">
                <a:effectLst>
                  <a:outerShdw blurRad="38100" dist="38100" dir="2700000" algn="tl">
                    <a:srgbClr val="C0C0C0"/>
                  </a:outerShdw>
                </a:effectLst>
              </a:rPr>
              <a:t>Dividing 27 by 5 results in </a:t>
            </a:r>
            <a:r>
              <a:rPr lang="en-US" altLang="en-US">
                <a:effectLst>
                  <a:outerShdw blurRad="38100" dist="38100" dir="2700000" algn="tl">
                    <a:srgbClr val="C0C0C0"/>
                  </a:outerShdw>
                </a:effectLst>
              </a:rPr>
              <a:t>r</a:t>
            </a:r>
            <a:r>
              <a:rPr lang="en-US" altLang="en-US" i="0">
                <a:effectLst>
                  <a:outerShdw blurRad="38100" dist="38100" dir="2700000" algn="tl">
                    <a:srgbClr val="C0C0C0"/>
                  </a:outerShdw>
                </a:effectLst>
              </a:rPr>
              <a:t> = 2</a:t>
            </a:r>
          </a:p>
          <a:p>
            <a:pPr eaLnBrk="1" hangingPunct="1">
              <a:spcAft>
                <a:spcPct val="40000"/>
              </a:spcAft>
              <a:buFontTx/>
              <a:buAutoNum type="alphaLcPeriod"/>
              <a:defRPr/>
            </a:pPr>
            <a:r>
              <a:rPr lang="en-US" altLang="en-US" i="0">
                <a:effectLst>
                  <a:outerShdw blurRad="38100" dist="38100" dir="2700000" algn="tl">
                    <a:srgbClr val="C0C0C0"/>
                  </a:outerShdw>
                </a:effectLst>
              </a:rPr>
              <a:t>Dividing 36 by 12 results in </a:t>
            </a:r>
            <a:r>
              <a:rPr lang="en-US" altLang="en-US">
                <a:effectLst>
                  <a:outerShdw blurRad="38100" dist="38100" dir="2700000" algn="tl">
                    <a:srgbClr val="C0C0C0"/>
                  </a:outerShdw>
                </a:effectLst>
              </a:rPr>
              <a:t>r</a:t>
            </a:r>
            <a:r>
              <a:rPr lang="en-US" altLang="en-US" i="0">
                <a:effectLst>
                  <a:outerShdw blurRad="38100" dist="38100" dir="2700000" algn="tl">
                    <a:srgbClr val="C0C0C0"/>
                  </a:outerShdw>
                </a:effectLst>
              </a:rPr>
              <a:t> = 0. </a:t>
            </a:r>
          </a:p>
          <a:p>
            <a:pPr eaLnBrk="1" hangingPunct="1">
              <a:spcAft>
                <a:spcPct val="40000"/>
              </a:spcAft>
              <a:defRPr/>
            </a:pPr>
            <a:r>
              <a:rPr lang="en-US" altLang="en-US" i="0">
                <a:effectLst>
                  <a:outerShdw blurRad="38100" dist="38100" dir="2700000" algn="tl">
                    <a:srgbClr val="C0C0C0"/>
                  </a:outerShdw>
                </a:effectLst>
              </a:rPr>
              <a:t>c.   Dividing −18 by 14 results in </a:t>
            </a:r>
            <a:r>
              <a:rPr lang="en-US" altLang="en-US">
                <a:effectLst>
                  <a:outerShdw blurRad="38100" dist="38100" dir="2700000" algn="tl">
                    <a:srgbClr val="C0C0C0"/>
                  </a:outerShdw>
                </a:effectLst>
              </a:rPr>
              <a:t>r</a:t>
            </a:r>
            <a:r>
              <a:rPr lang="en-US" altLang="en-US" i="0">
                <a:effectLst>
                  <a:outerShdw blurRad="38100" dist="38100" dir="2700000" algn="tl">
                    <a:srgbClr val="C0C0C0"/>
                  </a:outerShdw>
                </a:effectLst>
              </a:rPr>
              <a:t> = −4. After adding the modulus </a:t>
            </a:r>
            <a:r>
              <a:rPr lang="en-US" altLang="en-US">
                <a:effectLst>
                  <a:outerShdw blurRad="38100" dist="38100" dir="2700000" algn="tl">
                    <a:srgbClr val="C0C0C0"/>
                  </a:outerShdw>
                </a:effectLst>
              </a:rPr>
              <a:t>r</a:t>
            </a:r>
            <a:r>
              <a:rPr lang="en-US" altLang="en-US" i="0">
                <a:effectLst>
                  <a:outerShdw blurRad="38100" dist="38100" dir="2700000" algn="tl">
                    <a:srgbClr val="C0C0C0"/>
                  </a:outerShdw>
                </a:effectLst>
              </a:rPr>
              <a:t> = 10</a:t>
            </a:r>
          </a:p>
          <a:p>
            <a:pPr eaLnBrk="1" hangingPunct="1">
              <a:spcAft>
                <a:spcPct val="40000"/>
              </a:spcAft>
              <a:defRPr/>
            </a:pPr>
            <a:r>
              <a:rPr lang="en-US" altLang="en-US" i="0">
                <a:effectLst>
                  <a:outerShdw blurRad="38100" dist="38100" dir="2700000" algn="tl">
                    <a:srgbClr val="C0C0C0"/>
                  </a:outerShdw>
                </a:effectLst>
              </a:rPr>
              <a:t>d.   Dividing −7 by 10 results in r = −7. After adding the modulus to −7, r = 3. </a:t>
            </a:r>
          </a:p>
        </p:txBody>
      </p:sp>
      <p:sp>
        <p:nvSpPr>
          <p:cNvPr id="921613" name="Rectangle 13">
            <a:extLst>
              <a:ext uri="{FF2B5EF4-FFF2-40B4-BE49-F238E27FC236}">
                <a16:creationId xmlns:a16="http://schemas.microsoft.com/office/drawing/2014/main" id="{2171EFCB-473D-B7BC-3C4B-76237C72C31E}"/>
              </a:ext>
            </a:extLst>
          </p:cNvPr>
          <p:cNvSpPr>
            <a:spLocks noChangeArrowheads="1"/>
          </p:cNvSpPr>
          <p:nvPr/>
        </p:nvSpPr>
        <p:spPr bwMode="auto">
          <a:xfrm>
            <a:off x="228600" y="2971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1">
            <a:extLst>
              <a:ext uri="{FF2B5EF4-FFF2-40B4-BE49-F238E27FC236}">
                <a16:creationId xmlns:a16="http://schemas.microsoft.com/office/drawing/2014/main" id="{A404993F-CF03-A0DF-DF09-CC4B5AE1EAC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41D0CBEE-9B92-4D19-A207-68CB53459DDE}" type="slidenum">
              <a:rPr lang="en-US" altLang="en-US" i="0">
                <a:latin typeface="Arial" panose="020B0604020202020204" pitchFamily="34" charset="0"/>
              </a:rPr>
              <a:pPr/>
              <a:t>37</a:t>
            </a:fld>
            <a:endParaRPr lang="en-US" altLang="en-US" i="0">
              <a:latin typeface="Arial" panose="020B0604020202020204" pitchFamily="34" charset="0"/>
            </a:endParaRPr>
          </a:p>
        </p:txBody>
      </p:sp>
      <p:sp>
        <p:nvSpPr>
          <p:cNvPr id="94211" name="Rectangle 2">
            <a:extLst>
              <a:ext uri="{FF2B5EF4-FFF2-40B4-BE49-F238E27FC236}">
                <a16:creationId xmlns:a16="http://schemas.microsoft.com/office/drawing/2014/main" id="{70A5E04A-CD56-7406-FB35-305B216FB7A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4212" name="Rectangle 3">
            <a:extLst>
              <a:ext uri="{FF2B5EF4-FFF2-40B4-BE49-F238E27FC236}">
                <a16:creationId xmlns:a16="http://schemas.microsoft.com/office/drawing/2014/main" id="{39E8C50C-4C71-4B40-9C1F-7B2ADCA433A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4213" name="Rectangle 4">
            <a:extLst>
              <a:ext uri="{FF2B5EF4-FFF2-40B4-BE49-F238E27FC236}">
                <a16:creationId xmlns:a16="http://schemas.microsoft.com/office/drawing/2014/main" id="{F4CE2207-1A41-3AF4-E33C-E142829A859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4214" name="Rectangle 5">
            <a:extLst>
              <a:ext uri="{FF2B5EF4-FFF2-40B4-BE49-F238E27FC236}">
                <a16:creationId xmlns:a16="http://schemas.microsoft.com/office/drawing/2014/main" id="{46EAFF51-F31E-A073-52B0-789747F29CA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4215" name="Rectangle 6">
            <a:extLst>
              <a:ext uri="{FF2B5EF4-FFF2-40B4-BE49-F238E27FC236}">
                <a16:creationId xmlns:a16="http://schemas.microsoft.com/office/drawing/2014/main" id="{5CE16A37-C6DA-ACA1-883D-AD079F7EDE9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4216" name="Rectangle 7">
            <a:extLst>
              <a:ext uri="{FF2B5EF4-FFF2-40B4-BE49-F238E27FC236}">
                <a16:creationId xmlns:a16="http://schemas.microsoft.com/office/drawing/2014/main" id="{E6006FAB-C0D5-2341-D8AF-90834DF278B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4217" name="Rectangle 8">
            <a:extLst>
              <a:ext uri="{FF2B5EF4-FFF2-40B4-BE49-F238E27FC236}">
                <a16:creationId xmlns:a16="http://schemas.microsoft.com/office/drawing/2014/main" id="{79185C40-6420-D495-2986-18FF42DC4D7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4218" name="Rectangle 9">
            <a:extLst>
              <a:ext uri="{FF2B5EF4-FFF2-40B4-BE49-F238E27FC236}">
                <a16:creationId xmlns:a16="http://schemas.microsoft.com/office/drawing/2014/main" id="{8076D18A-8BC2-1DBF-998C-F1E024DF20F5}"/>
              </a:ext>
            </a:extLst>
          </p:cNvPr>
          <p:cNvSpPr>
            <a:spLocks noChangeArrowheads="1"/>
          </p:cNvSpPr>
          <p:nvPr/>
        </p:nvSpPr>
        <p:spPr bwMode="auto">
          <a:xfrm>
            <a:off x="228600" y="10668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The modulo operation creates a set, which in modular arithmetic is referred to as </a:t>
            </a:r>
            <a:r>
              <a:rPr lang="en-US" altLang="en-US" sz="2800">
                <a:solidFill>
                  <a:schemeClr val="hlink"/>
                </a:solidFill>
              </a:rPr>
              <a:t>the set of least residues modulo n</a:t>
            </a:r>
            <a:r>
              <a:rPr lang="en-US" altLang="en-US" sz="2800"/>
              <a:t>, </a:t>
            </a:r>
            <a:r>
              <a:rPr lang="en-US" altLang="en-US" sz="2800">
                <a:solidFill>
                  <a:schemeClr val="hlink"/>
                </a:solidFill>
              </a:rPr>
              <a:t>or Z</a:t>
            </a:r>
            <a:r>
              <a:rPr lang="en-US" altLang="en-US" sz="2800" baseline="-25000">
                <a:solidFill>
                  <a:schemeClr val="hlink"/>
                </a:solidFill>
              </a:rPr>
              <a:t>n</a:t>
            </a:r>
            <a:r>
              <a:rPr lang="en-US" altLang="en-US" sz="2800"/>
              <a:t>. </a:t>
            </a:r>
          </a:p>
        </p:txBody>
      </p:sp>
      <p:sp>
        <p:nvSpPr>
          <p:cNvPr id="94219" name="Text Box 10">
            <a:extLst>
              <a:ext uri="{FF2B5EF4-FFF2-40B4-BE49-F238E27FC236}">
                <a16:creationId xmlns:a16="http://schemas.microsoft.com/office/drawing/2014/main" id="{A4D58D3D-6459-EA8C-082A-F18363AAC3D6}"/>
              </a:ext>
            </a:extLst>
          </p:cNvPr>
          <p:cNvSpPr txBox="1">
            <a:spLocks noChangeArrowheads="1"/>
          </p:cNvSpPr>
          <p:nvPr/>
        </p:nvSpPr>
        <p:spPr bwMode="auto">
          <a:xfrm>
            <a:off x="1143000" y="0"/>
            <a:ext cx="37528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2.2.2  Set of Residues</a:t>
            </a:r>
          </a:p>
        </p:txBody>
      </p:sp>
      <p:pic>
        <p:nvPicPr>
          <p:cNvPr id="94220" name="Picture 13">
            <a:extLst>
              <a:ext uri="{FF2B5EF4-FFF2-40B4-BE49-F238E27FC236}">
                <a16:creationId xmlns:a16="http://schemas.microsoft.com/office/drawing/2014/main" id="{0469B02D-B25F-4BF6-B7FA-88B835A1F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225" y="4521200"/>
            <a:ext cx="716597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221" name="Text Box 14">
            <a:extLst>
              <a:ext uri="{FF2B5EF4-FFF2-40B4-BE49-F238E27FC236}">
                <a16:creationId xmlns:a16="http://schemas.microsoft.com/office/drawing/2014/main" id="{B6F854E2-BC6A-B854-6B96-9B846D308685}"/>
              </a:ext>
            </a:extLst>
          </p:cNvPr>
          <p:cNvSpPr txBox="1">
            <a:spLocks noChangeArrowheads="1"/>
          </p:cNvSpPr>
          <p:nvPr/>
        </p:nvSpPr>
        <p:spPr bwMode="auto">
          <a:xfrm>
            <a:off x="2935288" y="3505200"/>
            <a:ext cx="3160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2.10  </a:t>
            </a:r>
            <a:r>
              <a:rPr lang="en-US" altLang="en-US" sz="2000"/>
              <a:t>Some Z</a:t>
            </a:r>
            <a:r>
              <a:rPr lang="en-US" altLang="en-US" sz="2400" baseline="-25000"/>
              <a:t>n</a:t>
            </a:r>
            <a:r>
              <a:rPr lang="en-US" altLang="en-US" sz="2000"/>
              <a:t> sets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Number Placeholder 1">
            <a:extLst>
              <a:ext uri="{FF2B5EF4-FFF2-40B4-BE49-F238E27FC236}">
                <a16:creationId xmlns:a16="http://schemas.microsoft.com/office/drawing/2014/main" id="{FC985C67-F55A-A62F-9955-554A36C65151}"/>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B331016F-BCCB-4AD5-9FBD-93C185885732}" type="slidenum">
              <a:rPr lang="en-US" altLang="en-US" i="0">
                <a:latin typeface="Arial" panose="020B0604020202020204" pitchFamily="34" charset="0"/>
              </a:rPr>
              <a:pPr/>
              <a:t>38</a:t>
            </a:fld>
            <a:endParaRPr lang="en-US" altLang="en-US" i="0">
              <a:latin typeface="Arial" panose="020B0604020202020204" pitchFamily="34" charset="0"/>
            </a:endParaRPr>
          </a:p>
        </p:txBody>
      </p:sp>
      <p:sp>
        <p:nvSpPr>
          <p:cNvPr id="96259" name="Rectangle 2">
            <a:extLst>
              <a:ext uri="{FF2B5EF4-FFF2-40B4-BE49-F238E27FC236}">
                <a16:creationId xmlns:a16="http://schemas.microsoft.com/office/drawing/2014/main" id="{76FE883D-6132-8A87-7F82-958D027ED8A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6260" name="Rectangle 3">
            <a:extLst>
              <a:ext uri="{FF2B5EF4-FFF2-40B4-BE49-F238E27FC236}">
                <a16:creationId xmlns:a16="http://schemas.microsoft.com/office/drawing/2014/main" id="{E5E04881-2623-4C15-9CAE-3A9605D8948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6261" name="Rectangle 4">
            <a:extLst>
              <a:ext uri="{FF2B5EF4-FFF2-40B4-BE49-F238E27FC236}">
                <a16:creationId xmlns:a16="http://schemas.microsoft.com/office/drawing/2014/main" id="{3B107B64-9415-638C-8290-ED86A32A0F5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6262" name="Rectangle 5">
            <a:extLst>
              <a:ext uri="{FF2B5EF4-FFF2-40B4-BE49-F238E27FC236}">
                <a16:creationId xmlns:a16="http://schemas.microsoft.com/office/drawing/2014/main" id="{3D4B0613-9F51-5165-9F57-F9CC0FFE0C9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6263" name="Rectangle 6">
            <a:extLst>
              <a:ext uri="{FF2B5EF4-FFF2-40B4-BE49-F238E27FC236}">
                <a16:creationId xmlns:a16="http://schemas.microsoft.com/office/drawing/2014/main" id="{89E1B791-446A-8460-1729-85E53EC3090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6264" name="Rectangle 7">
            <a:extLst>
              <a:ext uri="{FF2B5EF4-FFF2-40B4-BE49-F238E27FC236}">
                <a16:creationId xmlns:a16="http://schemas.microsoft.com/office/drawing/2014/main" id="{8B627F31-5833-5508-5060-F24002E55EA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6265" name="Rectangle 8">
            <a:extLst>
              <a:ext uri="{FF2B5EF4-FFF2-40B4-BE49-F238E27FC236}">
                <a16:creationId xmlns:a16="http://schemas.microsoft.com/office/drawing/2014/main" id="{6D20BBD2-546B-38F5-29F4-141B847DBA4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6266" name="Rectangle 9">
            <a:extLst>
              <a:ext uri="{FF2B5EF4-FFF2-40B4-BE49-F238E27FC236}">
                <a16:creationId xmlns:a16="http://schemas.microsoft.com/office/drawing/2014/main" id="{E7B8F75E-50E5-6D99-31FA-3A8A9F73F479}"/>
              </a:ext>
            </a:extLst>
          </p:cNvPr>
          <p:cNvSpPr>
            <a:spLocks noChangeArrowheads="1"/>
          </p:cNvSpPr>
          <p:nvPr/>
        </p:nvSpPr>
        <p:spPr bwMode="auto">
          <a:xfrm>
            <a:off x="228600" y="385445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To show that two integers are congruent, we use the congruence operator </a:t>
            </a:r>
            <a:r>
              <a:rPr lang="en-US" altLang="en-US" sz="2800" i="0"/>
              <a:t>( </a:t>
            </a:r>
            <a:r>
              <a:rPr lang="en-US" altLang="en-US" sz="2800">
                <a:solidFill>
                  <a:schemeClr val="hlink"/>
                </a:solidFill>
              </a:rPr>
              <a:t>≡</a:t>
            </a:r>
            <a:r>
              <a:rPr lang="en-US" altLang="en-US" sz="2800"/>
              <a:t> </a:t>
            </a:r>
            <a:r>
              <a:rPr lang="en-US" altLang="en-US" sz="2800" i="0"/>
              <a:t>)</a:t>
            </a:r>
            <a:r>
              <a:rPr lang="en-US" altLang="en-US" sz="2800"/>
              <a:t>. For example, we write:</a:t>
            </a:r>
          </a:p>
        </p:txBody>
      </p:sp>
      <p:sp>
        <p:nvSpPr>
          <p:cNvPr id="96267" name="Text Box 10">
            <a:extLst>
              <a:ext uri="{FF2B5EF4-FFF2-40B4-BE49-F238E27FC236}">
                <a16:creationId xmlns:a16="http://schemas.microsoft.com/office/drawing/2014/main" id="{E77FDC22-0021-0D68-0BC3-3A47D426D1A4}"/>
              </a:ext>
            </a:extLst>
          </p:cNvPr>
          <p:cNvSpPr txBox="1">
            <a:spLocks noChangeArrowheads="1"/>
          </p:cNvSpPr>
          <p:nvPr/>
        </p:nvSpPr>
        <p:spPr bwMode="auto">
          <a:xfrm>
            <a:off x="1143000" y="0"/>
            <a:ext cx="3255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2.2.3  Congruence</a:t>
            </a:r>
          </a:p>
        </p:txBody>
      </p:sp>
      <p:pic>
        <p:nvPicPr>
          <p:cNvPr id="96268" name="Picture 11">
            <a:extLst>
              <a:ext uri="{FF2B5EF4-FFF2-40B4-BE49-F238E27FC236}">
                <a16:creationId xmlns:a16="http://schemas.microsoft.com/office/drawing/2014/main" id="{8701F1B7-219B-1B86-8EFD-E89ABDFD8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914900"/>
            <a:ext cx="7304088"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6">
            <a:extLst>
              <a:ext uri="{FF2B5EF4-FFF2-40B4-BE49-F238E27FC236}">
                <a16:creationId xmlns:a16="http://schemas.microsoft.com/office/drawing/2014/main" id="{A0F048C3-6E88-FFF0-9471-F38FFCDF0E69}"/>
              </a:ext>
            </a:extLst>
          </p:cNvPr>
          <p:cNvSpPr>
            <a:spLocks noChangeArrowheads="1"/>
          </p:cNvSpPr>
          <p:nvPr/>
        </p:nvSpPr>
        <p:spPr bwMode="auto">
          <a:xfrm>
            <a:off x="381000" y="1143000"/>
            <a:ext cx="82296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dirty="0">
                <a:effectLst>
                  <a:outerShdw blurRad="38100" dist="38100" dir="2700000" algn="tl">
                    <a:srgbClr val="C0C0C0"/>
                  </a:outerShdw>
                </a:effectLst>
              </a:rPr>
              <a:t>In cryptography, often use concept of congruence instead of equality. Mapping from Z to Zn is not one to one</a:t>
            </a:r>
          </a:p>
        </p:txBody>
      </p:sp>
      <p:sp>
        <p:nvSpPr>
          <p:cNvPr id="14" name="Rectangle 16">
            <a:extLst>
              <a:ext uri="{FF2B5EF4-FFF2-40B4-BE49-F238E27FC236}">
                <a16:creationId xmlns:a16="http://schemas.microsoft.com/office/drawing/2014/main" id="{CB8122CA-3F0B-2656-507D-7F1F7A4D7C7A}"/>
              </a:ext>
            </a:extLst>
          </p:cNvPr>
          <p:cNvSpPr>
            <a:spLocks noChangeArrowheads="1"/>
          </p:cNvSpPr>
          <p:nvPr/>
        </p:nvSpPr>
        <p:spPr bwMode="auto">
          <a:xfrm>
            <a:off x="457200" y="2438400"/>
            <a:ext cx="82296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dirty="0">
                <a:effectLst>
                  <a:outerShdw blurRad="38100" dist="38100" dir="2700000" algn="tl">
                    <a:srgbClr val="C0C0C0"/>
                  </a:outerShdw>
                </a:effectLst>
              </a:rPr>
              <a:t>Infinite members of Z can map to one member of Zn.  Ex: result of 2 mod 10 = 12 mod 10 = 22 mod 10 = 2 &amp; so 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Number Placeholder 1">
            <a:extLst>
              <a:ext uri="{FF2B5EF4-FFF2-40B4-BE49-F238E27FC236}">
                <a16:creationId xmlns:a16="http://schemas.microsoft.com/office/drawing/2014/main" id="{3DE4DA0B-C57C-A72B-BB29-1A6B9D79989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47E7EDDE-CC44-4901-85EB-C02292DF5DE8}" type="slidenum">
              <a:rPr lang="en-US" altLang="en-US" i="0">
                <a:latin typeface="Arial" panose="020B0604020202020204" pitchFamily="34" charset="0"/>
              </a:rPr>
              <a:pPr/>
              <a:t>39</a:t>
            </a:fld>
            <a:endParaRPr lang="en-US" altLang="en-US" i="0">
              <a:latin typeface="Arial" panose="020B0604020202020204" pitchFamily="34" charset="0"/>
            </a:endParaRPr>
          </a:p>
        </p:txBody>
      </p:sp>
      <p:sp>
        <p:nvSpPr>
          <p:cNvPr id="98307" name="Rectangle 2">
            <a:extLst>
              <a:ext uri="{FF2B5EF4-FFF2-40B4-BE49-F238E27FC236}">
                <a16:creationId xmlns:a16="http://schemas.microsoft.com/office/drawing/2014/main" id="{DBAD6E3E-329A-6ED0-0F53-2DC2BC1A639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8308" name="Rectangle 3">
            <a:extLst>
              <a:ext uri="{FF2B5EF4-FFF2-40B4-BE49-F238E27FC236}">
                <a16:creationId xmlns:a16="http://schemas.microsoft.com/office/drawing/2014/main" id="{E0DDAA76-CBA8-59BF-1C9E-F9028F39EA3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8309" name="Rectangle 4">
            <a:extLst>
              <a:ext uri="{FF2B5EF4-FFF2-40B4-BE49-F238E27FC236}">
                <a16:creationId xmlns:a16="http://schemas.microsoft.com/office/drawing/2014/main" id="{F785CF46-C9F6-B776-9297-6A171DF7852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8310" name="Rectangle 5">
            <a:extLst>
              <a:ext uri="{FF2B5EF4-FFF2-40B4-BE49-F238E27FC236}">
                <a16:creationId xmlns:a16="http://schemas.microsoft.com/office/drawing/2014/main" id="{23B70E40-E5F2-9C80-D221-BAFC9C4CD23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8311" name="Rectangle 6">
            <a:extLst>
              <a:ext uri="{FF2B5EF4-FFF2-40B4-BE49-F238E27FC236}">
                <a16:creationId xmlns:a16="http://schemas.microsoft.com/office/drawing/2014/main" id="{EF75081B-A9F6-B11E-1A12-881096789DD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8312" name="Rectangle 7">
            <a:extLst>
              <a:ext uri="{FF2B5EF4-FFF2-40B4-BE49-F238E27FC236}">
                <a16:creationId xmlns:a16="http://schemas.microsoft.com/office/drawing/2014/main" id="{ED19A074-F9F9-4839-46AE-78B8DDCB9E0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8313" name="Rectangle 8">
            <a:extLst>
              <a:ext uri="{FF2B5EF4-FFF2-40B4-BE49-F238E27FC236}">
                <a16:creationId xmlns:a16="http://schemas.microsoft.com/office/drawing/2014/main" id="{AD95EF6C-3A85-EFD5-95FA-9C5EE247C10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98314" name="Text Box 10">
            <a:extLst>
              <a:ext uri="{FF2B5EF4-FFF2-40B4-BE49-F238E27FC236}">
                <a16:creationId xmlns:a16="http://schemas.microsoft.com/office/drawing/2014/main" id="{6F3127FE-7323-5F27-85CF-B31A5A5CFBC9}"/>
              </a:ext>
            </a:extLst>
          </p:cNvPr>
          <p:cNvSpPr txBox="1">
            <a:spLocks noChangeArrowheads="1"/>
          </p:cNvSpPr>
          <p:nvPr/>
        </p:nvSpPr>
        <p:spPr bwMode="auto">
          <a:xfrm>
            <a:off x="11430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2.2.3  Continued</a:t>
            </a:r>
          </a:p>
        </p:txBody>
      </p:sp>
      <p:pic>
        <p:nvPicPr>
          <p:cNvPr id="98315" name="Picture 12">
            <a:extLst>
              <a:ext uri="{FF2B5EF4-FFF2-40B4-BE49-F238E27FC236}">
                <a16:creationId xmlns:a16="http://schemas.microsoft.com/office/drawing/2014/main" id="{127E406D-6D28-0493-4A7A-9D5A448CB4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150" y="1655763"/>
            <a:ext cx="7486650" cy="405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8316" name="Text Box 13">
            <a:extLst>
              <a:ext uri="{FF2B5EF4-FFF2-40B4-BE49-F238E27FC236}">
                <a16:creationId xmlns:a16="http://schemas.microsoft.com/office/drawing/2014/main" id="{864A3A5A-63B4-9E50-71DA-E833F2D9AE41}"/>
              </a:ext>
            </a:extLst>
          </p:cNvPr>
          <p:cNvSpPr txBox="1">
            <a:spLocks noChangeArrowheads="1"/>
          </p:cNvSpPr>
          <p:nvPr/>
        </p:nvSpPr>
        <p:spPr bwMode="auto">
          <a:xfrm>
            <a:off x="1143000" y="533400"/>
            <a:ext cx="4233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2.11  </a:t>
            </a:r>
            <a:r>
              <a:rPr lang="en-US" altLang="en-US" sz="2000"/>
              <a:t>Concept of congruence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1">
            <a:extLst>
              <a:ext uri="{FF2B5EF4-FFF2-40B4-BE49-F238E27FC236}">
                <a16:creationId xmlns:a16="http://schemas.microsoft.com/office/drawing/2014/main" id="{9360506E-27FA-A0F8-B12F-8CE594CA7F1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BAE2837C-4FC8-4206-ADBC-47ED8D711BDD}" type="slidenum">
              <a:rPr lang="en-US" altLang="en-US" i="0">
                <a:latin typeface="Arial" panose="020B0604020202020204" pitchFamily="34" charset="0"/>
              </a:rPr>
              <a:pPr/>
              <a:t>40</a:t>
            </a:fld>
            <a:endParaRPr lang="en-US" altLang="en-US" i="0">
              <a:latin typeface="Arial" panose="020B0604020202020204" pitchFamily="34" charset="0"/>
            </a:endParaRPr>
          </a:p>
        </p:txBody>
      </p:sp>
      <p:sp>
        <p:nvSpPr>
          <p:cNvPr id="100355" name="Rectangle 2">
            <a:extLst>
              <a:ext uri="{FF2B5EF4-FFF2-40B4-BE49-F238E27FC236}">
                <a16:creationId xmlns:a16="http://schemas.microsoft.com/office/drawing/2014/main" id="{C6330BC7-E8E8-033A-F8CD-EB3206C38C8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0356" name="Rectangle 3">
            <a:extLst>
              <a:ext uri="{FF2B5EF4-FFF2-40B4-BE49-F238E27FC236}">
                <a16:creationId xmlns:a16="http://schemas.microsoft.com/office/drawing/2014/main" id="{0E503569-2772-70B9-5444-81B09BA2DC9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0357" name="Rectangle 4">
            <a:extLst>
              <a:ext uri="{FF2B5EF4-FFF2-40B4-BE49-F238E27FC236}">
                <a16:creationId xmlns:a16="http://schemas.microsoft.com/office/drawing/2014/main" id="{C3CAAEF7-7378-A71D-83CF-E4DB8FBC337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0358" name="Rectangle 5">
            <a:extLst>
              <a:ext uri="{FF2B5EF4-FFF2-40B4-BE49-F238E27FC236}">
                <a16:creationId xmlns:a16="http://schemas.microsoft.com/office/drawing/2014/main" id="{184DD2B7-0A8C-1270-08EF-BD6CA9B9DD9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0359" name="Rectangle 6">
            <a:extLst>
              <a:ext uri="{FF2B5EF4-FFF2-40B4-BE49-F238E27FC236}">
                <a16:creationId xmlns:a16="http://schemas.microsoft.com/office/drawing/2014/main" id="{EDC35EF9-29E9-C151-712A-21FE0E0E2A3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0360" name="Rectangle 7">
            <a:extLst>
              <a:ext uri="{FF2B5EF4-FFF2-40B4-BE49-F238E27FC236}">
                <a16:creationId xmlns:a16="http://schemas.microsoft.com/office/drawing/2014/main" id="{818BD05D-4AA9-0BCD-6B5B-AFDBB6B522D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0361" name="Rectangle 8">
            <a:extLst>
              <a:ext uri="{FF2B5EF4-FFF2-40B4-BE49-F238E27FC236}">
                <a16:creationId xmlns:a16="http://schemas.microsoft.com/office/drawing/2014/main" id="{8AE87880-53ED-2DCF-04DC-E06EC51A139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0362" name="Rectangle 9">
            <a:extLst>
              <a:ext uri="{FF2B5EF4-FFF2-40B4-BE49-F238E27FC236}">
                <a16:creationId xmlns:a16="http://schemas.microsoft.com/office/drawing/2014/main" id="{2FEAC51B-CDDE-9CD2-7EE3-4198A07ED5C7}"/>
              </a:ext>
            </a:extLst>
          </p:cNvPr>
          <p:cNvSpPr>
            <a:spLocks noChangeArrowheads="1"/>
          </p:cNvSpPr>
          <p:nvPr/>
        </p:nvSpPr>
        <p:spPr bwMode="auto">
          <a:xfrm>
            <a:off x="228600" y="10668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A residue class [a] or [a]</a:t>
            </a:r>
            <a:r>
              <a:rPr lang="en-US" altLang="en-US" sz="2800" baseline="-25000"/>
              <a:t>n</a:t>
            </a:r>
            <a:r>
              <a:rPr lang="en-US" altLang="en-US" sz="2800"/>
              <a:t> is the set of integers congruent modulo n. </a:t>
            </a:r>
          </a:p>
        </p:txBody>
      </p:sp>
      <p:sp>
        <p:nvSpPr>
          <p:cNvPr id="100363" name="Text Box 10">
            <a:extLst>
              <a:ext uri="{FF2B5EF4-FFF2-40B4-BE49-F238E27FC236}">
                <a16:creationId xmlns:a16="http://schemas.microsoft.com/office/drawing/2014/main" id="{A58C0C73-05A7-258F-BB19-E3FB7AF469A7}"/>
              </a:ext>
            </a:extLst>
          </p:cNvPr>
          <p:cNvSpPr txBox="1">
            <a:spLocks noChangeArrowheads="1"/>
          </p:cNvSpPr>
          <p:nvPr/>
        </p:nvSpPr>
        <p:spPr bwMode="auto">
          <a:xfrm>
            <a:off x="11430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2.2.3  Continued</a:t>
            </a:r>
          </a:p>
        </p:txBody>
      </p:sp>
      <p:sp>
        <p:nvSpPr>
          <p:cNvPr id="100364" name="Text Box 12">
            <a:extLst>
              <a:ext uri="{FF2B5EF4-FFF2-40B4-BE49-F238E27FC236}">
                <a16:creationId xmlns:a16="http://schemas.microsoft.com/office/drawing/2014/main" id="{17155B14-DD33-A0C2-953E-852FD4A3441E}"/>
              </a:ext>
            </a:extLst>
          </p:cNvPr>
          <p:cNvSpPr txBox="1">
            <a:spLocks noChangeArrowheads="1"/>
          </p:cNvSpPr>
          <p:nvPr/>
        </p:nvSpPr>
        <p:spPr bwMode="auto">
          <a:xfrm>
            <a:off x="1143000" y="533400"/>
            <a:ext cx="2243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Residue Classes</a:t>
            </a:r>
            <a:endParaRPr lang="en-US" altLang="en-US" sz="2000"/>
          </a:p>
        </p:txBody>
      </p:sp>
      <p:pic>
        <p:nvPicPr>
          <p:cNvPr id="100365" name="Picture 13">
            <a:extLst>
              <a:ext uri="{FF2B5EF4-FFF2-40B4-BE49-F238E27FC236}">
                <a16:creationId xmlns:a16="http://schemas.microsoft.com/office/drawing/2014/main" id="{E6E9E5A7-F1EF-6A42-0994-29CD404470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124200"/>
            <a:ext cx="7742238" cy="286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66" name="Rectangle 9">
            <a:extLst>
              <a:ext uri="{FF2B5EF4-FFF2-40B4-BE49-F238E27FC236}">
                <a16:creationId xmlns:a16="http://schemas.microsoft.com/office/drawing/2014/main" id="{75017E02-CAE7-60C1-1E6D-8C0806DD25FA}"/>
              </a:ext>
            </a:extLst>
          </p:cNvPr>
          <p:cNvSpPr>
            <a:spLocks noChangeArrowheads="1"/>
          </p:cNvSpPr>
          <p:nvPr/>
        </p:nvSpPr>
        <p:spPr bwMode="auto">
          <a:xfrm>
            <a:off x="381000" y="1981200"/>
            <a:ext cx="8686800" cy="9540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t>Set of all integers such that x = a (mod n) . </a:t>
            </a:r>
          </a:p>
          <a:p>
            <a:pPr algn="just"/>
            <a:r>
              <a:rPr lang="en-US" altLang="en-US" sz="2800"/>
              <a:t>If n=5, we have five sets [0],[1],[2],[3],[4].  </a:t>
            </a:r>
          </a:p>
        </p:txBody>
      </p:sp>
      <p:sp>
        <p:nvSpPr>
          <p:cNvPr id="100367" name="Rectangle 9">
            <a:extLst>
              <a:ext uri="{FF2B5EF4-FFF2-40B4-BE49-F238E27FC236}">
                <a16:creationId xmlns:a16="http://schemas.microsoft.com/office/drawing/2014/main" id="{985788AF-0BA0-C81E-625C-C3A917EAD424}"/>
              </a:ext>
            </a:extLst>
          </p:cNvPr>
          <p:cNvSpPr>
            <a:spLocks noChangeArrowheads="1"/>
          </p:cNvSpPr>
          <p:nvPr/>
        </p:nvSpPr>
        <p:spPr bwMode="auto">
          <a:xfrm>
            <a:off x="381000" y="6019800"/>
            <a:ext cx="8686800" cy="830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400"/>
              <a:t>Integers in set [0] are all reduced to 0 when we apply modulo 5 operation, and so on.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2">
            <a:extLst>
              <a:ext uri="{FF2B5EF4-FFF2-40B4-BE49-F238E27FC236}">
                <a16:creationId xmlns:a16="http://schemas.microsoft.com/office/drawing/2014/main" id="{39175D15-356F-9383-084D-3AE1310DBAFD}"/>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IN" altLang="en-US"/>
              <a:t>Set of Least residue modulo n</a:t>
            </a:r>
          </a:p>
        </p:txBody>
      </p:sp>
      <p:sp>
        <p:nvSpPr>
          <p:cNvPr id="102403" name="Content Placeholder 3">
            <a:extLst>
              <a:ext uri="{FF2B5EF4-FFF2-40B4-BE49-F238E27FC236}">
                <a16:creationId xmlns:a16="http://schemas.microsoft.com/office/drawing/2014/main" id="{750EA24C-837A-10F6-573B-79D1D5345D86}"/>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IN" altLang="en-US"/>
              <a:t>In each set, there is one element called the least (non-negative) residue.</a:t>
            </a:r>
          </a:p>
          <a:p>
            <a:pPr eaLnBrk="1" hangingPunct="1"/>
            <a:endParaRPr lang="en-IN" altLang="en-US"/>
          </a:p>
          <a:p>
            <a:pPr eaLnBrk="1" hangingPunct="1"/>
            <a:r>
              <a:rPr lang="en-IN" altLang="en-US"/>
              <a:t>Set of all of these least residue is what we Z</a:t>
            </a:r>
            <a:r>
              <a:rPr lang="en-IN" altLang="en-US" baseline="-25000"/>
              <a:t>5  = </a:t>
            </a:r>
            <a:r>
              <a:rPr lang="en-IN" altLang="en-US"/>
              <a:t>{0,1,2,3,4}</a:t>
            </a:r>
          </a:p>
        </p:txBody>
      </p:sp>
      <p:sp>
        <p:nvSpPr>
          <p:cNvPr id="102404" name="Slide Number Placeholder 1">
            <a:extLst>
              <a:ext uri="{FF2B5EF4-FFF2-40B4-BE49-F238E27FC236}">
                <a16:creationId xmlns:a16="http://schemas.microsoft.com/office/drawing/2014/main" id="{22868D33-359D-E25A-4EF7-0C3282054253}"/>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477D2351-0E5B-4CEC-A0F4-B4894D29EDFD}" type="slidenum">
              <a:rPr lang="en-US" altLang="en-US" i="0">
                <a:latin typeface="Arial" panose="020B0604020202020204" pitchFamily="34" charset="0"/>
              </a:rPr>
              <a:pPr/>
              <a:t>41</a:t>
            </a:fld>
            <a:endParaRPr lang="en-US" altLang="en-US" i="0">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Number Placeholder 1">
            <a:extLst>
              <a:ext uri="{FF2B5EF4-FFF2-40B4-BE49-F238E27FC236}">
                <a16:creationId xmlns:a16="http://schemas.microsoft.com/office/drawing/2014/main" id="{6494731B-B827-9CBE-2D9F-6C1B4744B4D1}"/>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A82BBDF8-7DD0-4CE4-996F-313751EB12E2}" type="slidenum">
              <a:rPr lang="en-US" altLang="en-US" i="0">
                <a:latin typeface="Arial" panose="020B0604020202020204" pitchFamily="34" charset="0"/>
              </a:rPr>
              <a:pPr/>
              <a:t>42</a:t>
            </a:fld>
            <a:endParaRPr lang="en-US" altLang="en-US" i="0">
              <a:latin typeface="Arial" panose="020B0604020202020204" pitchFamily="34" charset="0"/>
            </a:endParaRPr>
          </a:p>
        </p:txBody>
      </p:sp>
      <p:sp>
        <p:nvSpPr>
          <p:cNvPr id="103427" name="Rectangle 2">
            <a:extLst>
              <a:ext uri="{FF2B5EF4-FFF2-40B4-BE49-F238E27FC236}">
                <a16:creationId xmlns:a16="http://schemas.microsoft.com/office/drawing/2014/main" id="{CBE94A9E-984F-A531-23DC-9A43A0BBFE9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3428" name="Rectangle 3">
            <a:extLst>
              <a:ext uri="{FF2B5EF4-FFF2-40B4-BE49-F238E27FC236}">
                <a16:creationId xmlns:a16="http://schemas.microsoft.com/office/drawing/2014/main" id="{6E4CDEDD-9686-4AD6-2990-B076260BF81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3429" name="Rectangle 4">
            <a:extLst>
              <a:ext uri="{FF2B5EF4-FFF2-40B4-BE49-F238E27FC236}">
                <a16:creationId xmlns:a16="http://schemas.microsoft.com/office/drawing/2014/main" id="{BF9A136C-2C72-6F43-D1FF-C7100484D5F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3430" name="Rectangle 5">
            <a:extLst>
              <a:ext uri="{FF2B5EF4-FFF2-40B4-BE49-F238E27FC236}">
                <a16:creationId xmlns:a16="http://schemas.microsoft.com/office/drawing/2014/main" id="{634E37A1-BF00-5FB7-785F-A4B29B98192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3431" name="Rectangle 6">
            <a:extLst>
              <a:ext uri="{FF2B5EF4-FFF2-40B4-BE49-F238E27FC236}">
                <a16:creationId xmlns:a16="http://schemas.microsoft.com/office/drawing/2014/main" id="{41312C3A-AA49-D8EB-D839-DBF6D4E1B8A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3432" name="Rectangle 7">
            <a:extLst>
              <a:ext uri="{FF2B5EF4-FFF2-40B4-BE49-F238E27FC236}">
                <a16:creationId xmlns:a16="http://schemas.microsoft.com/office/drawing/2014/main" id="{FBEF3251-E442-F1DD-9A7A-1B9E9371861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3433" name="Rectangle 8">
            <a:extLst>
              <a:ext uri="{FF2B5EF4-FFF2-40B4-BE49-F238E27FC236}">
                <a16:creationId xmlns:a16="http://schemas.microsoft.com/office/drawing/2014/main" id="{1A0E5526-B2CF-E804-F963-F0584BB9B27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3434" name="Text Box 10">
            <a:extLst>
              <a:ext uri="{FF2B5EF4-FFF2-40B4-BE49-F238E27FC236}">
                <a16:creationId xmlns:a16="http://schemas.microsoft.com/office/drawing/2014/main" id="{C4C24F53-A90C-4F9F-2C5E-17DB04CDE72A}"/>
              </a:ext>
            </a:extLst>
          </p:cNvPr>
          <p:cNvSpPr txBox="1">
            <a:spLocks noChangeArrowheads="1"/>
          </p:cNvSpPr>
          <p:nvPr/>
        </p:nvSpPr>
        <p:spPr bwMode="auto">
          <a:xfrm>
            <a:off x="11430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2.2.3  Continued</a:t>
            </a:r>
          </a:p>
        </p:txBody>
      </p:sp>
      <p:pic>
        <p:nvPicPr>
          <p:cNvPr id="103435" name="Picture 13">
            <a:extLst>
              <a:ext uri="{FF2B5EF4-FFF2-40B4-BE49-F238E27FC236}">
                <a16:creationId xmlns:a16="http://schemas.microsoft.com/office/drawing/2014/main" id="{A9ADAF0B-9EA7-CFA6-4F21-BF772147B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1717675"/>
            <a:ext cx="8520112"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436" name="Text Box 14">
            <a:extLst>
              <a:ext uri="{FF2B5EF4-FFF2-40B4-BE49-F238E27FC236}">
                <a16:creationId xmlns:a16="http://schemas.microsoft.com/office/drawing/2014/main" id="{0E034A7E-7E57-925C-1EA4-B04DEB5F709F}"/>
              </a:ext>
            </a:extLst>
          </p:cNvPr>
          <p:cNvSpPr txBox="1">
            <a:spLocks noChangeArrowheads="1"/>
          </p:cNvSpPr>
          <p:nvPr/>
        </p:nvSpPr>
        <p:spPr bwMode="auto">
          <a:xfrm>
            <a:off x="1079500" y="533400"/>
            <a:ext cx="5778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2.12  </a:t>
            </a:r>
            <a:r>
              <a:rPr lang="en-US" altLang="en-US" sz="2000"/>
              <a:t>Comparison of Z and Z</a:t>
            </a:r>
            <a:r>
              <a:rPr lang="en-US" altLang="en-US" sz="2000" baseline="-25000"/>
              <a:t>n</a:t>
            </a:r>
            <a:r>
              <a:rPr lang="en-US" altLang="en-US" sz="2000"/>
              <a:t> using graphs</a:t>
            </a:r>
          </a:p>
        </p:txBody>
      </p:sp>
      <p:sp>
        <p:nvSpPr>
          <p:cNvPr id="103437" name="Rectangle 9">
            <a:extLst>
              <a:ext uri="{FF2B5EF4-FFF2-40B4-BE49-F238E27FC236}">
                <a16:creationId xmlns:a16="http://schemas.microsoft.com/office/drawing/2014/main" id="{420E3CE1-E0B9-8EDB-9246-5AB67717D381}"/>
              </a:ext>
            </a:extLst>
          </p:cNvPr>
          <p:cNvSpPr>
            <a:spLocks noChangeArrowheads="1"/>
          </p:cNvSpPr>
          <p:nvPr/>
        </p:nvSpPr>
        <p:spPr bwMode="auto">
          <a:xfrm>
            <a:off x="5545138" y="3962400"/>
            <a:ext cx="3581400" cy="8302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1600"/>
              <a:t>All congruent integers modulo n occupy same point on the circle</a:t>
            </a:r>
          </a:p>
          <a:p>
            <a:pPr algn="just"/>
            <a:endParaRPr lang="en-US" altLang="en-US" sz="1600"/>
          </a:p>
        </p:txBody>
      </p:sp>
      <p:sp>
        <p:nvSpPr>
          <p:cNvPr id="103438" name="Rectangle 9">
            <a:extLst>
              <a:ext uri="{FF2B5EF4-FFF2-40B4-BE49-F238E27FC236}">
                <a16:creationId xmlns:a16="http://schemas.microsoft.com/office/drawing/2014/main" id="{88FD1E18-801A-9B0B-8108-DAD3472B9E89}"/>
              </a:ext>
            </a:extLst>
          </p:cNvPr>
          <p:cNvSpPr>
            <a:spLocks noChangeArrowheads="1"/>
          </p:cNvSpPr>
          <p:nvPr/>
        </p:nvSpPr>
        <p:spPr bwMode="auto">
          <a:xfrm>
            <a:off x="609600" y="5791200"/>
            <a:ext cx="8686800" cy="1200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400"/>
              <a:t>Concept of congruence can be better understood with use of circle.</a:t>
            </a:r>
          </a:p>
          <a:p>
            <a:pPr algn="just"/>
            <a:r>
              <a:rPr lang="en-US" altLang="en-US" sz="2400"/>
              <a:t>Line – shows distribution of integers in Z, similarly circle for Zn</a:t>
            </a:r>
          </a:p>
          <a:p>
            <a:pPr algn="just"/>
            <a:endParaRPr lang="en-US" altLang="en-US" sz="2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Number Placeholder 1">
            <a:extLst>
              <a:ext uri="{FF2B5EF4-FFF2-40B4-BE49-F238E27FC236}">
                <a16:creationId xmlns:a16="http://schemas.microsoft.com/office/drawing/2014/main" id="{4F3A5D68-6933-20C4-3593-A629FB7EA361}"/>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7EF8A234-33FF-46C1-8C25-A9E473060252}" type="slidenum">
              <a:rPr lang="en-US" altLang="en-US" i="0">
                <a:latin typeface="Arial" panose="020B0604020202020204" pitchFamily="34" charset="0"/>
              </a:rPr>
              <a:pPr/>
              <a:t>43</a:t>
            </a:fld>
            <a:endParaRPr lang="en-US" altLang="en-US" i="0">
              <a:latin typeface="Arial" panose="020B0604020202020204" pitchFamily="34" charset="0"/>
            </a:endParaRPr>
          </a:p>
        </p:txBody>
      </p:sp>
      <p:sp>
        <p:nvSpPr>
          <p:cNvPr id="105475" name="Text Box 2">
            <a:extLst>
              <a:ext uri="{FF2B5EF4-FFF2-40B4-BE49-F238E27FC236}">
                <a16:creationId xmlns:a16="http://schemas.microsoft.com/office/drawing/2014/main" id="{80351218-D6B5-E119-2369-E7E0353F3DD4}"/>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2.15</a:t>
            </a:r>
            <a:endParaRPr lang="en-US" altLang="en-US" sz="2000">
              <a:solidFill>
                <a:schemeClr val="bg1"/>
              </a:solidFill>
            </a:endParaRPr>
          </a:p>
        </p:txBody>
      </p:sp>
      <p:sp>
        <p:nvSpPr>
          <p:cNvPr id="105476" name="Rectangle 3">
            <a:extLst>
              <a:ext uri="{FF2B5EF4-FFF2-40B4-BE49-F238E27FC236}">
                <a16:creationId xmlns:a16="http://schemas.microsoft.com/office/drawing/2014/main" id="{D9DB0DA0-FBF7-3E9F-8482-5E143A59F8A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5477" name="Rectangle 4">
            <a:extLst>
              <a:ext uri="{FF2B5EF4-FFF2-40B4-BE49-F238E27FC236}">
                <a16:creationId xmlns:a16="http://schemas.microsoft.com/office/drawing/2014/main" id="{FDA4A2E9-B4C4-C395-665D-A64218303C0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5478" name="Rectangle 5">
            <a:extLst>
              <a:ext uri="{FF2B5EF4-FFF2-40B4-BE49-F238E27FC236}">
                <a16:creationId xmlns:a16="http://schemas.microsoft.com/office/drawing/2014/main" id="{43764698-BCC8-54AB-9052-91029240971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5479" name="Rectangle 6">
            <a:extLst>
              <a:ext uri="{FF2B5EF4-FFF2-40B4-BE49-F238E27FC236}">
                <a16:creationId xmlns:a16="http://schemas.microsoft.com/office/drawing/2014/main" id="{EA46F53A-3612-77CF-12AE-C8BA2AB068D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5480" name="Rectangle 7">
            <a:extLst>
              <a:ext uri="{FF2B5EF4-FFF2-40B4-BE49-F238E27FC236}">
                <a16:creationId xmlns:a16="http://schemas.microsoft.com/office/drawing/2014/main" id="{9BEB0DE5-5598-7C08-8009-3BE3B7E56E3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5481" name="Rectangle 8">
            <a:extLst>
              <a:ext uri="{FF2B5EF4-FFF2-40B4-BE49-F238E27FC236}">
                <a16:creationId xmlns:a16="http://schemas.microsoft.com/office/drawing/2014/main" id="{295317F6-2B26-4AE6-3CDD-0DF969BD14C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5482" name="Rectangle 9">
            <a:extLst>
              <a:ext uri="{FF2B5EF4-FFF2-40B4-BE49-F238E27FC236}">
                <a16:creationId xmlns:a16="http://schemas.microsoft.com/office/drawing/2014/main" id="{3B36BCBE-6ED7-8744-43D1-9CB6941FCE7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5483" name="Text Box 10">
            <a:extLst>
              <a:ext uri="{FF2B5EF4-FFF2-40B4-BE49-F238E27FC236}">
                <a16:creationId xmlns:a16="http://schemas.microsoft.com/office/drawing/2014/main" id="{1398E9D3-FEB2-0E4A-C550-DEA8D7118154}"/>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2.2.3   Continued</a:t>
            </a:r>
          </a:p>
        </p:txBody>
      </p:sp>
      <p:sp>
        <p:nvSpPr>
          <p:cNvPr id="935947" name="Rectangle 11">
            <a:extLst>
              <a:ext uri="{FF2B5EF4-FFF2-40B4-BE49-F238E27FC236}">
                <a16:creationId xmlns:a16="http://schemas.microsoft.com/office/drawing/2014/main" id="{E1156484-4AD7-9DE9-3253-AA46A540D0C7}"/>
              </a:ext>
            </a:extLst>
          </p:cNvPr>
          <p:cNvSpPr>
            <a:spLocks noChangeArrowheads="1"/>
          </p:cNvSpPr>
          <p:nvPr/>
        </p:nvSpPr>
        <p:spPr bwMode="auto">
          <a:xfrm>
            <a:off x="304800" y="1219200"/>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We use modular arithmetic in our daily life; for example, we use a clock to measure time. Our clock system uses modulo 12 arithmetic. However, instead of a 0 we use the number 12.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Number Placeholder 1">
            <a:extLst>
              <a:ext uri="{FF2B5EF4-FFF2-40B4-BE49-F238E27FC236}">
                <a16:creationId xmlns:a16="http://schemas.microsoft.com/office/drawing/2014/main" id="{28ABC0A9-8CAB-4B16-90D6-56520295BEE3}"/>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FAA837A1-58F2-4812-BAC3-3B7D1AFCA6D0}" type="slidenum">
              <a:rPr lang="en-US" altLang="en-US" i="0">
                <a:latin typeface="Arial" panose="020B0604020202020204" pitchFamily="34" charset="0"/>
              </a:rPr>
              <a:pPr/>
              <a:t>44</a:t>
            </a:fld>
            <a:endParaRPr lang="en-US" altLang="en-US" i="0">
              <a:latin typeface="Arial" panose="020B0604020202020204" pitchFamily="34" charset="0"/>
            </a:endParaRPr>
          </a:p>
        </p:txBody>
      </p:sp>
      <p:sp>
        <p:nvSpPr>
          <p:cNvPr id="107523" name="Rectangle 3">
            <a:extLst>
              <a:ext uri="{FF2B5EF4-FFF2-40B4-BE49-F238E27FC236}">
                <a16:creationId xmlns:a16="http://schemas.microsoft.com/office/drawing/2014/main" id="{8FF06C61-12CE-A209-620F-470095E194A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7524" name="Rectangle 4">
            <a:extLst>
              <a:ext uri="{FF2B5EF4-FFF2-40B4-BE49-F238E27FC236}">
                <a16:creationId xmlns:a16="http://schemas.microsoft.com/office/drawing/2014/main" id="{1C4A56BA-AC06-A6D3-6441-0C18DA94277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7525" name="Rectangle 5">
            <a:extLst>
              <a:ext uri="{FF2B5EF4-FFF2-40B4-BE49-F238E27FC236}">
                <a16:creationId xmlns:a16="http://schemas.microsoft.com/office/drawing/2014/main" id="{BFF9B769-B75D-E4DC-67AB-6D65960ED19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7526" name="Rectangle 6">
            <a:extLst>
              <a:ext uri="{FF2B5EF4-FFF2-40B4-BE49-F238E27FC236}">
                <a16:creationId xmlns:a16="http://schemas.microsoft.com/office/drawing/2014/main" id="{75E7A8BC-F2A7-F0A2-6604-C58D9593669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7527" name="Rectangle 7">
            <a:extLst>
              <a:ext uri="{FF2B5EF4-FFF2-40B4-BE49-F238E27FC236}">
                <a16:creationId xmlns:a16="http://schemas.microsoft.com/office/drawing/2014/main" id="{10423DCA-32FE-3239-F2AE-43ECE695491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7528" name="Rectangle 8">
            <a:extLst>
              <a:ext uri="{FF2B5EF4-FFF2-40B4-BE49-F238E27FC236}">
                <a16:creationId xmlns:a16="http://schemas.microsoft.com/office/drawing/2014/main" id="{1A9EBFE9-464F-620D-3C50-A200FB4D081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7529" name="Rectangle 9">
            <a:extLst>
              <a:ext uri="{FF2B5EF4-FFF2-40B4-BE49-F238E27FC236}">
                <a16:creationId xmlns:a16="http://schemas.microsoft.com/office/drawing/2014/main" id="{E103F4D2-9264-7B28-2BD0-FA38D2D9B10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7530" name="Text Box 10">
            <a:extLst>
              <a:ext uri="{FF2B5EF4-FFF2-40B4-BE49-F238E27FC236}">
                <a16:creationId xmlns:a16="http://schemas.microsoft.com/office/drawing/2014/main" id="{9EF3398C-7979-D470-CC31-551E67D981D2}"/>
              </a:ext>
            </a:extLst>
          </p:cNvPr>
          <p:cNvSpPr txBox="1">
            <a:spLocks noChangeArrowheads="1"/>
          </p:cNvSpPr>
          <p:nvPr/>
        </p:nvSpPr>
        <p:spPr bwMode="auto">
          <a:xfrm>
            <a:off x="1143000" y="0"/>
            <a:ext cx="2705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2.2.5   Inverses</a:t>
            </a:r>
          </a:p>
        </p:txBody>
      </p:sp>
      <p:sp>
        <p:nvSpPr>
          <p:cNvPr id="954382" name="Rectangle 14">
            <a:extLst>
              <a:ext uri="{FF2B5EF4-FFF2-40B4-BE49-F238E27FC236}">
                <a16:creationId xmlns:a16="http://schemas.microsoft.com/office/drawing/2014/main" id="{37F256D9-65BF-4044-5BA4-EEA3A1E9F92B}"/>
              </a:ext>
            </a:extLst>
          </p:cNvPr>
          <p:cNvSpPr>
            <a:spLocks noChangeArrowheads="1"/>
          </p:cNvSpPr>
          <p:nvPr/>
        </p:nvSpPr>
        <p:spPr bwMode="auto">
          <a:xfrm>
            <a:off x="304800" y="990600"/>
            <a:ext cx="82296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When we are working in modular arithmetic, we often need to find the inverse of a number relative to an operation. We are normally looking for an additive inverse (relative to an addition operation) or a multiplicative inverse (relative to a multiplication operation).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Number Placeholder 1">
            <a:extLst>
              <a:ext uri="{FF2B5EF4-FFF2-40B4-BE49-F238E27FC236}">
                <a16:creationId xmlns:a16="http://schemas.microsoft.com/office/drawing/2014/main" id="{211C5C4B-71A5-B62B-42FE-293DC0B8989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DDCFF17D-A611-4047-8369-D66B4EB189F4}" type="slidenum">
              <a:rPr lang="en-US" altLang="en-US" i="0">
                <a:latin typeface="Arial" panose="020B0604020202020204" pitchFamily="34" charset="0"/>
              </a:rPr>
              <a:pPr/>
              <a:t>45</a:t>
            </a:fld>
            <a:endParaRPr lang="en-US" altLang="en-US" i="0">
              <a:latin typeface="Arial" panose="020B0604020202020204" pitchFamily="34" charset="0"/>
            </a:endParaRPr>
          </a:p>
        </p:txBody>
      </p:sp>
      <p:sp>
        <p:nvSpPr>
          <p:cNvPr id="109571" name="Rectangle 2">
            <a:extLst>
              <a:ext uri="{FF2B5EF4-FFF2-40B4-BE49-F238E27FC236}">
                <a16:creationId xmlns:a16="http://schemas.microsoft.com/office/drawing/2014/main" id="{FDFBF2AB-A736-2503-E1C2-110FD5CDFA5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9572" name="Rectangle 3">
            <a:extLst>
              <a:ext uri="{FF2B5EF4-FFF2-40B4-BE49-F238E27FC236}">
                <a16:creationId xmlns:a16="http://schemas.microsoft.com/office/drawing/2014/main" id="{544CAB0D-011C-6C00-3E44-5054E88FD72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9573" name="Rectangle 4">
            <a:extLst>
              <a:ext uri="{FF2B5EF4-FFF2-40B4-BE49-F238E27FC236}">
                <a16:creationId xmlns:a16="http://schemas.microsoft.com/office/drawing/2014/main" id="{E5969221-F455-0BC8-46EE-0B6AEDFE44C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9574" name="Rectangle 5">
            <a:extLst>
              <a:ext uri="{FF2B5EF4-FFF2-40B4-BE49-F238E27FC236}">
                <a16:creationId xmlns:a16="http://schemas.microsoft.com/office/drawing/2014/main" id="{5C52ED30-1658-2832-9333-1BD2D6CEACE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9575" name="Rectangle 6">
            <a:extLst>
              <a:ext uri="{FF2B5EF4-FFF2-40B4-BE49-F238E27FC236}">
                <a16:creationId xmlns:a16="http://schemas.microsoft.com/office/drawing/2014/main" id="{1C4C3B6F-37B3-5456-2331-98EDD14B835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9576" name="Rectangle 7">
            <a:extLst>
              <a:ext uri="{FF2B5EF4-FFF2-40B4-BE49-F238E27FC236}">
                <a16:creationId xmlns:a16="http://schemas.microsoft.com/office/drawing/2014/main" id="{F361B8CF-B1F3-1948-BEB9-00D48E42470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9577" name="Rectangle 8">
            <a:extLst>
              <a:ext uri="{FF2B5EF4-FFF2-40B4-BE49-F238E27FC236}">
                <a16:creationId xmlns:a16="http://schemas.microsoft.com/office/drawing/2014/main" id="{15CDE5D4-1CF8-2AA5-A8AB-EDA3253C179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09578" name="Text Box 9">
            <a:extLst>
              <a:ext uri="{FF2B5EF4-FFF2-40B4-BE49-F238E27FC236}">
                <a16:creationId xmlns:a16="http://schemas.microsoft.com/office/drawing/2014/main" id="{B158CE76-232E-2DD9-E83D-0972C3BD88E0}"/>
              </a:ext>
            </a:extLst>
          </p:cNvPr>
          <p:cNvSpPr txBox="1">
            <a:spLocks noChangeArrowheads="1"/>
          </p:cNvSpPr>
          <p:nvPr/>
        </p:nvSpPr>
        <p:spPr bwMode="auto">
          <a:xfrm>
            <a:off x="1143000" y="0"/>
            <a:ext cx="2859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a:t>
            </a:r>
          </a:p>
        </p:txBody>
      </p:sp>
      <p:sp>
        <p:nvSpPr>
          <p:cNvPr id="956426" name="Rectangle 10">
            <a:extLst>
              <a:ext uri="{FF2B5EF4-FFF2-40B4-BE49-F238E27FC236}">
                <a16:creationId xmlns:a16="http://schemas.microsoft.com/office/drawing/2014/main" id="{17746C0C-1E31-DAB1-AC5C-D7BB7184546F}"/>
              </a:ext>
            </a:extLst>
          </p:cNvPr>
          <p:cNvSpPr>
            <a:spLocks noChangeArrowheads="1"/>
          </p:cNvSpPr>
          <p:nvPr/>
        </p:nvSpPr>
        <p:spPr bwMode="auto">
          <a:xfrm>
            <a:off x="304800" y="1295400"/>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In Z</a:t>
            </a:r>
            <a:r>
              <a:rPr lang="en-US" altLang="en-US" sz="2400" i="0" baseline="-20000">
                <a:effectLst>
                  <a:outerShdw blurRad="38100" dist="38100" dir="2700000" algn="tl">
                    <a:srgbClr val="C0C0C0"/>
                  </a:outerShdw>
                </a:effectLst>
              </a:rPr>
              <a:t>n</a:t>
            </a:r>
            <a:r>
              <a:rPr lang="en-US" altLang="en-US" sz="2400" i="0">
                <a:effectLst>
                  <a:outerShdw blurRad="38100" dist="38100" dir="2700000" algn="tl">
                    <a:srgbClr val="C0C0C0"/>
                  </a:outerShdw>
                </a:effectLst>
              </a:rPr>
              <a:t>, two numbers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and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are additive inverses of each other if</a:t>
            </a:r>
          </a:p>
        </p:txBody>
      </p:sp>
      <p:sp>
        <p:nvSpPr>
          <p:cNvPr id="109580" name="Text Box 11">
            <a:extLst>
              <a:ext uri="{FF2B5EF4-FFF2-40B4-BE49-F238E27FC236}">
                <a16:creationId xmlns:a16="http://schemas.microsoft.com/office/drawing/2014/main" id="{451FD562-96BF-B17A-C33F-4A4C2EDBF7D5}"/>
              </a:ext>
            </a:extLst>
          </p:cNvPr>
          <p:cNvSpPr txBox="1">
            <a:spLocks noChangeArrowheads="1"/>
          </p:cNvSpPr>
          <p:nvPr/>
        </p:nvSpPr>
        <p:spPr bwMode="auto">
          <a:xfrm>
            <a:off x="1219200" y="533400"/>
            <a:ext cx="2343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Additive Inverse</a:t>
            </a:r>
            <a:endParaRPr lang="en-US" altLang="en-US" sz="2000"/>
          </a:p>
        </p:txBody>
      </p:sp>
      <p:pic>
        <p:nvPicPr>
          <p:cNvPr id="109581" name="Picture 12">
            <a:extLst>
              <a:ext uri="{FF2B5EF4-FFF2-40B4-BE49-F238E27FC236}">
                <a16:creationId xmlns:a16="http://schemas.microsoft.com/office/drawing/2014/main" id="{E72604D0-1F1C-9B6B-FE06-FB1D2AF21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6663" y="2224088"/>
            <a:ext cx="4130675" cy="74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9582" name="Line 13">
            <a:extLst>
              <a:ext uri="{FF2B5EF4-FFF2-40B4-BE49-F238E27FC236}">
                <a16:creationId xmlns:a16="http://schemas.microsoft.com/office/drawing/2014/main" id="{EC8FE246-D01F-E5D7-A00F-270E898706D1}"/>
              </a:ext>
            </a:extLst>
          </p:cNvPr>
          <p:cNvSpPr>
            <a:spLocks noChangeShapeType="1"/>
          </p:cNvSpPr>
          <p:nvPr/>
        </p:nvSpPr>
        <p:spPr bwMode="auto">
          <a:xfrm>
            <a:off x="609600"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9583" name="Line 14">
            <a:extLst>
              <a:ext uri="{FF2B5EF4-FFF2-40B4-BE49-F238E27FC236}">
                <a16:creationId xmlns:a16="http://schemas.microsoft.com/office/drawing/2014/main" id="{0EC8D757-D31A-0DDB-AA77-C5B55BBF3AF8}"/>
              </a:ext>
            </a:extLst>
          </p:cNvPr>
          <p:cNvSpPr>
            <a:spLocks noChangeShapeType="1"/>
          </p:cNvSpPr>
          <p:nvPr/>
        </p:nvSpPr>
        <p:spPr bwMode="auto">
          <a:xfrm>
            <a:off x="609600" y="617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9584" name="Rectangle 15">
            <a:extLst>
              <a:ext uri="{FF2B5EF4-FFF2-40B4-BE49-F238E27FC236}">
                <a16:creationId xmlns:a16="http://schemas.microsoft.com/office/drawing/2014/main" id="{6DF92012-7175-F2DF-8054-ADDE48505256}"/>
              </a:ext>
            </a:extLst>
          </p:cNvPr>
          <p:cNvSpPr>
            <a:spLocks noChangeArrowheads="1"/>
          </p:cNvSpPr>
          <p:nvPr/>
        </p:nvSpPr>
        <p:spPr bwMode="auto">
          <a:xfrm>
            <a:off x="647700" y="40544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a:latin typeface="Arial" panose="020B0604020202020204" pitchFamily="34" charset="0"/>
              </a:rPr>
              <a:t>In modular arithmetic, each integer has an additive inverse. The sum of an integer and its additive inverse is congruent to 0 modulo n.</a:t>
            </a:r>
          </a:p>
        </p:txBody>
      </p:sp>
      <p:grpSp>
        <p:nvGrpSpPr>
          <p:cNvPr id="109585" name="Group 16">
            <a:extLst>
              <a:ext uri="{FF2B5EF4-FFF2-40B4-BE49-F238E27FC236}">
                <a16:creationId xmlns:a16="http://schemas.microsoft.com/office/drawing/2014/main" id="{1615A53E-1DC0-0F14-1DD4-E568D99AE3D1}"/>
              </a:ext>
            </a:extLst>
          </p:cNvPr>
          <p:cNvGrpSpPr>
            <a:grpSpLocks/>
          </p:cNvGrpSpPr>
          <p:nvPr/>
        </p:nvGrpSpPr>
        <p:grpSpPr bwMode="auto">
          <a:xfrm>
            <a:off x="655638" y="3352800"/>
            <a:ext cx="1143000" cy="566738"/>
            <a:chOff x="1200" y="1248"/>
            <a:chExt cx="720" cy="357"/>
          </a:xfrm>
        </p:grpSpPr>
        <p:pic>
          <p:nvPicPr>
            <p:cNvPr id="109586" name="Picture 17">
              <a:extLst>
                <a:ext uri="{FF2B5EF4-FFF2-40B4-BE49-F238E27FC236}">
                  <a16:creationId xmlns:a16="http://schemas.microsoft.com/office/drawing/2014/main" id="{328F5028-641C-2F38-19DC-B50735B452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9587" name="Text Box 18">
              <a:extLst>
                <a:ext uri="{FF2B5EF4-FFF2-40B4-BE49-F238E27FC236}">
                  <a16:creationId xmlns:a16="http://schemas.microsoft.com/office/drawing/2014/main" id="{CBE929B5-4BE4-16E0-64EC-6041A174830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Number Placeholder 1">
            <a:extLst>
              <a:ext uri="{FF2B5EF4-FFF2-40B4-BE49-F238E27FC236}">
                <a16:creationId xmlns:a16="http://schemas.microsoft.com/office/drawing/2014/main" id="{F4E253CF-0AAB-DBE9-DFE0-9C65C0FEFE4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EB0EFA71-46C9-44E5-8B7E-84AB3CDA7A28}" type="slidenum">
              <a:rPr lang="en-US" altLang="en-US" i="0">
                <a:latin typeface="Arial" panose="020B0604020202020204" pitchFamily="34" charset="0"/>
              </a:rPr>
              <a:pPr/>
              <a:t>46</a:t>
            </a:fld>
            <a:endParaRPr lang="en-US" altLang="en-US" i="0">
              <a:latin typeface="Arial" panose="020B0604020202020204" pitchFamily="34" charset="0"/>
            </a:endParaRPr>
          </a:p>
        </p:txBody>
      </p:sp>
      <p:sp>
        <p:nvSpPr>
          <p:cNvPr id="111619" name="Text Box 2">
            <a:extLst>
              <a:ext uri="{FF2B5EF4-FFF2-40B4-BE49-F238E27FC236}">
                <a16:creationId xmlns:a16="http://schemas.microsoft.com/office/drawing/2014/main" id="{EF058259-1955-2472-A166-3F2AED9A103F}"/>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2.21</a:t>
            </a:r>
            <a:endParaRPr lang="en-US" altLang="en-US" sz="2000">
              <a:solidFill>
                <a:schemeClr val="bg1"/>
              </a:solidFill>
            </a:endParaRPr>
          </a:p>
        </p:txBody>
      </p:sp>
      <p:sp>
        <p:nvSpPr>
          <p:cNvPr id="111620" name="Rectangle 3">
            <a:extLst>
              <a:ext uri="{FF2B5EF4-FFF2-40B4-BE49-F238E27FC236}">
                <a16:creationId xmlns:a16="http://schemas.microsoft.com/office/drawing/2014/main" id="{DC9B480B-52C1-C8BB-A82E-E8D708D6B8A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1621" name="Rectangle 4">
            <a:extLst>
              <a:ext uri="{FF2B5EF4-FFF2-40B4-BE49-F238E27FC236}">
                <a16:creationId xmlns:a16="http://schemas.microsoft.com/office/drawing/2014/main" id="{DDE8186A-37B2-A15D-95DC-193F5365563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1622" name="Rectangle 5">
            <a:extLst>
              <a:ext uri="{FF2B5EF4-FFF2-40B4-BE49-F238E27FC236}">
                <a16:creationId xmlns:a16="http://schemas.microsoft.com/office/drawing/2014/main" id="{60D08398-F789-4C54-3D37-0837480E7B0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1623" name="Rectangle 6">
            <a:extLst>
              <a:ext uri="{FF2B5EF4-FFF2-40B4-BE49-F238E27FC236}">
                <a16:creationId xmlns:a16="http://schemas.microsoft.com/office/drawing/2014/main" id="{5B5D665B-2468-ACD4-79BC-AE453C2FCFB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1624" name="Rectangle 7">
            <a:extLst>
              <a:ext uri="{FF2B5EF4-FFF2-40B4-BE49-F238E27FC236}">
                <a16:creationId xmlns:a16="http://schemas.microsoft.com/office/drawing/2014/main" id="{2F241B7F-1751-4BDD-75DF-7EBC29C1B90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1625" name="Rectangle 8">
            <a:extLst>
              <a:ext uri="{FF2B5EF4-FFF2-40B4-BE49-F238E27FC236}">
                <a16:creationId xmlns:a16="http://schemas.microsoft.com/office/drawing/2014/main" id="{D72A1C08-BD0F-30AF-9170-0B39E21D2BA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1626" name="Rectangle 9">
            <a:extLst>
              <a:ext uri="{FF2B5EF4-FFF2-40B4-BE49-F238E27FC236}">
                <a16:creationId xmlns:a16="http://schemas.microsoft.com/office/drawing/2014/main" id="{9754BC8C-1C13-07DE-0101-14F182022B6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1627" name="Text Box 10">
            <a:extLst>
              <a:ext uri="{FF2B5EF4-FFF2-40B4-BE49-F238E27FC236}">
                <a16:creationId xmlns:a16="http://schemas.microsoft.com/office/drawing/2014/main" id="{7C8EF078-7733-9815-2603-4A89F2F6C81A}"/>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sp>
        <p:nvSpPr>
          <p:cNvPr id="958475" name="Rectangle 11">
            <a:extLst>
              <a:ext uri="{FF2B5EF4-FFF2-40B4-BE49-F238E27FC236}">
                <a16:creationId xmlns:a16="http://schemas.microsoft.com/office/drawing/2014/main" id="{669B26E9-F0E2-9DFE-F2D2-A893FE99A600}"/>
              </a:ext>
            </a:extLst>
          </p:cNvPr>
          <p:cNvSpPr>
            <a:spLocks noChangeArrowheads="1"/>
          </p:cNvSpPr>
          <p:nvPr/>
        </p:nvSpPr>
        <p:spPr bwMode="auto">
          <a:xfrm>
            <a:off x="304800" y="1431925"/>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all additive inverse pairs in Z10.</a:t>
            </a:r>
          </a:p>
        </p:txBody>
      </p:sp>
      <p:sp>
        <p:nvSpPr>
          <p:cNvPr id="958477" name="Rectangle 13">
            <a:extLst>
              <a:ext uri="{FF2B5EF4-FFF2-40B4-BE49-F238E27FC236}">
                <a16:creationId xmlns:a16="http://schemas.microsoft.com/office/drawing/2014/main" id="{EDE4B6F9-CFA8-217B-23AF-42AA3FC8BEFB}"/>
              </a:ext>
            </a:extLst>
          </p:cNvPr>
          <p:cNvSpPr>
            <a:spLocks noChangeArrowheads="1"/>
          </p:cNvSpPr>
          <p:nvPr/>
        </p:nvSpPr>
        <p:spPr bwMode="auto">
          <a:xfrm>
            <a:off x="304800" y="3124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sp>
        <p:nvSpPr>
          <p:cNvPr id="958478" name="Rectangle 14">
            <a:extLst>
              <a:ext uri="{FF2B5EF4-FFF2-40B4-BE49-F238E27FC236}">
                <a16:creationId xmlns:a16="http://schemas.microsoft.com/office/drawing/2014/main" id="{1C869299-BB09-9372-FDDC-EA2015B1D8C9}"/>
              </a:ext>
            </a:extLst>
          </p:cNvPr>
          <p:cNvSpPr>
            <a:spLocks noChangeArrowheads="1"/>
          </p:cNvSpPr>
          <p:nvPr/>
        </p:nvSpPr>
        <p:spPr bwMode="auto">
          <a:xfrm>
            <a:off x="304800" y="3581400"/>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The six pairs of additive inverses are (0, 0), (1, 9), (2, 8), (3, 7), (4, 6), and (5, 5).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Number Placeholder 1">
            <a:extLst>
              <a:ext uri="{FF2B5EF4-FFF2-40B4-BE49-F238E27FC236}">
                <a16:creationId xmlns:a16="http://schemas.microsoft.com/office/drawing/2014/main" id="{15826057-C874-CF7D-CD8B-A2427684F7B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6BF3F047-C986-4CDB-B7F6-89F5CA8C650B}" type="slidenum">
              <a:rPr lang="en-US" altLang="en-US" i="0">
                <a:latin typeface="Arial" panose="020B0604020202020204" pitchFamily="34" charset="0"/>
              </a:rPr>
              <a:pPr/>
              <a:t>47</a:t>
            </a:fld>
            <a:endParaRPr lang="en-US" altLang="en-US" i="0">
              <a:latin typeface="Arial" panose="020B0604020202020204" pitchFamily="34" charset="0"/>
            </a:endParaRPr>
          </a:p>
        </p:txBody>
      </p:sp>
      <p:sp>
        <p:nvSpPr>
          <p:cNvPr id="113667" name="Rectangle 2">
            <a:extLst>
              <a:ext uri="{FF2B5EF4-FFF2-40B4-BE49-F238E27FC236}">
                <a16:creationId xmlns:a16="http://schemas.microsoft.com/office/drawing/2014/main" id="{57F43752-C1F8-9B03-D0B4-25D75B3F83C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3668" name="Rectangle 3">
            <a:extLst>
              <a:ext uri="{FF2B5EF4-FFF2-40B4-BE49-F238E27FC236}">
                <a16:creationId xmlns:a16="http://schemas.microsoft.com/office/drawing/2014/main" id="{9CDB3AA7-9459-C8B3-76F6-3AC1E6C5C58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3669" name="Rectangle 4">
            <a:extLst>
              <a:ext uri="{FF2B5EF4-FFF2-40B4-BE49-F238E27FC236}">
                <a16:creationId xmlns:a16="http://schemas.microsoft.com/office/drawing/2014/main" id="{720A3ABF-7EA1-94F7-AF21-3BA80B9BB49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3670" name="Rectangle 5">
            <a:extLst>
              <a:ext uri="{FF2B5EF4-FFF2-40B4-BE49-F238E27FC236}">
                <a16:creationId xmlns:a16="http://schemas.microsoft.com/office/drawing/2014/main" id="{FB9C7BE4-E5F0-64BF-A82A-A5A8F23FE9D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3671" name="Rectangle 6">
            <a:extLst>
              <a:ext uri="{FF2B5EF4-FFF2-40B4-BE49-F238E27FC236}">
                <a16:creationId xmlns:a16="http://schemas.microsoft.com/office/drawing/2014/main" id="{81F2126F-4AF3-B42A-EBBD-19835ADD448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3672" name="Rectangle 7">
            <a:extLst>
              <a:ext uri="{FF2B5EF4-FFF2-40B4-BE49-F238E27FC236}">
                <a16:creationId xmlns:a16="http://schemas.microsoft.com/office/drawing/2014/main" id="{22B1C3D2-D44A-3040-4899-40149106A04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3673" name="Rectangle 8">
            <a:extLst>
              <a:ext uri="{FF2B5EF4-FFF2-40B4-BE49-F238E27FC236}">
                <a16:creationId xmlns:a16="http://schemas.microsoft.com/office/drawing/2014/main" id="{9A6D4668-6C64-E5AE-4116-560676980D6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3674" name="Text Box 9">
            <a:extLst>
              <a:ext uri="{FF2B5EF4-FFF2-40B4-BE49-F238E27FC236}">
                <a16:creationId xmlns:a16="http://schemas.microsoft.com/office/drawing/2014/main" id="{9B34DDA6-04F5-A820-63E6-2C78D73A7C55}"/>
              </a:ext>
            </a:extLst>
          </p:cNvPr>
          <p:cNvSpPr txBox="1">
            <a:spLocks noChangeArrowheads="1"/>
          </p:cNvSpPr>
          <p:nvPr/>
        </p:nvSpPr>
        <p:spPr bwMode="auto">
          <a:xfrm>
            <a:off x="1143000" y="0"/>
            <a:ext cx="2859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a:t>
            </a:r>
          </a:p>
        </p:txBody>
      </p:sp>
      <p:sp>
        <p:nvSpPr>
          <p:cNvPr id="960522" name="Rectangle 10">
            <a:extLst>
              <a:ext uri="{FF2B5EF4-FFF2-40B4-BE49-F238E27FC236}">
                <a16:creationId xmlns:a16="http://schemas.microsoft.com/office/drawing/2014/main" id="{51359CCD-A4D1-8B7E-4CF0-5C8DC396C62E}"/>
              </a:ext>
            </a:extLst>
          </p:cNvPr>
          <p:cNvSpPr>
            <a:spLocks noChangeArrowheads="1"/>
          </p:cNvSpPr>
          <p:nvPr/>
        </p:nvSpPr>
        <p:spPr bwMode="auto">
          <a:xfrm>
            <a:off x="304800" y="1066800"/>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In Z</a:t>
            </a:r>
            <a:r>
              <a:rPr lang="en-US" altLang="en-US" sz="2400" i="0" baseline="-20000">
                <a:effectLst>
                  <a:outerShdw blurRad="38100" dist="38100" dir="2700000" algn="tl">
                    <a:srgbClr val="C0C0C0"/>
                  </a:outerShdw>
                </a:effectLst>
              </a:rPr>
              <a:t>n</a:t>
            </a:r>
            <a:r>
              <a:rPr lang="en-US" altLang="en-US" sz="2400" i="0">
                <a:effectLst>
                  <a:outerShdw blurRad="38100" dist="38100" dir="2700000" algn="tl">
                    <a:srgbClr val="C0C0C0"/>
                  </a:outerShdw>
                </a:effectLst>
              </a:rPr>
              <a:t>, two numbers </a:t>
            </a:r>
            <a:r>
              <a:rPr lang="en-US" altLang="en-US" sz="2400">
                <a:effectLst>
                  <a:outerShdw blurRad="38100" dist="38100" dir="2700000" algn="tl">
                    <a:srgbClr val="C0C0C0"/>
                  </a:outerShdw>
                </a:effectLst>
              </a:rPr>
              <a:t>a</a:t>
            </a:r>
            <a:r>
              <a:rPr lang="en-US" altLang="en-US" sz="2400" i="0">
                <a:effectLst>
                  <a:outerShdw blurRad="38100" dist="38100" dir="2700000" algn="tl">
                    <a:srgbClr val="C0C0C0"/>
                  </a:outerShdw>
                </a:effectLst>
              </a:rPr>
              <a:t> and </a:t>
            </a:r>
            <a:r>
              <a:rPr lang="en-US" altLang="en-US" sz="2400">
                <a:effectLst>
                  <a:outerShdw blurRad="38100" dist="38100" dir="2700000" algn="tl">
                    <a:srgbClr val="C0C0C0"/>
                  </a:outerShdw>
                </a:effectLst>
              </a:rPr>
              <a:t>b</a:t>
            </a:r>
            <a:r>
              <a:rPr lang="en-US" altLang="en-US" sz="2400" i="0">
                <a:effectLst>
                  <a:outerShdw blurRad="38100" dist="38100" dir="2700000" algn="tl">
                    <a:srgbClr val="C0C0C0"/>
                  </a:outerShdw>
                </a:effectLst>
              </a:rPr>
              <a:t> are the multiplicative inverse of each other if</a:t>
            </a:r>
          </a:p>
        </p:txBody>
      </p:sp>
      <p:sp>
        <p:nvSpPr>
          <p:cNvPr id="113676" name="Text Box 11">
            <a:extLst>
              <a:ext uri="{FF2B5EF4-FFF2-40B4-BE49-F238E27FC236}">
                <a16:creationId xmlns:a16="http://schemas.microsoft.com/office/drawing/2014/main" id="{B99424C3-280C-79B1-FB47-635349FAE4D6}"/>
              </a:ext>
            </a:extLst>
          </p:cNvPr>
          <p:cNvSpPr txBox="1">
            <a:spLocks noChangeArrowheads="1"/>
          </p:cNvSpPr>
          <p:nvPr/>
        </p:nvSpPr>
        <p:spPr bwMode="auto">
          <a:xfrm>
            <a:off x="1219200" y="533400"/>
            <a:ext cx="3051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Multiplicative Inverse</a:t>
            </a:r>
            <a:endParaRPr lang="en-US" altLang="en-US" sz="2000"/>
          </a:p>
        </p:txBody>
      </p:sp>
      <p:pic>
        <p:nvPicPr>
          <p:cNvPr id="113677" name="Picture 19">
            <a:extLst>
              <a:ext uri="{FF2B5EF4-FFF2-40B4-BE49-F238E27FC236}">
                <a16:creationId xmlns:a16="http://schemas.microsoft.com/office/drawing/2014/main" id="{EC3B5859-0150-69CC-727A-DD84455583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6663" y="1752600"/>
            <a:ext cx="330835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3678" name="Line 21">
            <a:extLst>
              <a:ext uri="{FF2B5EF4-FFF2-40B4-BE49-F238E27FC236}">
                <a16:creationId xmlns:a16="http://schemas.microsoft.com/office/drawing/2014/main" id="{8DAFC7B8-B258-DE58-5121-5D504694A1E9}"/>
              </a:ext>
            </a:extLst>
          </p:cNvPr>
          <p:cNvSpPr>
            <a:spLocks noChangeShapeType="1"/>
          </p:cNvSpPr>
          <p:nvPr/>
        </p:nvSpPr>
        <p:spPr bwMode="auto">
          <a:xfrm>
            <a:off x="609600" y="3352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3679" name="Line 22">
            <a:extLst>
              <a:ext uri="{FF2B5EF4-FFF2-40B4-BE49-F238E27FC236}">
                <a16:creationId xmlns:a16="http://schemas.microsoft.com/office/drawing/2014/main" id="{F9A5805B-E0A1-ED48-62B2-829981EE769A}"/>
              </a:ext>
            </a:extLst>
          </p:cNvPr>
          <p:cNvSpPr>
            <a:spLocks noChangeShapeType="1"/>
          </p:cNvSpPr>
          <p:nvPr/>
        </p:nvSpPr>
        <p:spPr bwMode="auto">
          <a:xfrm>
            <a:off x="609600" y="6019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3680" name="Rectangle 23">
            <a:extLst>
              <a:ext uri="{FF2B5EF4-FFF2-40B4-BE49-F238E27FC236}">
                <a16:creationId xmlns:a16="http://schemas.microsoft.com/office/drawing/2014/main" id="{80E8E33D-CC9E-6D9F-2D2C-D79CFA6C9711}"/>
              </a:ext>
            </a:extLst>
          </p:cNvPr>
          <p:cNvSpPr>
            <a:spLocks noChangeArrowheads="1"/>
          </p:cNvSpPr>
          <p:nvPr/>
        </p:nvSpPr>
        <p:spPr bwMode="auto">
          <a:xfrm>
            <a:off x="647700" y="3414713"/>
            <a:ext cx="8077200" cy="2528887"/>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a:latin typeface="Arial" panose="020B0604020202020204" pitchFamily="34" charset="0"/>
              </a:rPr>
              <a:t>In modular arithmetic, an integer may or may not have a multiplicative inverse.</a:t>
            </a:r>
          </a:p>
          <a:p>
            <a:pPr algn="ctr"/>
            <a:r>
              <a:rPr lang="en-US" altLang="en-US" sz="3200">
                <a:latin typeface="Arial" panose="020B0604020202020204" pitchFamily="34" charset="0"/>
              </a:rPr>
              <a:t>When it does, the product of the integer and its multiplicative inverse is congruent to 1 modulo n.</a:t>
            </a:r>
          </a:p>
        </p:txBody>
      </p:sp>
      <p:grpSp>
        <p:nvGrpSpPr>
          <p:cNvPr id="113681" name="Group 24">
            <a:extLst>
              <a:ext uri="{FF2B5EF4-FFF2-40B4-BE49-F238E27FC236}">
                <a16:creationId xmlns:a16="http://schemas.microsoft.com/office/drawing/2014/main" id="{32658484-B453-06C9-B149-389691782096}"/>
              </a:ext>
            </a:extLst>
          </p:cNvPr>
          <p:cNvGrpSpPr>
            <a:grpSpLocks/>
          </p:cNvGrpSpPr>
          <p:nvPr/>
        </p:nvGrpSpPr>
        <p:grpSpPr bwMode="auto">
          <a:xfrm>
            <a:off x="655638" y="2743200"/>
            <a:ext cx="1143000" cy="566738"/>
            <a:chOff x="1200" y="1248"/>
            <a:chExt cx="720" cy="357"/>
          </a:xfrm>
        </p:grpSpPr>
        <p:pic>
          <p:nvPicPr>
            <p:cNvPr id="113682" name="Picture 25">
              <a:extLst>
                <a:ext uri="{FF2B5EF4-FFF2-40B4-BE49-F238E27FC236}">
                  <a16:creationId xmlns:a16="http://schemas.microsoft.com/office/drawing/2014/main" id="{46C3CFFF-F4DF-1929-00B7-F8458AF764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3683" name="Text Box 26">
              <a:extLst>
                <a:ext uri="{FF2B5EF4-FFF2-40B4-BE49-F238E27FC236}">
                  <a16:creationId xmlns:a16="http://schemas.microsoft.com/office/drawing/2014/main" id="{5A869DE2-F201-9BC9-8DB1-651967C33C6F}"/>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Number Placeholder 1">
            <a:extLst>
              <a:ext uri="{FF2B5EF4-FFF2-40B4-BE49-F238E27FC236}">
                <a16:creationId xmlns:a16="http://schemas.microsoft.com/office/drawing/2014/main" id="{3354CE56-01B3-C5FE-6630-4AADC35039C3}"/>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799782E7-3BA8-4093-8521-36A2710972DD}" type="slidenum">
              <a:rPr lang="en-US" altLang="en-US" i="0">
                <a:latin typeface="Arial" panose="020B0604020202020204" pitchFamily="34" charset="0"/>
              </a:rPr>
              <a:pPr/>
              <a:t>48</a:t>
            </a:fld>
            <a:endParaRPr lang="en-US" altLang="en-US" i="0">
              <a:latin typeface="Arial" panose="020B0604020202020204" pitchFamily="34" charset="0"/>
            </a:endParaRPr>
          </a:p>
        </p:txBody>
      </p:sp>
      <p:sp>
        <p:nvSpPr>
          <p:cNvPr id="115715" name="Text Box 2">
            <a:extLst>
              <a:ext uri="{FF2B5EF4-FFF2-40B4-BE49-F238E27FC236}">
                <a16:creationId xmlns:a16="http://schemas.microsoft.com/office/drawing/2014/main" id="{AFAE0E45-8028-4A47-BE59-6E4DF9A442BC}"/>
              </a:ext>
            </a:extLst>
          </p:cNvPr>
          <p:cNvSpPr txBox="1">
            <a:spLocks noChangeArrowheads="1"/>
          </p:cNvSpPr>
          <p:nvPr/>
        </p:nvSpPr>
        <p:spPr bwMode="auto">
          <a:xfrm>
            <a:off x="381000" y="11430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2.22</a:t>
            </a:r>
            <a:endParaRPr lang="en-US" altLang="en-US" sz="2000">
              <a:solidFill>
                <a:schemeClr val="bg1"/>
              </a:solidFill>
            </a:endParaRPr>
          </a:p>
        </p:txBody>
      </p:sp>
      <p:sp>
        <p:nvSpPr>
          <p:cNvPr id="115716" name="Rectangle 3">
            <a:extLst>
              <a:ext uri="{FF2B5EF4-FFF2-40B4-BE49-F238E27FC236}">
                <a16:creationId xmlns:a16="http://schemas.microsoft.com/office/drawing/2014/main" id="{3E4BADAF-0E93-FA85-4095-94E881686BC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5717" name="Rectangle 4">
            <a:extLst>
              <a:ext uri="{FF2B5EF4-FFF2-40B4-BE49-F238E27FC236}">
                <a16:creationId xmlns:a16="http://schemas.microsoft.com/office/drawing/2014/main" id="{B5ED9CD6-D6CC-A302-C89C-F759AD32A92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5718" name="Rectangle 5">
            <a:extLst>
              <a:ext uri="{FF2B5EF4-FFF2-40B4-BE49-F238E27FC236}">
                <a16:creationId xmlns:a16="http://schemas.microsoft.com/office/drawing/2014/main" id="{5009CDA9-5B4A-8AEF-6D79-8329CC382A1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5719" name="Rectangle 6">
            <a:extLst>
              <a:ext uri="{FF2B5EF4-FFF2-40B4-BE49-F238E27FC236}">
                <a16:creationId xmlns:a16="http://schemas.microsoft.com/office/drawing/2014/main" id="{AEC97B13-04C3-67E9-D943-D3453533FD1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5720" name="Rectangle 7">
            <a:extLst>
              <a:ext uri="{FF2B5EF4-FFF2-40B4-BE49-F238E27FC236}">
                <a16:creationId xmlns:a16="http://schemas.microsoft.com/office/drawing/2014/main" id="{25C7DEBD-90D7-FADC-BAA3-7F9AE32D373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5721" name="Rectangle 8">
            <a:extLst>
              <a:ext uri="{FF2B5EF4-FFF2-40B4-BE49-F238E27FC236}">
                <a16:creationId xmlns:a16="http://schemas.microsoft.com/office/drawing/2014/main" id="{C676121F-AE10-6F2D-AF7E-8FC131957E6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5722" name="Rectangle 9">
            <a:extLst>
              <a:ext uri="{FF2B5EF4-FFF2-40B4-BE49-F238E27FC236}">
                <a16:creationId xmlns:a16="http://schemas.microsoft.com/office/drawing/2014/main" id="{6B4DF3E7-645A-A73D-43F5-26728CBFAD4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5723" name="Text Box 10">
            <a:extLst>
              <a:ext uri="{FF2B5EF4-FFF2-40B4-BE49-F238E27FC236}">
                <a16:creationId xmlns:a16="http://schemas.microsoft.com/office/drawing/2014/main" id="{BAFAC9AC-979A-A7F7-E9B9-6BFE35EDCE3E}"/>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sp>
        <p:nvSpPr>
          <p:cNvPr id="962571" name="Rectangle 11">
            <a:extLst>
              <a:ext uri="{FF2B5EF4-FFF2-40B4-BE49-F238E27FC236}">
                <a16:creationId xmlns:a16="http://schemas.microsoft.com/office/drawing/2014/main" id="{CF20C847-4388-43A2-57B8-AF07BCAD996E}"/>
              </a:ext>
            </a:extLst>
          </p:cNvPr>
          <p:cNvSpPr>
            <a:spLocks noChangeArrowheads="1"/>
          </p:cNvSpPr>
          <p:nvPr/>
        </p:nvSpPr>
        <p:spPr bwMode="auto">
          <a:xfrm>
            <a:off x="3048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the multiplicative inverse of 8 in Z</a:t>
            </a:r>
            <a:r>
              <a:rPr lang="en-US" altLang="en-US" sz="2400" i="0" baseline="-20000">
                <a:effectLst>
                  <a:outerShdw blurRad="38100" dist="38100" dir="2700000" algn="tl">
                    <a:srgbClr val="C0C0C0"/>
                  </a:outerShdw>
                </a:effectLst>
              </a:rPr>
              <a:t>10</a:t>
            </a:r>
            <a:r>
              <a:rPr lang="en-US" altLang="en-US" sz="2400" i="0">
                <a:effectLst>
                  <a:outerShdw blurRad="38100" dist="38100" dir="2700000" algn="tl">
                    <a:srgbClr val="C0C0C0"/>
                  </a:outerShdw>
                </a:effectLst>
              </a:rPr>
              <a:t>.</a:t>
            </a:r>
          </a:p>
        </p:txBody>
      </p:sp>
      <p:sp>
        <p:nvSpPr>
          <p:cNvPr id="962572" name="Rectangle 12">
            <a:extLst>
              <a:ext uri="{FF2B5EF4-FFF2-40B4-BE49-F238E27FC236}">
                <a16:creationId xmlns:a16="http://schemas.microsoft.com/office/drawing/2014/main" id="{43A686AE-AFF1-1562-26C2-4D0193FA46D0}"/>
              </a:ext>
            </a:extLst>
          </p:cNvPr>
          <p:cNvSpPr>
            <a:spLocks noChangeArrowheads="1"/>
          </p:cNvSpPr>
          <p:nvPr/>
        </p:nvSpPr>
        <p:spPr bwMode="auto">
          <a:xfrm>
            <a:off x="304800" y="2057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sp>
        <p:nvSpPr>
          <p:cNvPr id="962573" name="Rectangle 13">
            <a:extLst>
              <a:ext uri="{FF2B5EF4-FFF2-40B4-BE49-F238E27FC236}">
                <a16:creationId xmlns:a16="http://schemas.microsoft.com/office/drawing/2014/main" id="{4CF74306-D697-9B4E-82EB-AFC8AE0A6637}"/>
              </a:ext>
            </a:extLst>
          </p:cNvPr>
          <p:cNvSpPr>
            <a:spLocks noChangeArrowheads="1"/>
          </p:cNvSpPr>
          <p:nvPr/>
        </p:nvSpPr>
        <p:spPr bwMode="auto">
          <a:xfrm>
            <a:off x="304800" y="2409825"/>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There is no multiplicative inverse because gcd (10, 8) = 2 ≠ 1. In other words, we cannot find any number between 0 and 9 such that when multiplied by 8, the result is congruent to 1.</a:t>
            </a:r>
          </a:p>
        </p:txBody>
      </p:sp>
      <p:sp>
        <p:nvSpPr>
          <p:cNvPr id="115727" name="Text Box 14">
            <a:extLst>
              <a:ext uri="{FF2B5EF4-FFF2-40B4-BE49-F238E27FC236}">
                <a16:creationId xmlns:a16="http://schemas.microsoft.com/office/drawing/2014/main" id="{33780EB4-9693-71D0-A96C-E63B442B50D9}"/>
              </a:ext>
            </a:extLst>
          </p:cNvPr>
          <p:cNvSpPr txBox="1">
            <a:spLocks noChangeArrowheads="1"/>
          </p:cNvSpPr>
          <p:nvPr/>
        </p:nvSpPr>
        <p:spPr bwMode="auto">
          <a:xfrm>
            <a:off x="381000" y="37338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2.23</a:t>
            </a:r>
            <a:endParaRPr lang="en-US" altLang="en-US" sz="2000">
              <a:solidFill>
                <a:schemeClr val="bg1"/>
              </a:solidFill>
            </a:endParaRPr>
          </a:p>
        </p:txBody>
      </p:sp>
      <p:sp>
        <p:nvSpPr>
          <p:cNvPr id="962575" name="Rectangle 15">
            <a:extLst>
              <a:ext uri="{FF2B5EF4-FFF2-40B4-BE49-F238E27FC236}">
                <a16:creationId xmlns:a16="http://schemas.microsoft.com/office/drawing/2014/main" id="{4B827636-638E-C80D-2017-7326BB7BB434}"/>
              </a:ext>
            </a:extLst>
          </p:cNvPr>
          <p:cNvSpPr>
            <a:spLocks noChangeArrowheads="1"/>
          </p:cNvSpPr>
          <p:nvPr/>
        </p:nvSpPr>
        <p:spPr bwMode="auto">
          <a:xfrm>
            <a:off x="304800" y="4267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all multiplicative inverses in Z</a:t>
            </a:r>
            <a:r>
              <a:rPr lang="en-US" altLang="en-US" sz="2400" i="0" baseline="-20000">
                <a:effectLst>
                  <a:outerShdw blurRad="38100" dist="38100" dir="2700000" algn="tl">
                    <a:srgbClr val="C0C0C0"/>
                  </a:outerShdw>
                </a:effectLst>
              </a:rPr>
              <a:t>10</a:t>
            </a:r>
            <a:r>
              <a:rPr lang="en-US" altLang="en-US" sz="2400" i="0">
                <a:effectLst>
                  <a:outerShdw blurRad="38100" dist="38100" dir="2700000" algn="tl">
                    <a:srgbClr val="C0C0C0"/>
                  </a:outerShdw>
                </a:effectLst>
              </a:rPr>
              <a:t>.</a:t>
            </a:r>
          </a:p>
        </p:txBody>
      </p:sp>
      <p:sp>
        <p:nvSpPr>
          <p:cNvPr id="962576" name="Rectangle 16">
            <a:extLst>
              <a:ext uri="{FF2B5EF4-FFF2-40B4-BE49-F238E27FC236}">
                <a16:creationId xmlns:a16="http://schemas.microsoft.com/office/drawing/2014/main" id="{A040BD13-2644-D8D4-6ACF-AE5380F3E92E}"/>
              </a:ext>
            </a:extLst>
          </p:cNvPr>
          <p:cNvSpPr>
            <a:spLocks noChangeArrowheads="1"/>
          </p:cNvSpPr>
          <p:nvPr/>
        </p:nvSpPr>
        <p:spPr bwMode="auto">
          <a:xfrm>
            <a:off x="304800" y="49530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sp>
        <p:nvSpPr>
          <p:cNvPr id="962577" name="Rectangle 17">
            <a:extLst>
              <a:ext uri="{FF2B5EF4-FFF2-40B4-BE49-F238E27FC236}">
                <a16:creationId xmlns:a16="http://schemas.microsoft.com/office/drawing/2014/main" id="{812CE5E3-FBD3-492E-A63B-28DA91643E7B}"/>
              </a:ext>
            </a:extLst>
          </p:cNvPr>
          <p:cNvSpPr>
            <a:spLocks noChangeArrowheads="1"/>
          </p:cNvSpPr>
          <p:nvPr/>
        </p:nvSpPr>
        <p:spPr bwMode="auto">
          <a:xfrm>
            <a:off x="304800" y="5257800"/>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There are only three pairs: (1, 1), (3, 7) and (9, 9). The numbers 0, 2, 4, 5, 6, and 8 do not have a multiplicative inverse.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Number Placeholder 1">
            <a:extLst>
              <a:ext uri="{FF2B5EF4-FFF2-40B4-BE49-F238E27FC236}">
                <a16:creationId xmlns:a16="http://schemas.microsoft.com/office/drawing/2014/main" id="{C76CB2B9-7103-C20F-AEC2-591266913EE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A976829D-D4A7-4026-A002-7ACC3B966083}" type="slidenum">
              <a:rPr lang="en-US" altLang="en-US" i="0">
                <a:latin typeface="Arial" panose="020B0604020202020204" pitchFamily="34" charset="0"/>
              </a:rPr>
              <a:pPr/>
              <a:t>49</a:t>
            </a:fld>
            <a:endParaRPr lang="en-US" altLang="en-US" i="0">
              <a:latin typeface="Arial" panose="020B0604020202020204" pitchFamily="34" charset="0"/>
            </a:endParaRPr>
          </a:p>
        </p:txBody>
      </p:sp>
      <p:sp>
        <p:nvSpPr>
          <p:cNvPr id="117763" name="Text Box 2">
            <a:extLst>
              <a:ext uri="{FF2B5EF4-FFF2-40B4-BE49-F238E27FC236}">
                <a16:creationId xmlns:a16="http://schemas.microsoft.com/office/drawing/2014/main" id="{0127B44B-BFFC-C5FE-CAA8-0132C12DD19F}"/>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2.24</a:t>
            </a:r>
            <a:endParaRPr lang="en-US" altLang="en-US" sz="2000">
              <a:solidFill>
                <a:schemeClr val="bg1"/>
              </a:solidFill>
            </a:endParaRPr>
          </a:p>
        </p:txBody>
      </p:sp>
      <p:sp>
        <p:nvSpPr>
          <p:cNvPr id="117764" name="Rectangle 3">
            <a:extLst>
              <a:ext uri="{FF2B5EF4-FFF2-40B4-BE49-F238E27FC236}">
                <a16:creationId xmlns:a16="http://schemas.microsoft.com/office/drawing/2014/main" id="{1003E2A9-C2EB-AA78-1E6B-F2E2C7AA5DA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7765" name="Rectangle 4">
            <a:extLst>
              <a:ext uri="{FF2B5EF4-FFF2-40B4-BE49-F238E27FC236}">
                <a16:creationId xmlns:a16="http://schemas.microsoft.com/office/drawing/2014/main" id="{A7FFF311-6B5E-2CE2-35D3-01829E8DE50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7766" name="Rectangle 5">
            <a:extLst>
              <a:ext uri="{FF2B5EF4-FFF2-40B4-BE49-F238E27FC236}">
                <a16:creationId xmlns:a16="http://schemas.microsoft.com/office/drawing/2014/main" id="{C550A5F1-D2CD-3E6F-FB6C-25426F7E70E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7767" name="Rectangle 6">
            <a:extLst>
              <a:ext uri="{FF2B5EF4-FFF2-40B4-BE49-F238E27FC236}">
                <a16:creationId xmlns:a16="http://schemas.microsoft.com/office/drawing/2014/main" id="{A69DDED6-AA5E-C0AA-FFEF-BF45646C628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7768" name="Rectangle 7">
            <a:extLst>
              <a:ext uri="{FF2B5EF4-FFF2-40B4-BE49-F238E27FC236}">
                <a16:creationId xmlns:a16="http://schemas.microsoft.com/office/drawing/2014/main" id="{F5E44C2A-2246-B4D6-CDBA-74988D87102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7769" name="Rectangle 8">
            <a:extLst>
              <a:ext uri="{FF2B5EF4-FFF2-40B4-BE49-F238E27FC236}">
                <a16:creationId xmlns:a16="http://schemas.microsoft.com/office/drawing/2014/main" id="{4ED2C933-314E-1D3B-ED45-163F9319356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7770" name="Rectangle 9">
            <a:extLst>
              <a:ext uri="{FF2B5EF4-FFF2-40B4-BE49-F238E27FC236}">
                <a16:creationId xmlns:a16="http://schemas.microsoft.com/office/drawing/2014/main" id="{37993225-B0E1-78DD-7A55-0EDC69CD328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17771" name="Text Box 10">
            <a:extLst>
              <a:ext uri="{FF2B5EF4-FFF2-40B4-BE49-F238E27FC236}">
                <a16:creationId xmlns:a16="http://schemas.microsoft.com/office/drawing/2014/main" id="{EFC83217-428D-E1FF-3D26-76A9B3319E05}"/>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sp>
        <p:nvSpPr>
          <p:cNvPr id="966667" name="Rectangle 11">
            <a:extLst>
              <a:ext uri="{FF2B5EF4-FFF2-40B4-BE49-F238E27FC236}">
                <a16:creationId xmlns:a16="http://schemas.microsoft.com/office/drawing/2014/main" id="{4A5AD053-7A59-F7CF-C1C9-AB25B2F0A63B}"/>
              </a:ext>
            </a:extLst>
          </p:cNvPr>
          <p:cNvSpPr>
            <a:spLocks noChangeArrowheads="1"/>
          </p:cNvSpPr>
          <p:nvPr/>
        </p:nvSpPr>
        <p:spPr bwMode="auto">
          <a:xfrm>
            <a:off x="304800" y="11430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all multiplicative inverse pairs in Z</a:t>
            </a:r>
            <a:r>
              <a:rPr lang="en-US" altLang="en-US" sz="2400" i="0" baseline="-20000">
                <a:effectLst>
                  <a:outerShdw blurRad="38100" dist="38100" dir="2700000" algn="tl">
                    <a:srgbClr val="C0C0C0"/>
                  </a:outerShdw>
                </a:effectLst>
              </a:rPr>
              <a:t>11</a:t>
            </a:r>
            <a:r>
              <a:rPr lang="en-US" altLang="en-US" sz="2400" i="0">
                <a:effectLst>
                  <a:outerShdw blurRad="38100" dist="38100" dir="2700000" algn="tl">
                    <a:srgbClr val="C0C0C0"/>
                  </a:outerShdw>
                </a:effectLst>
              </a:rPr>
              <a:t>.</a:t>
            </a:r>
          </a:p>
        </p:txBody>
      </p:sp>
      <p:sp>
        <p:nvSpPr>
          <p:cNvPr id="966668" name="Rectangle 12">
            <a:extLst>
              <a:ext uri="{FF2B5EF4-FFF2-40B4-BE49-F238E27FC236}">
                <a16:creationId xmlns:a16="http://schemas.microsoft.com/office/drawing/2014/main" id="{19437EB9-8492-FA7B-2DA6-08D832B34522}"/>
              </a:ext>
            </a:extLst>
          </p:cNvPr>
          <p:cNvSpPr>
            <a:spLocks noChangeArrowheads="1"/>
          </p:cNvSpPr>
          <p:nvPr/>
        </p:nvSpPr>
        <p:spPr bwMode="auto">
          <a:xfrm>
            <a:off x="304800" y="16764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sp>
        <p:nvSpPr>
          <p:cNvPr id="966669" name="Rectangle 13">
            <a:extLst>
              <a:ext uri="{FF2B5EF4-FFF2-40B4-BE49-F238E27FC236}">
                <a16:creationId xmlns:a16="http://schemas.microsoft.com/office/drawing/2014/main" id="{A8E081A2-184E-A385-CC2E-B8230B74B378}"/>
              </a:ext>
            </a:extLst>
          </p:cNvPr>
          <p:cNvSpPr>
            <a:spLocks noChangeArrowheads="1"/>
          </p:cNvSpPr>
          <p:nvPr/>
        </p:nvSpPr>
        <p:spPr bwMode="auto">
          <a:xfrm>
            <a:off x="304800" y="2101850"/>
            <a:ext cx="8229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We have seven pairs: (1, 1), (2, 6), (3, 4), (5, 9), (7, 8), (9, 9), and (10, 10).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itle 1">
            <a:extLst>
              <a:ext uri="{FF2B5EF4-FFF2-40B4-BE49-F238E27FC236}">
                <a16:creationId xmlns:a16="http://schemas.microsoft.com/office/drawing/2014/main" id="{4F82B7E0-30EB-845D-E0CE-BA72234A246B}"/>
              </a:ext>
            </a:extLst>
          </p:cNvPr>
          <p:cNvSpPr>
            <a:spLocks noGrp="1"/>
          </p:cNvSpPr>
          <p:nvPr>
            <p:ph type="title"/>
          </p:nvPr>
        </p:nvSpPr>
        <p:spPr/>
        <p:txBody>
          <a:bodyPr/>
          <a:lstStyle/>
          <a:p>
            <a:endParaRPr lang="en-US" altLang="en-US"/>
          </a:p>
        </p:txBody>
      </p:sp>
      <p:sp>
        <p:nvSpPr>
          <p:cNvPr id="119811" name="Content Placeholder 2">
            <a:extLst>
              <a:ext uri="{FF2B5EF4-FFF2-40B4-BE49-F238E27FC236}">
                <a16:creationId xmlns:a16="http://schemas.microsoft.com/office/drawing/2014/main" id="{F7B1D77B-CA1A-9A76-6FEE-8C2D1D62A873}"/>
              </a:ext>
            </a:extLst>
          </p:cNvPr>
          <p:cNvSpPr>
            <a:spLocks noGrp="1"/>
          </p:cNvSpPr>
          <p:nvPr>
            <p:ph idx="1"/>
          </p:nvPr>
        </p:nvSpPr>
        <p:spPr/>
        <p:txBody>
          <a:bodyPr/>
          <a:lstStyle/>
          <a:p>
            <a:endParaRPr lang="en-US" altLang="en-US"/>
          </a:p>
        </p:txBody>
      </p:sp>
      <p:pic>
        <p:nvPicPr>
          <p:cNvPr id="119812" name="Picture 2">
            <a:extLst>
              <a:ext uri="{FF2B5EF4-FFF2-40B4-BE49-F238E27FC236}">
                <a16:creationId xmlns:a16="http://schemas.microsoft.com/office/drawing/2014/main" id="{BA7DFD38-744C-3F88-7852-3371D27E9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362200"/>
            <a:ext cx="859948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Number Placeholder 1">
            <a:extLst>
              <a:ext uri="{FF2B5EF4-FFF2-40B4-BE49-F238E27FC236}">
                <a16:creationId xmlns:a16="http://schemas.microsoft.com/office/drawing/2014/main" id="{2D703310-33D6-4552-EBBF-4BCCAD99B59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7800DA52-809A-4730-B821-815009267928}" type="slidenum">
              <a:rPr lang="en-US" altLang="en-US" i="0">
                <a:latin typeface="Arial" panose="020B0604020202020204" pitchFamily="34" charset="0"/>
              </a:rPr>
              <a:pPr/>
              <a:t>51</a:t>
            </a:fld>
            <a:endParaRPr lang="en-US" altLang="en-US" i="0">
              <a:latin typeface="Arial" panose="020B0604020202020204" pitchFamily="34" charset="0"/>
            </a:endParaRPr>
          </a:p>
        </p:txBody>
      </p:sp>
      <p:sp>
        <p:nvSpPr>
          <p:cNvPr id="120835" name="Rectangle 2">
            <a:extLst>
              <a:ext uri="{FF2B5EF4-FFF2-40B4-BE49-F238E27FC236}">
                <a16:creationId xmlns:a16="http://schemas.microsoft.com/office/drawing/2014/main" id="{C33F54CB-0602-E82F-9366-2AA6565EDA1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0836" name="Rectangle 3">
            <a:extLst>
              <a:ext uri="{FF2B5EF4-FFF2-40B4-BE49-F238E27FC236}">
                <a16:creationId xmlns:a16="http://schemas.microsoft.com/office/drawing/2014/main" id="{5CB193A7-B60C-C44E-A20E-3CAF39AA904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0837" name="Rectangle 4">
            <a:extLst>
              <a:ext uri="{FF2B5EF4-FFF2-40B4-BE49-F238E27FC236}">
                <a16:creationId xmlns:a16="http://schemas.microsoft.com/office/drawing/2014/main" id="{23C0F9F5-7542-E5C0-7143-8AC26A828C7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0838" name="Rectangle 5">
            <a:extLst>
              <a:ext uri="{FF2B5EF4-FFF2-40B4-BE49-F238E27FC236}">
                <a16:creationId xmlns:a16="http://schemas.microsoft.com/office/drawing/2014/main" id="{11A84467-C6DC-5BDE-58FB-26CB6D57614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0839" name="Rectangle 6">
            <a:extLst>
              <a:ext uri="{FF2B5EF4-FFF2-40B4-BE49-F238E27FC236}">
                <a16:creationId xmlns:a16="http://schemas.microsoft.com/office/drawing/2014/main" id="{6AE63E5B-9C54-5965-AC39-0689B0D221D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0840" name="Rectangle 7">
            <a:extLst>
              <a:ext uri="{FF2B5EF4-FFF2-40B4-BE49-F238E27FC236}">
                <a16:creationId xmlns:a16="http://schemas.microsoft.com/office/drawing/2014/main" id="{BAB34398-8CCE-0B4A-A3B0-0AB287C27C4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0841" name="Rectangle 8">
            <a:extLst>
              <a:ext uri="{FF2B5EF4-FFF2-40B4-BE49-F238E27FC236}">
                <a16:creationId xmlns:a16="http://schemas.microsoft.com/office/drawing/2014/main" id="{8B1ED1CF-028D-C27C-96A6-D3E4CBA1CE0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0842" name="Text Box 9">
            <a:extLst>
              <a:ext uri="{FF2B5EF4-FFF2-40B4-BE49-F238E27FC236}">
                <a16:creationId xmlns:a16="http://schemas.microsoft.com/office/drawing/2014/main" id="{0AC30CFD-F741-DF8E-D29E-904CD31AE7A4}"/>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sp>
        <p:nvSpPr>
          <p:cNvPr id="120843" name="Line 15">
            <a:extLst>
              <a:ext uri="{FF2B5EF4-FFF2-40B4-BE49-F238E27FC236}">
                <a16:creationId xmlns:a16="http://schemas.microsoft.com/office/drawing/2014/main" id="{D3600DDF-D4F7-E742-8B81-E47EE8BFFD19}"/>
              </a:ext>
            </a:extLst>
          </p:cNvPr>
          <p:cNvSpPr>
            <a:spLocks noChangeShapeType="1"/>
          </p:cNvSpPr>
          <p:nvPr/>
        </p:nvSpPr>
        <p:spPr bwMode="auto">
          <a:xfrm>
            <a:off x="609600" y="2362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0844" name="Line 16">
            <a:extLst>
              <a:ext uri="{FF2B5EF4-FFF2-40B4-BE49-F238E27FC236}">
                <a16:creationId xmlns:a16="http://schemas.microsoft.com/office/drawing/2014/main" id="{0E31B096-1738-E367-2D31-AAD7D3C35E4E}"/>
              </a:ext>
            </a:extLst>
          </p:cNvPr>
          <p:cNvSpPr>
            <a:spLocks noChangeShapeType="1"/>
          </p:cNvSpPr>
          <p:nvPr/>
        </p:nvSpPr>
        <p:spPr bwMode="auto">
          <a:xfrm>
            <a:off x="609600" y="5562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0845" name="Rectangle 17">
            <a:extLst>
              <a:ext uri="{FF2B5EF4-FFF2-40B4-BE49-F238E27FC236}">
                <a16:creationId xmlns:a16="http://schemas.microsoft.com/office/drawing/2014/main" id="{08E78A4D-8DD5-FEBA-5F0D-22C10882ABD9}"/>
              </a:ext>
            </a:extLst>
          </p:cNvPr>
          <p:cNvSpPr>
            <a:spLocks noChangeArrowheads="1"/>
          </p:cNvSpPr>
          <p:nvPr/>
        </p:nvSpPr>
        <p:spPr bwMode="auto">
          <a:xfrm>
            <a:off x="647700" y="2424113"/>
            <a:ext cx="8077200" cy="30162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a:latin typeface="Arial" panose="020B0604020202020204" pitchFamily="34" charset="0"/>
              </a:rPr>
              <a:t>The extended Euclidean algorithm finds the multiplicative inverses of b in Z</a:t>
            </a:r>
            <a:r>
              <a:rPr lang="en-US" altLang="en-US" sz="3200" baseline="-18000">
                <a:latin typeface="Arial" panose="020B0604020202020204" pitchFamily="34" charset="0"/>
              </a:rPr>
              <a:t>n</a:t>
            </a:r>
            <a:r>
              <a:rPr lang="en-US" altLang="en-US" sz="3200">
                <a:latin typeface="Arial" panose="020B0604020202020204" pitchFamily="34" charset="0"/>
              </a:rPr>
              <a:t> when n and b are given and </a:t>
            </a:r>
          </a:p>
          <a:p>
            <a:pPr algn="ctr"/>
            <a:r>
              <a:rPr lang="en-US" altLang="en-US" sz="3200">
                <a:latin typeface="Arial" panose="020B0604020202020204" pitchFamily="34" charset="0"/>
              </a:rPr>
              <a:t>gcd (n, b) = 1.</a:t>
            </a:r>
          </a:p>
          <a:p>
            <a:pPr algn="ctr"/>
            <a:r>
              <a:rPr lang="en-US" altLang="en-US" sz="3200">
                <a:latin typeface="Arial" panose="020B0604020202020204" pitchFamily="34" charset="0"/>
              </a:rPr>
              <a:t>The multiplicative inverse of b is the value of t after being mapped to Z</a:t>
            </a:r>
            <a:r>
              <a:rPr lang="en-US" altLang="en-US" sz="3200" baseline="-18000">
                <a:latin typeface="Arial" panose="020B0604020202020204" pitchFamily="34" charset="0"/>
              </a:rPr>
              <a:t>n</a:t>
            </a:r>
            <a:r>
              <a:rPr lang="en-US" altLang="en-US" sz="3200">
                <a:latin typeface="Arial" panose="020B0604020202020204" pitchFamily="34" charset="0"/>
              </a:rPr>
              <a:t>.</a:t>
            </a:r>
          </a:p>
        </p:txBody>
      </p:sp>
      <p:grpSp>
        <p:nvGrpSpPr>
          <p:cNvPr id="120846" name="Group 18">
            <a:extLst>
              <a:ext uri="{FF2B5EF4-FFF2-40B4-BE49-F238E27FC236}">
                <a16:creationId xmlns:a16="http://schemas.microsoft.com/office/drawing/2014/main" id="{36F49877-7344-FB18-BD4B-B043BDC51C06}"/>
              </a:ext>
            </a:extLst>
          </p:cNvPr>
          <p:cNvGrpSpPr>
            <a:grpSpLocks/>
          </p:cNvGrpSpPr>
          <p:nvPr/>
        </p:nvGrpSpPr>
        <p:grpSpPr bwMode="auto">
          <a:xfrm>
            <a:off x="655638" y="1752600"/>
            <a:ext cx="1143000" cy="566738"/>
            <a:chOff x="1200" y="1248"/>
            <a:chExt cx="720" cy="357"/>
          </a:xfrm>
        </p:grpSpPr>
        <p:pic>
          <p:nvPicPr>
            <p:cNvPr id="120847" name="Picture 19">
              <a:extLst>
                <a:ext uri="{FF2B5EF4-FFF2-40B4-BE49-F238E27FC236}">
                  <a16:creationId xmlns:a16="http://schemas.microsoft.com/office/drawing/2014/main" id="{0842861A-E4EA-D73C-B08B-46BC558A5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0848" name="Text Box 20">
              <a:extLst>
                <a:ext uri="{FF2B5EF4-FFF2-40B4-BE49-F238E27FC236}">
                  <a16:creationId xmlns:a16="http://schemas.microsoft.com/office/drawing/2014/main" id="{EB93B289-8E5D-14B7-9F3A-8D13EC64FA4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Number Placeholder 1">
            <a:extLst>
              <a:ext uri="{FF2B5EF4-FFF2-40B4-BE49-F238E27FC236}">
                <a16:creationId xmlns:a16="http://schemas.microsoft.com/office/drawing/2014/main" id="{115021AC-4A5F-8860-F3EA-BD546762707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8D8255EC-0478-403F-AF29-F41A43B0B9E6}" type="slidenum">
              <a:rPr lang="en-US" altLang="en-US" i="0">
                <a:latin typeface="Arial" panose="020B0604020202020204" pitchFamily="34" charset="0"/>
              </a:rPr>
              <a:pPr/>
              <a:t>52</a:t>
            </a:fld>
            <a:endParaRPr lang="en-US" altLang="en-US" i="0">
              <a:latin typeface="Arial" panose="020B0604020202020204" pitchFamily="34" charset="0"/>
            </a:endParaRPr>
          </a:p>
        </p:txBody>
      </p:sp>
      <p:sp>
        <p:nvSpPr>
          <p:cNvPr id="122883" name="Rectangle 3">
            <a:extLst>
              <a:ext uri="{FF2B5EF4-FFF2-40B4-BE49-F238E27FC236}">
                <a16:creationId xmlns:a16="http://schemas.microsoft.com/office/drawing/2014/main" id="{7010E8B8-95DD-CAA3-F295-409072E97CC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2884" name="Rectangle 4">
            <a:extLst>
              <a:ext uri="{FF2B5EF4-FFF2-40B4-BE49-F238E27FC236}">
                <a16:creationId xmlns:a16="http://schemas.microsoft.com/office/drawing/2014/main" id="{C709D55E-4946-6B0F-FADA-0D66CBBCEE3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2885" name="Rectangle 5">
            <a:extLst>
              <a:ext uri="{FF2B5EF4-FFF2-40B4-BE49-F238E27FC236}">
                <a16:creationId xmlns:a16="http://schemas.microsoft.com/office/drawing/2014/main" id="{7D0DAFB2-2AAA-757A-D6AA-80A99DB5C79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2886" name="Rectangle 6">
            <a:extLst>
              <a:ext uri="{FF2B5EF4-FFF2-40B4-BE49-F238E27FC236}">
                <a16:creationId xmlns:a16="http://schemas.microsoft.com/office/drawing/2014/main" id="{8237BB5E-6C0A-0988-5E40-2C592CB7E1E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2887" name="Rectangle 7">
            <a:extLst>
              <a:ext uri="{FF2B5EF4-FFF2-40B4-BE49-F238E27FC236}">
                <a16:creationId xmlns:a16="http://schemas.microsoft.com/office/drawing/2014/main" id="{39716D93-3A63-9A47-48CE-4384712959C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2888" name="Rectangle 8">
            <a:extLst>
              <a:ext uri="{FF2B5EF4-FFF2-40B4-BE49-F238E27FC236}">
                <a16:creationId xmlns:a16="http://schemas.microsoft.com/office/drawing/2014/main" id="{790502E3-46DA-D976-B065-091FDC26E38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2889" name="Rectangle 9">
            <a:extLst>
              <a:ext uri="{FF2B5EF4-FFF2-40B4-BE49-F238E27FC236}">
                <a16:creationId xmlns:a16="http://schemas.microsoft.com/office/drawing/2014/main" id="{7D6B68AD-A593-18B7-5043-7DE1534B1C4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2890" name="Text Box 10">
            <a:extLst>
              <a:ext uri="{FF2B5EF4-FFF2-40B4-BE49-F238E27FC236}">
                <a16:creationId xmlns:a16="http://schemas.microsoft.com/office/drawing/2014/main" id="{BA54AF1C-A00D-EA47-33E1-4F252C5ECF67}"/>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pic>
        <p:nvPicPr>
          <p:cNvPr id="122891" name="Picture 15">
            <a:extLst>
              <a:ext uri="{FF2B5EF4-FFF2-40B4-BE49-F238E27FC236}">
                <a16:creationId xmlns:a16="http://schemas.microsoft.com/office/drawing/2014/main" id="{20572F05-1B03-2F71-67BE-D3375E590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38" y="1922463"/>
            <a:ext cx="7523162" cy="379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892" name="Text Box 16">
            <a:extLst>
              <a:ext uri="{FF2B5EF4-FFF2-40B4-BE49-F238E27FC236}">
                <a16:creationId xmlns:a16="http://schemas.microsoft.com/office/drawing/2014/main" id="{9B1AFDB2-804B-A246-DD45-99D77BBD245A}"/>
              </a:ext>
            </a:extLst>
          </p:cNvPr>
          <p:cNvSpPr txBox="1">
            <a:spLocks noChangeArrowheads="1"/>
          </p:cNvSpPr>
          <p:nvPr/>
        </p:nvSpPr>
        <p:spPr bwMode="auto">
          <a:xfrm>
            <a:off x="990600" y="533400"/>
            <a:ext cx="59721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2.15  </a:t>
            </a:r>
            <a:r>
              <a:rPr lang="en-US" altLang="en-US" sz="2000"/>
              <a:t>Using extended Euclidean algorithm to </a:t>
            </a:r>
            <a:br>
              <a:rPr lang="en-US" altLang="en-US" sz="2000"/>
            </a:br>
            <a:r>
              <a:rPr lang="en-US" altLang="en-US" sz="2000"/>
              <a:t>                          find multiplicative inverse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Number Placeholder 1">
            <a:extLst>
              <a:ext uri="{FF2B5EF4-FFF2-40B4-BE49-F238E27FC236}">
                <a16:creationId xmlns:a16="http://schemas.microsoft.com/office/drawing/2014/main" id="{7413486A-BDE4-D199-2065-EDED0FDB542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000000"/>
                </a:solidFill>
                <a:latin typeface="Arial" panose="020B0604020202020204" pitchFamily="34" charset="0"/>
              </a:rPr>
              <a:t>2.</a:t>
            </a:r>
            <a:fld id="{EC264A0B-1E7C-4944-AF83-48FA148573DE}" type="slidenum">
              <a:rPr lang="en-US" altLang="en-US" i="0">
                <a:solidFill>
                  <a:srgbClr val="000000"/>
                </a:solidFill>
                <a:latin typeface="Arial" panose="020B0604020202020204" pitchFamily="34" charset="0"/>
              </a:rPr>
              <a:pPr/>
              <a:t>53</a:t>
            </a:fld>
            <a:endParaRPr lang="en-US" altLang="en-US" i="0">
              <a:solidFill>
                <a:srgbClr val="000000"/>
              </a:solidFill>
              <a:latin typeface="Arial" panose="020B0604020202020204" pitchFamily="34" charset="0"/>
            </a:endParaRPr>
          </a:p>
        </p:txBody>
      </p:sp>
      <p:sp>
        <p:nvSpPr>
          <p:cNvPr id="124931" name="Text Box 2">
            <a:extLst>
              <a:ext uri="{FF2B5EF4-FFF2-40B4-BE49-F238E27FC236}">
                <a16:creationId xmlns:a16="http://schemas.microsoft.com/office/drawing/2014/main" id="{53B4F322-18AC-8EB3-F031-89196B80D717}"/>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2.25</a:t>
            </a:r>
            <a:endParaRPr lang="en-US" altLang="en-US" sz="2000">
              <a:solidFill>
                <a:srgbClr val="FFFFFF"/>
              </a:solidFill>
            </a:endParaRPr>
          </a:p>
        </p:txBody>
      </p:sp>
      <p:sp>
        <p:nvSpPr>
          <p:cNvPr id="124932" name="Rectangle 3">
            <a:extLst>
              <a:ext uri="{FF2B5EF4-FFF2-40B4-BE49-F238E27FC236}">
                <a16:creationId xmlns:a16="http://schemas.microsoft.com/office/drawing/2014/main" id="{765BBDDE-6BD4-5BF6-B258-EDB5A6E4308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24933" name="Rectangle 4">
            <a:extLst>
              <a:ext uri="{FF2B5EF4-FFF2-40B4-BE49-F238E27FC236}">
                <a16:creationId xmlns:a16="http://schemas.microsoft.com/office/drawing/2014/main" id="{EB12A907-C61E-E20A-8717-A0C2BA95D12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24934" name="Rectangle 5">
            <a:extLst>
              <a:ext uri="{FF2B5EF4-FFF2-40B4-BE49-F238E27FC236}">
                <a16:creationId xmlns:a16="http://schemas.microsoft.com/office/drawing/2014/main" id="{531CC1E4-7C5A-5651-F3A6-B66F69318E3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24935" name="Rectangle 6">
            <a:extLst>
              <a:ext uri="{FF2B5EF4-FFF2-40B4-BE49-F238E27FC236}">
                <a16:creationId xmlns:a16="http://schemas.microsoft.com/office/drawing/2014/main" id="{50BF7EFC-90AF-881C-3611-B787D240030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24936" name="Rectangle 7">
            <a:extLst>
              <a:ext uri="{FF2B5EF4-FFF2-40B4-BE49-F238E27FC236}">
                <a16:creationId xmlns:a16="http://schemas.microsoft.com/office/drawing/2014/main" id="{AF861E02-681B-9579-1166-7AACF24FA67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24937" name="Rectangle 8">
            <a:extLst>
              <a:ext uri="{FF2B5EF4-FFF2-40B4-BE49-F238E27FC236}">
                <a16:creationId xmlns:a16="http://schemas.microsoft.com/office/drawing/2014/main" id="{628F4C87-F4BB-86AB-A24E-DB6FECB5678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24938" name="Rectangle 9">
            <a:extLst>
              <a:ext uri="{FF2B5EF4-FFF2-40B4-BE49-F238E27FC236}">
                <a16:creationId xmlns:a16="http://schemas.microsoft.com/office/drawing/2014/main" id="{10159FF8-92A0-D392-95DB-F64F5A923C5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24939" name="Text Box 10">
            <a:extLst>
              <a:ext uri="{FF2B5EF4-FFF2-40B4-BE49-F238E27FC236}">
                <a16:creationId xmlns:a16="http://schemas.microsoft.com/office/drawing/2014/main" id="{3A03F823-ED29-7545-4781-7E1E1C5932B9}"/>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2.2.5   Continued</a:t>
            </a:r>
          </a:p>
        </p:txBody>
      </p:sp>
      <p:sp>
        <p:nvSpPr>
          <p:cNvPr id="976907" name="Rectangle 11">
            <a:extLst>
              <a:ext uri="{FF2B5EF4-FFF2-40B4-BE49-F238E27FC236}">
                <a16:creationId xmlns:a16="http://schemas.microsoft.com/office/drawing/2014/main" id="{72E5FBAF-A62E-2EB2-F1B6-181E4BDE1C32}"/>
              </a:ext>
            </a:extLst>
          </p:cNvPr>
          <p:cNvSpPr>
            <a:spLocks noChangeArrowheads="1"/>
          </p:cNvSpPr>
          <p:nvPr/>
        </p:nvSpPr>
        <p:spPr bwMode="auto">
          <a:xfrm>
            <a:off x="304800" y="1066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rgbClr val="000000"/>
                </a:solidFill>
                <a:effectLst>
                  <a:outerShdw blurRad="38100" dist="38100" dir="2700000" algn="tl">
                    <a:srgbClr val="C0C0C0"/>
                  </a:outerShdw>
                </a:effectLst>
              </a:rPr>
              <a:t>Find the multiplicative inverse of 11 in Z</a:t>
            </a:r>
            <a:r>
              <a:rPr lang="en-US" altLang="en-US" sz="2400" i="0" baseline="-20000">
                <a:solidFill>
                  <a:srgbClr val="000000"/>
                </a:solidFill>
                <a:effectLst>
                  <a:outerShdw blurRad="38100" dist="38100" dir="2700000" algn="tl">
                    <a:srgbClr val="C0C0C0"/>
                  </a:outerShdw>
                </a:effectLst>
              </a:rPr>
              <a:t>26</a:t>
            </a:r>
            <a:r>
              <a:rPr lang="en-US" altLang="en-US" sz="2400" i="0">
                <a:solidFill>
                  <a:srgbClr val="000000"/>
                </a:solidFill>
                <a:effectLst>
                  <a:outerShdw blurRad="38100" dist="38100" dir="2700000" algn="tl">
                    <a:srgbClr val="C0C0C0"/>
                  </a:outerShdw>
                </a:effectLst>
              </a:rPr>
              <a:t>.</a:t>
            </a:r>
          </a:p>
        </p:txBody>
      </p:sp>
      <p:sp>
        <p:nvSpPr>
          <p:cNvPr id="976908" name="Rectangle 12">
            <a:extLst>
              <a:ext uri="{FF2B5EF4-FFF2-40B4-BE49-F238E27FC236}">
                <a16:creationId xmlns:a16="http://schemas.microsoft.com/office/drawing/2014/main" id="{D17D2F29-A280-B345-408E-066572223AD2}"/>
              </a:ext>
            </a:extLst>
          </p:cNvPr>
          <p:cNvSpPr>
            <a:spLocks noChangeArrowheads="1"/>
          </p:cNvSpPr>
          <p:nvPr/>
        </p:nvSpPr>
        <p:spPr bwMode="auto">
          <a:xfrm>
            <a:off x="3048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rgbClr val="FF0000"/>
                </a:solidFill>
                <a:effectLst>
                  <a:outerShdw blurRad="38100" dist="38100" dir="2700000" algn="tl">
                    <a:srgbClr val="C0C0C0"/>
                  </a:outerShdw>
                </a:effectLst>
              </a:rPr>
              <a:t>Solution</a:t>
            </a:r>
          </a:p>
        </p:txBody>
      </p:sp>
      <p:pic>
        <p:nvPicPr>
          <p:cNvPr id="124942" name="Picture 15">
            <a:extLst>
              <a:ext uri="{FF2B5EF4-FFF2-40B4-BE49-F238E27FC236}">
                <a16:creationId xmlns:a16="http://schemas.microsoft.com/office/drawing/2014/main" id="{9EDA9CD5-ADF0-7998-56D6-1ABC2669C1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8757"/>
          <a:stretch>
            <a:fillRect/>
          </a:stretch>
        </p:blipFill>
        <p:spPr bwMode="auto">
          <a:xfrm>
            <a:off x="762000" y="2057400"/>
            <a:ext cx="7467600"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Number Placeholder 1">
            <a:extLst>
              <a:ext uri="{FF2B5EF4-FFF2-40B4-BE49-F238E27FC236}">
                <a16:creationId xmlns:a16="http://schemas.microsoft.com/office/drawing/2014/main" id="{8A72C5AB-1CCE-7027-EC97-7F6A038882F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653BDE41-57A5-4453-94DC-E10613638102}" type="slidenum">
              <a:rPr lang="en-US" altLang="en-US" i="0">
                <a:latin typeface="Arial" panose="020B0604020202020204" pitchFamily="34" charset="0"/>
              </a:rPr>
              <a:pPr/>
              <a:t>54</a:t>
            </a:fld>
            <a:endParaRPr lang="en-US" altLang="en-US" i="0">
              <a:latin typeface="Arial" panose="020B0604020202020204" pitchFamily="34" charset="0"/>
            </a:endParaRPr>
          </a:p>
        </p:txBody>
      </p:sp>
      <p:sp>
        <p:nvSpPr>
          <p:cNvPr id="126979" name="Text Box 2">
            <a:extLst>
              <a:ext uri="{FF2B5EF4-FFF2-40B4-BE49-F238E27FC236}">
                <a16:creationId xmlns:a16="http://schemas.microsoft.com/office/drawing/2014/main" id="{1B23E29F-7F08-73D7-9FA1-C18FC3D0A86F}"/>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2.25</a:t>
            </a:r>
            <a:endParaRPr lang="en-US" altLang="en-US" sz="2000">
              <a:solidFill>
                <a:schemeClr val="bg1"/>
              </a:solidFill>
            </a:endParaRPr>
          </a:p>
        </p:txBody>
      </p:sp>
      <p:sp>
        <p:nvSpPr>
          <p:cNvPr id="126980" name="Rectangle 3">
            <a:extLst>
              <a:ext uri="{FF2B5EF4-FFF2-40B4-BE49-F238E27FC236}">
                <a16:creationId xmlns:a16="http://schemas.microsoft.com/office/drawing/2014/main" id="{FE399815-2BB1-9584-D96E-A37CCF234CA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6981" name="Rectangle 4">
            <a:extLst>
              <a:ext uri="{FF2B5EF4-FFF2-40B4-BE49-F238E27FC236}">
                <a16:creationId xmlns:a16="http://schemas.microsoft.com/office/drawing/2014/main" id="{CC75EFB8-35D1-04F3-C849-01FA4AB410B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6982" name="Rectangle 5">
            <a:extLst>
              <a:ext uri="{FF2B5EF4-FFF2-40B4-BE49-F238E27FC236}">
                <a16:creationId xmlns:a16="http://schemas.microsoft.com/office/drawing/2014/main" id="{A38DB36D-265D-FFB7-CA8B-D094296E005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6983" name="Rectangle 6">
            <a:extLst>
              <a:ext uri="{FF2B5EF4-FFF2-40B4-BE49-F238E27FC236}">
                <a16:creationId xmlns:a16="http://schemas.microsoft.com/office/drawing/2014/main" id="{19F4FCBA-1512-CD98-4A0E-A52ADFF4718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6984" name="Rectangle 7">
            <a:extLst>
              <a:ext uri="{FF2B5EF4-FFF2-40B4-BE49-F238E27FC236}">
                <a16:creationId xmlns:a16="http://schemas.microsoft.com/office/drawing/2014/main" id="{116D72B1-14EA-F14E-07C0-FD6033002B6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6985" name="Rectangle 8">
            <a:extLst>
              <a:ext uri="{FF2B5EF4-FFF2-40B4-BE49-F238E27FC236}">
                <a16:creationId xmlns:a16="http://schemas.microsoft.com/office/drawing/2014/main" id="{171D1712-909C-6188-1BCC-F3C14A585DA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6986" name="Rectangle 9">
            <a:extLst>
              <a:ext uri="{FF2B5EF4-FFF2-40B4-BE49-F238E27FC236}">
                <a16:creationId xmlns:a16="http://schemas.microsoft.com/office/drawing/2014/main" id="{7DE8EFF0-5F6F-DC5D-5E81-D8607AB0263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6987" name="Text Box 10">
            <a:extLst>
              <a:ext uri="{FF2B5EF4-FFF2-40B4-BE49-F238E27FC236}">
                <a16:creationId xmlns:a16="http://schemas.microsoft.com/office/drawing/2014/main" id="{16D887C5-6560-C335-6408-51038A85C5E7}"/>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sp>
        <p:nvSpPr>
          <p:cNvPr id="976907" name="Rectangle 11">
            <a:extLst>
              <a:ext uri="{FF2B5EF4-FFF2-40B4-BE49-F238E27FC236}">
                <a16:creationId xmlns:a16="http://schemas.microsoft.com/office/drawing/2014/main" id="{02785CFC-2653-0B99-AF8A-E167CB528759}"/>
              </a:ext>
            </a:extLst>
          </p:cNvPr>
          <p:cNvSpPr>
            <a:spLocks noChangeArrowheads="1"/>
          </p:cNvSpPr>
          <p:nvPr/>
        </p:nvSpPr>
        <p:spPr bwMode="auto">
          <a:xfrm>
            <a:off x="304800" y="1066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the multiplicative inverse of 11 in Z</a:t>
            </a:r>
            <a:r>
              <a:rPr lang="en-US" altLang="en-US" sz="2400" i="0" baseline="-20000">
                <a:effectLst>
                  <a:outerShdw blurRad="38100" dist="38100" dir="2700000" algn="tl">
                    <a:srgbClr val="C0C0C0"/>
                  </a:outerShdw>
                </a:effectLst>
              </a:rPr>
              <a:t>26</a:t>
            </a:r>
            <a:r>
              <a:rPr lang="en-US" altLang="en-US" sz="2400" i="0">
                <a:effectLst>
                  <a:outerShdw blurRad="38100" dist="38100" dir="2700000" algn="tl">
                    <a:srgbClr val="C0C0C0"/>
                  </a:outerShdw>
                </a:effectLst>
              </a:rPr>
              <a:t>.</a:t>
            </a:r>
          </a:p>
        </p:txBody>
      </p:sp>
      <p:sp>
        <p:nvSpPr>
          <p:cNvPr id="976908" name="Rectangle 12">
            <a:extLst>
              <a:ext uri="{FF2B5EF4-FFF2-40B4-BE49-F238E27FC236}">
                <a16:creationId xmlns:a16="http://schemas.microsoft.com/office/drawing/2014/main" id="{062F8750-46F6-FD08-3E68-63F6645155CF}"/>
              </a:ext>
            </a:extLst>
          </p:cNvPr>
          <p:cNvSpPr>
            <a:spLocks noChangeArrowheads="1"/>
          </p:cNvSpPr>
          <p:nvPr/>
        </p:nvSpPr>
        <p:spPr bwMode="auto">
          <a:xfrm>
            <a:off x="3048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pic>
        <p:nvPicPr>
          <p:cNvPr id="126990" name="Picture 15">
            <a:extLst>
              <a:ext uri="{FF2B5EF4-FFF2-40B4-BE49-F238E27FC236}">
                <a16:creationId xmlns:a16="http://schemas.microsoft.com/office/drawing/2014/main" id="{23050B56-E8A3-3562-8C58-4E6CD40497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057400"/>
            <a:ext cx="7467600" cy="3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76912" name="Rectangle 16">
            <a:extLst>
              <a:ext uri="{FF2B5EF4-FFF2-40B4-BE49-F238E27FC236}">
                <a16:creationId xmlns:a16="http://schemas.microsoft.com/office/drawing/2014/main" id="{A45BA52F-EFE3-A28E-EA84-93FEDBC41583}"/>
              </a:ext>
            </a:extLst>
          </p:cNvPr>
          <p:cNvSpPr>
            <a:spLocks noChangeArrowheads="1"/>
          </p:cNvSpPr>
          <p:nvPr/>
        </p:nvSpPr>
        <p:spPr bwMode="auto">
          <a:xfrm>
            <a:off x="457200" y="57150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The gcd (26, 11) is 1; the inverse of 11 is </a:t>
            </a:r>
            <a:r>
              <a:rPr lang="en-US" altLang="en-US" sz="2400" i="0">
                <a:effectLst>
                  <a:outerShdw blurRad="38100" dist="38100" dir="2700000" algn="tl">
                    <a:srgbClr val="C0C0C0"/>
                  </a:outerShdw>
                </a:effectLst>
                <a:latin typeface="Symbol" panose="05050102010706020507" pitchFamily="18" charset="2"/>
              </a:rPr>
              <a:t>-</a:t>
            </a:r>
            <a:r>
              <a:rPr lang="en-US" altLang="en-US" sz="2400" i="0">
                <a:effectLst>
                  <a:outerShdw blurRad="38100" dist="38100" dir="2700000" algn="tl">
                    <a:srgbClr val="C0C0C0"/>
                  </a:outerShdw>
                </a:effectLst>
              </a:rPr>
              <a:t>7 or 19.</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Number Placeholder 1">
            <a:extLst>
              <a:ext uri="{FF2B5EF4-FFF2-40B4-BE49-F238E27FC236}">
                <a16:creationId xmlns:a16="http://schemas.microsoft.com/office/drawing/2014/main" id="{4D3D576B-D521-C79C-C2A9-9C79B4D4DF8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954FB4E7-314D-4E7D-AA07-C315D45E93A4}" type="slidenum">
              <a:rPr lang="en-US" altLang="en-US" i="0">
                <a:latin typeface="Arial" panose="020B0604020202020204" pitchFamily="34" charset="0"/>
              </a:rPr>
              <a:pPr/>
              <a:t>55</a:t>
            </a:fld>
            <a:endParaRPr lang="en-US" altLang="en-US" i="0">
              <a:latin typeface="Arial" panose="020B0604020202020204" pitchFamily="34" charset="0"/>
            </a:endParaRPr>
          </a:p>
        </p:txBody>
      </p:sp>
      <p:sp>
        <p:nvSpPr>
          <p:cNvPr id="129027" name="Text Box 2">
            <a:extLst>
              <a:ext uri="{FF2B5EF4-FFF2-40B4-BE49-F238E27FC236}">
                <a16:creationId xmlns:a16="http://schemas.microsoft.com/office/drawing/2014/main" id="{1449BA11-67E9-5431-F364-EC18CD6CB762}"/>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2.26</a:t>
            </a:r>
            <a:endParaRPr lang="en-US" altLang="en-US" sz="2000">
              <a:solidFill>
                <a:schemeClr val="bg1"/>
              </a:solidFill>
            </a:endParaRPr>
          </a:p>
        </p:txBody>
      </p:sp>
      <p:sp>
        <p:nvSpPr>
          <p:cNvPr id="129028" name="Rectangle 3">
            <a:extLst>
              <a:ext uri="{FF2B5EF4-FFF2-40B4-BE49-F238E27FC236}">
                <a16:creationId xmlns:a16="http://schemas.microsoft.com/office/drawing/2014/main" id="{C447FB68-E820-6041-6FDA-ED83529AD3E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9029" name="Rectangle 4">
            <a:extLst>
              <a:ext uri="{FF2B5EF4-FFF2-40B4-BE49-F238E27FC236}">
                <a16:creationId xmlns:a16="http://schemas.microsoft.com/office/drawing/2014/main" id="{CEA5D25B-1F1E-196B-8CAA-4DA3A465B0F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9030" name="Rectangle 5">
            <a:extLst>
              <a:ext uri="{FF2B5EF4-FFF2-40B4-BE49-F238E27FC236}">
                <a16:creationId xmlns:a16="http://schemas.microsoft.com/office/drawing/2014/main" id="{92078F43-58BA-BA05-4C0C-3F11E8E7434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9031" name="Rectangle 6">
            <a:extLst>
              <a:ext uri="{FF2B5EF4-FFF2-40B4-BE49-F238E27FC236}">
                <a16:creationId xmlns:a16="http://schemas.microsoft.com/office/drawing/2014/main" id="{48099B55-DD4B-0C85-CE23-507CDEA7814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9032" name="Rectangle 7">
            <a:extLst>
              <a:ext uri="{FF2B5EF4-FFF2-40B4-BE49-F238E27FC236}">
                <a16:creationId xmlns:a16="http://schemas.microsoft.com/office/drawing/2014/main" id="{F8E72007-6B7A-5AEC-8014-2CB463BC16C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9033" name="Rectangle 8">
            <a:extLst>
              <a:ext uri="{FF2B5EF4-FFF2-40B4-BE49-F238E27FC236}">
                <a16:creationId xmlns:a16="http://schemas.microsoft.com/office/drawing/2014/main" id="{F4485BC0-1B3B-D2B3-D7AD-4E42583664F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9034" name="Rectangle 9">
            <a:extLst>
              <a:ext uri="{FF2B5EF4-FFF2-40B4-BE49-F238E27FC236}">
                <a16:creationId xmlns:a16="http://schemas.microsoft.com/office/drawing/2014/main" id="{D3F04EF5-B478-372B-B8B5-270B9F8FFDD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29035" name="Text Box 10">
            <a:extLst>
              <a:ext uri="{FF2B5EF4-FFF2-40B4-BE49-F238E27FC236}">
                <a16:creationId xmlns:a16="http://schemas.microsoft.com/office/drawing/2014/main" id="{88FC67EE-03B3-FB4E-5FFF-5998974F3408}"/>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sp>
        <p:nvSpPr>
          <p:cNvPr id="978955" name="Rectangle 11">
            <a:extLst>
              <a:ext uri="{FF2B5EF4-FFF2-40B4-BE49-F238E27FC236}">
                <a16:creationId xmlns:a16="http://schemas.microsoft.com/office/drawing/2014/main" id="{F4FF9EA0-324F-2130-71D3-40A7914042ED}"/>
              </a:ext>
            </a:extLst>
          </p:cNvPr>
          <p:cNvSpPr>
            <a:spLocks noChangeArrowheads="1"/>
          </p:cNvSpPr>
          <p:nvPr/>
        </p:nvSpPr>
        <p:spPr bwMode="auto">
          <a:xfrm>
            <a:off x="304800" y="1066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the multiplicative inverse of 23 in Z</a:t>
            </a:r>
            <a:r>
              <a:rPr lang="en-US" altLang="en-US" sz="2400" i="0" baseline="-18000">
                <a:effectLst>
                  <a:outerShdw blurRad="38100" dist="38100" dir="2700000" algn="tl">
                    <a:srgbClr val="C0C0C0"/>
                  </a:outerShdw>
                </a:effectLst>
              </a:rPr>
              <a:t>100</a:t>
            </a:r>
            <a:r>
              <a:rPr lang="en-US" altLang="en-US" sz="2400" i="0">
                <a:effectLst>
                  <a:outerShdw blurRad="38100" dist="38100" dir="2700000" algn="tl">
                    <a:srgbClr val="C0C0C0"/>
                  </a:outerShdw>
                </a:effectLst>
              </a:rPr>
              <a:t>.</a:t>
            </a:r>
          </a:p>
        </p:txBody>
      </p:sp>
      <p:sp>
        <p:nvSpPr>
          <p:cNvPr id="978956" name="Rectangle 12">
            <a:extLst>
              <a:ext uri="{FF2B5EF4-FFF2-40B4-BE49-F238E27FC236}">
                <a16:creationId xmlns:a16="http://schemas.microsoft.com/office/drawing/2014/main" id="{61F7C060-A6DB-2C65-24C8-829C97FB631C}"/>
              </a:ext>
            </a:extLst>
          </p:cNvPr>
          <p:cNvSpPr>
            <a:spLocks noChangeArrowheads="1"/>
          </p:cNvSpPr>
          <p:nvPr/>
        </p:nvSpPr>
        <p:spPr bwMode="auto">
          <a:xfrm>
            <a:off x="3048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sp>
        <p:nvSpPr>
          <p:cNvPr id="978958" name="Rectangle 14">
            <a:extLst>
              <a:ext uri="{FF2B5EF4-FFF2-40B4-BE49-F238E27FC236}">
                <a16:creationId xmlns:a16="http://schemas.microsoft.com/office/drawing/2014/main" id="{47F0DD35-12AB-25EA-28F4-EEDD6099799C}"/>
              </a:ext>
            </a:extLst>
          </p:cNvPr>
          <p:cNvSpPr>
            <a:spLocks noChangeArrowheads="1"/>
          </p:cNvSpPr>
          <p:nvPr/>
        </p:nvSpPr>
        <p:spPr bwMode="auto">
          <a:xfrm>
            <a:off x="457200" y="57150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The gcd (100, 23) is 1; the inverse of 23 is </a:t>
            </a:r>
            <a:r>
              <a:rPr lang="en-US" altLang="en-US" sz="2400" i="0">
                <a:effectLst>
                  <a:outerShdw blurRad="38100" dist="38100" dir="2700000" algn="tl">
                    <a:srgbClr val="C0C0C0"/>
                  </a:outerShdw>
                </a:effectLst>
                <a:latin typeface="Symbol" panose="05050102010706020507" pitchFamily="18" charset="2"/>
              </a:rPr>
              <a:t>-</a:t>
            </a:r>
            <a:r>
              <a:rPr lang="en-US" altLang="en-US" sz="2400" i="0">
                <a:effectLst>
                  <a:outerShdw blurRad="38100" dist="38100" dir="2700000" algn="tl">
                    <a:srgbClr val="C0C0C0"/>
                  </a:outerShdw>
                </a:effectLst>
              </a:rPr>
              <a:t>13 or 87.</a:t>
            </a:r>
          </a:p>
        </p:txBody>
      </p:sp>
      <p:pic>
        <p:nvPicPr>
          <p:cNvPr id="129039" name="Picture 15">
            <a:extLst>
              <a:ext uri="{FF2B5EF4-FFF2-40B4-BE49-F238E27FC236}">
                <a16:creationId xmlns:a16="http://schemas.microsoft.com/office/drawing/2014/main" id="{B06AB39A-BEC9-9721-089C-1F72D6101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38" y="2138363"/>
            <a:ext cx="8894762" cy="342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Number Placeholder 1">
            <a:extLst>
              <a:ext uri="{FF2B5EF4-FFF2-40B4-BE49-F238E27FC236}">
                <a16:creationId xmlns:a16="http://schemas.microsoft.com/office/drawing/2014/main" id="{4DA3A85E-F437-19A4-6A91-7C7D7AA75C07}"/>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3A152167-73FD-4466-ACC8-92E47F78C2D9}" type="slidenum">
              <a:rPr lang="en-US" altLang="en-US" i="0">
                <a:latin typeface="Arial" panose="020B0604020202020204" pitchFamily="34" charset="0"/>
              </a:rPr>
              <a:pPr/>
              <a:t>56</a:t>
            </a:fld>
            <a:endParaRPr lang="en-US" altLang="en-US" i="0">
              <a:latin typeface="Arial" panose="020B0604020202020204" pitchFamily="34" charset="0"/>
            </a:endParaRPr>
          </a:p>
        </p:txBody>
      </p:sp>
      <p:sp>
        <p:nvSpPr>
          <p:cNvPr id="131075" name="Text Box 2">
            <a:extLst>
              <a:ext uri="{FF2B5EF4-FFF2-40B4-BE49-F238E27FC236}">
                <a16:creationId xmlns:a16="http://schemas.microsoft.com/office/drawing/2014/main" id="{443508DD-5F67-CE85-CB6E-6277428C530F}"/>
              </a:ext>
            </a:extLst>
          </p:cNvPr>
          <p:cNvSpPr txBox="1">
            <a:spLocks noChangeArrowheads="1"/>
          </p:cNvSpPr>
          <p:nvPr/>
        </p:nvSpPr>
        <p:spPr bwMode="auto">
          <a:xfrm>
            <a:off x="11430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bg1"/>
                </a:solidFill>
              </a:rPr>
              <a:t>Example 2.27</a:t>
            </a:r>
            <a:endParaRPr lang="en-US" altLang="en-US" sz="2000">
              <a:solidFill>
                <a:schemeClr val="bg1"/>
              </a:solidFill>
            </a:endParaRPr>
          </a:p>
        </p:txBody>
      </p:sp>
      <p:sp>
        <p:nvSpPr>
          <p:cNvPr id="131076" name="Rectangle 3">
            <a:extLst>
              <a:ext uri="{FF2B5EF4-FFF2-40B4-BE49-F238E27FC236}">
                <a16:creationId xmlns:a16="http://schemas.microsoft.com/office/drawing/2014/main" id="{E20530C4-CEFF-6EF9-42D7-B7D0E406C30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1077" name="Rectangle 4">
            <a:extLst>
              <a:ext uri="{FF2B5EF4-FFF2-40B4-BE49-F238E27FC236}">
                <a16:creationId xmlns:a16="http://schemas.microsoft.com/office/drawing/2014/main" id="{451F841F-BB53-4D46-3E80-616BF32670B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1078" name="Rectangle 5">
            <a:extLst>
              <a:ext uri="{FF2B5EF4-FFF2-40B4-BE49-F238E27FC236}">
                <a16:creationId xmlns:a16="http://schemas.microsoft.com/office/drawing/2014/main" id="{0BA8DAD0-A363-5DF2-7DBD-F2C9B2C0845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1079" name="Rectangle 6">
            <a:extLst>
              <a:ext uri="{FF2B5EF4-FFF2-40B4-BE49-F238E27FC236}">
                <a16:creationId xmlns:a16="http://schemas.microsoft.com/office/drawing/2014/main" id="{378D02DF-6BF0-6E6D-AC4B-CDCE92196CA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1080" name="Rectangle 7">
            <a:extLst>
              <a:ext uri="{FF2B5EF4-FFF2-40B4-BE49-F238E27FC236}">
                <a16:creationId xmlns:a16="http://schemas.microsoft.com/office/drawing/2014/main" id="{06E02CEC-40E6-1B26-30F8-D77B65B088B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1081" name="Rectangle 8">
            <a:extLst>
              <a:ext uri="{FF2B5EF4-FFF2-40B4-BE49-F238E27FC236}">
                <a16:creationId xmlns:a16="http://schemas.microsoft.com/office/drawing/2014/main" id="{34B64FF8-05C0-607B-F7B1-49943C6377C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1082" name="Rectangle 9">
            <a:extLst>
              <a:ext uri="{FF2B5EF4-FFF2-40B4-BE49-F238E27FC236}">
                <a16:creationId xmlns:a16="http://schemas.microsoft.com/office/drawing/2014/main" id="{E52284E3-9E36-A49C-82FA-368AD6F4AD0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1083" name="Text Box 10">
            <a:extLst>
              <a:ext uri="{FF2B5EF4-FFF2-40B4-BE49-F238E27FC236}">
                <a16:creationId xmlns:a16="http://schemas.microsoft.com/office/drawing/2014/main" id="{3CE765CD-8DED-4B8E-188D-079EA0CB3BA7}"/>
              </a:ext>
            </a:extLst>
          </p:cNvPr>
          <p:cNvSpPr txBox="1">
            <a:spLocks noChangeArrowheads="1"/>
          </p:cNvSpPr>
          <p:nvPr/>
        </p:nvSpPr>
        <p:spPr bwMode="auto">
          <a:xfrm>
            <a:off x="1143000" y="0"/>
            <a:ext cx="306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t>2.2.5   Continued</a:t>
            </a:r>
          </a:p>
        </p:txBody>
      </p:sp>
      <p:sp>
        <p:nvSpPr>
          <p:cNvPr id="981003" name="Rectangle 11">
            <a:extLst>
              <a:ext uri="{FF2B5EF4-FFF2-40B4-BE49-F238E27FC236}">
                <a16:creationId xmlns:a16="http://schemas.microsoft.com/office/drawing/2014/main" id="{EE7CF7B6-2FD6-CC63-AAED-A667883BDC91}"/>
              </a:ext>
            </a:extLst>
          </p:cNvPr>
          <p:cNvSpPr>
            <a:spLocks noChangeArrowheads="1"/>
          </p:cNvSpPr>
          <p:nvPr/>
        </p:nvSpPr>
        <p:spPr bwMode="auto">
          <a:xfrm>
            <a:off x="304800" y="10668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Find the inverse of 12 in Z</a:t>
            </a:r>
            <a:r>
              <a:rPr lang="en-US" altLang="en-US" sz="2400" i="0" baseline="-18000">
                <a:effectLst>
                  <a:outerShdw blurRad="38100" dist="38100" dir="2700000" algn="tl">
                    <a:srgbClr val="C0C0C0"/>
                  </a:outerShdw>
                </a:effectLst>
              </a:rPr>
              <a:t>26</a:t>
            </a:r>
            <a:r>
              <a:rPr lang="en-US" altLang="en-US" sz="2400" i="0">
                <a:effectLst>
                  <a:outerShdw blurRad="38100" dist="38100" dir="2700000" algn="tl">
                    <a:srgbClr val="C0C0C0"/>
                  </a:outerShdw>
                </a:effectLst>
              </a:rPr>
              <a:t>.</a:t>
            </a:r>
          </a:p>
        </p:txBody>
      </p:sp>
      <p:sp>
        <p:nvSpPr>
          <p:cNvPr id="981004" name="Rectangle 12">
            <a:extLst>
              <a:ext uri="{FF2B5EF4-FFF2-40B4-BE49-F238E27FC236}">
                <a16:creationId xmlns:a16="http://schemas.microsoft.com/office/drawing/2014/main" id="{0568F9CC-B20C-C3BB-323D-8F006A1D37C8}"/>
              </a:ext>
            </a:extLst>
          </p:cNvPr>
          <p:cNvSpPr>
            <a:spLocks noChangeArrowheads="1"/>
          </p:cNvSpPr>
          <p:nvPr/>
        </p:nvSpPr>
        <p:spPr bwMode="auto">
          <a:xfrm>
            <a:off x="304800" y="160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solidFill>
                  <a:schemeClr val="hlink"/>
                </a:solidFill>
                <a:effectLst>
                  <a:outerShdw blurRad="38100" dist="38100" dir="2700000" algn="tl">
                    <a:srgbClr val="C0C0C0"/>
                  </a:outerShdw>
                </a:effectLst>
              </a:rPr>
              <a:t>Solution</a:t>
            </a:r>
          </a:p>
        </p:txBody>
      </p:sp>
      <p:sp>
        <p:nvSpPr>
          <p:cNvPr id="981005" name="Rectangle 13">
            <a:extLst>
              <a:ext uri="{FF2B5EF4-FFF2-40B4-BE49-F238E27FC236}">
                <a16:creationId xmlns:a16="http://schemas.microsoft.com/office/drawing/2014/main" id="{C8982CA9-366F-7CD9-D1E2-8B7C577C3D3C}"/>
              </a:ext>
            </a:extLst>
          </p:cNvPr>
          <p:cNvSpPr>
            <a:spLocks noChangeArrowheads="1"/>
          </p:cNvSpPr>
          <p:nvPr/>
        </p:nvSpPr>
        <p:spPr bwMode="auto">
          <a:xfrm>
            <a:off x="457200" y="5029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400" i="0">
                <a:effectLst>
                  <a:outerShdw blurRad="38100" dist="38100" dir="2700000" algn="tl">
                    <a:srgbClr val="C0C0C0"/>
                  </a:outerShdw>
                </a:effectLst>
              </a:rPr>
              <a:t>The gcd (26, 12) is 2; the inverse does not exist.</a:t>
            </a:r>
          </a:p>
        </p:txBody>
      </p:sp>
      <p:pic>
        <p:nvPicPr>
          <p:cNvPr id="131087" name="Picture 15">
            <a:extLst>
              <a:ext uri="{FF2B5EF4-FFF2-40B4-BE49-F238E27FC236}">
                <a16:creationId xmlns:a16="http://schemas.microsoft.com/office/drawing/2014/main" id="{069F1853-A1DC-64D0-4FE1-961BC0F977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8" y="2360613"/>
            <a:ext cx="8793162" cy="231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Number Placeholder 1">
            <a:extLst>
              <a:ext uri="{FF2B5EF4-FFF2-40B4-BE49-F238E27FC236}">
                <a16:creationId xmlns:a16="http://schemas.microsoft.com/office/drawing/2014/main" id="{843FA523-3A3B-87C9-609E-6BF8033791E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B4F369D4-7BF6-46E7-9BBC-AAF1346BCAC3}" type="slidenum">
              <a:rPr lang="en-US" altLang="en-US" i="0">
                <a:latin typeface="Arial" panose="020B0604020202020204" pitchFamily="34" charset="0"/>
              </a:rPr>
              <a:pPr/>
              <a:t>57</a:t>
            </a:fld>
            <a:endParaRPr lang="en-US" altLang="en-US" i="0">
              <a:latin typeface="Arial" panose="020B0604020202020204" pitchFamily="34" charset="0"/>
            </a:endParaRPr>
          </a:p>
        </p:txBody>
      </p:sp>
      <p:sp>
        <p:nvSpPr>
          <p:cNvPr id="133123" name="Rectangle 2">
            <a:extLst>
              <a:ext uri="{FF2B5EF4-FFF2-40B4-BE49-F238E27FC236}">
                <a16:creationId xmlns:a16="http://schemas.microsoft.com/office/drawing/2014/main" id="{5BBE6A69-DB23-A29D-B5E2-2387CEDFC76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3124" name="Rectangle 3">
            <a:extLst>
              <a:ext uri="{FF2B5EF4-FFF2-40B4-BE49-F238E27FC236}">
                <a16:creationId xmlns:a16="http://schemas.microsoft.com/office/drawing/2014/main" id="{C8BA0587-FFA5-9DD9-C3B3-C8628228969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3125" name="Rectangle 4">
            <a:extLst>
              <a:ext uri="{FF2B5EF4-FFF2-40B4-BE49-F238E27FC236}">
                <a16:creationId xmlns:a16="http://schemas.microsoft.com/office/drawing/2014/main" id="{AA95C898-2545-0B67-AE0E-DD58E4498A8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3126" name="Rectangle 5">
            <a:extLst>
              <a:ext uri="{FF2B5EF4-FFF2-40B4-BE49-F238E27FC236}">
                <a16:creationId xmlns:a16="http://schemas.microsoft.com/office/drawing/2014/main" id="{C0F2B5C7-9917-6A63-CFE5-B926E4152D9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3127" name="Rectangle 6">
            <a:extLst>
              <a:ext uri="{FF2B5EF4-FFF2-40B4-BE49-F238E27FC236}">
                <a16:creationId xmlns:a16="http://schemas.microsoft.com/office/drawing/2014/main" id="{205AC101-0288-9F1D-D0F3-4AA9783F607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3128" name="Rectangle 7">
            <a:extLst>
              <a:ext uri="{FF2B5EF4-FFF2-40B4-BE49-F238E27FC236}">
                <a16:creationId xmlns:a16="http://schemas.microsoft.com/office/drawing/2014/main" id="{C58E6DFD-BFA6-6FBF-4D1A-0B99BB50CBB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3129" name="Rectangle 8">
            <a:extLst>
              <a:ext uri="{FF2B5EF4-FFF2-40B4-BE49-F238E27FC236}">
                <a16:creationId xmlns:a16="http://schemas.microsoft.com/office/drawing/2014/main" id="{DE03CE64-FBE2-1EAB-1BDA-7B37C2753C9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3130" name="Text Box 9">
            <a:extLst>
              <a:ext uri="{FF2B5EF4-FFF2-40B4-BE49-F238E27FC236}">
                <a16:creationId xmlns:a16="http://schemas.microsoft.com/office/drawing/2014/main" id="{10B7E88E-F532-84E2-A80E-474736F5AD97}"/>
              </a:ext>
            </a:extLst>
          </p:cNvPr>
          <p:cNvSpPr txBox="1">
            <a:spLocks noChangeArrowheads="1"/>
          </p:cNvSpPr>
          <p:nvPr/>
        </p:nvSpPr>
        <p:spPr bwMode="auto">
          <a:xfrm>
            <a:off x="1143000" y="0"/>
            <a:ext cx="37179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2.2.7   Different Sets</a:t>
            </a:r>
            <a:r>
              <a:rPr lang="en-US" altLang="en-US" sz="3200"/>
              <a:t> </a:t>
            </a:r>
          </a:p>
        </p:txBody>
      </p:sp>
      <p:sp>
        <p:nvSpPr>
          <p:cNvPr id="133131" name="Text Box 11">
            <a:extLst>
              <a:ext uri="{FF2B5EF4-FFF2-40B4-BE49-F238E27FC236}">
                <a16:creationId xmlns:a16="http://schemas.microsoft.com/office/drawing/2014/main" id="{A5598F57-FFF8-5C12-62C8-E3F978B7452F}"/>
              </a:ext>
            </a:extLst>
          </p:cNvPr>
          <p:cNvSpPr txBox="1">
            <a:spLocks noChangeArrowheads="1"/>
          </p:cNvSpPr>
          <p:nvPr/>
        </p:nvSpPr>
        <p:spPr bwMode="auto">
          <a:xfrm>
            <a:off x="1141413" y="533400"/>
            <a:ext cx="39925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chemeClr val="folHlink"/>
                </a:solidFill>
              </a:rPr>
              <a:t>Figure 2.17  </a:t>
            </a:r>
            <a:r>
              <a:rPr lang="en-US" altLang="en-US" sz="2000"/>
              <a:t>Some Z</a:t>
            </a:r>
            <a:r>
              <a:rPr lang="en-US" altLang="en-US" sz="2000" baseline="-18000"/>
              <a:t>n</a:t>
            </a:r>
            <a:r>
              <a:rPr lang="en-US" altLang="en-US" sz="2000"/>
              <a:t> and Z</a:t>
            </a:r>
            <a:r>
              <a:rPr lang="en-US" altLang="en-US" sz="2000" baseline="-18000"/>
              <a:t>n</a:t>
            </a:r>
            <a:r>
              <a:rPr lang="en-US" altLang="en-US" sz="2000" baseline="-6000"/>
              <a:t>*</a:t>
            </a:r>
            <a:r>
              <a:rPr lang="en-US" altLang="en-US" sz="2000"/>
              <a:t> sets</a:t>
            </a:r>
            <a:endParaRPr lang="en-US" altLang="en-US" sz="2000" baseline="-25000"/>
          </a:p>
        </p:txBody>
      </p:sp>
      <p:pic>
        <p:nvPicPr>
          <p:cNvPr id="133132" name="Picture 12">
            <a:extLst>
              <a:ext uri="{FF2B5EF4-FFF2-40B4-BE49-F238E27FC236}">
                <a16:creationId xmlns:a16="http://schemas.microsoft.com/office/drawing/2014/main" id="{D8EE61BD-27A7-6547-FF84-4A741796F6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295400"/>
            <a:ext cx="6554788" cy="207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33" name="Line 13">
            <a:extLst>
              <a:ext uri="{FF2B5EF4-FFF2-40B4-BE49-F238E27FC236}">
                <a16:creationId xmlns:a16="http://schemas.microsoft.com/office/drawing/2014/main" id="{147F0973-D3A9-A26D-4E8F-0B40B226FE08}"/>
              </a:ext>
            </a:extLst>
          </p:cNvPr>
          <p:cNvSpPr>
            <a:spLocks noChangeShapeType="1"/>
          </p:cNvSpPr>
          <p:nvPr/>
        </p:nvSpPr>
        <p:spPr bwMode="auto">
          <a:xfrm>
            <a:off x="609600" y="4724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34" name="Line 14">
            <a:extLst>
              <a:ext uri="{FF2B5EF4-FFF2-40B4-BE49-F238E27FC236}">
                <a16:creationId xmlns:a16="http://schemas.microsoft.com/office/drawing/2014/main" id="{95039D7E-FBC3-DAC6-E837-901F57630443}"/>
              </a:ext>
            </a:extLst>
          </p:cNvPr>
          <p:cNvSpPr>
            <a:spLocks noChangeShapeType="1"/>
          </p:cNvSpPr>
          <p:nvPr/>
        </p:nvSpPr>
        <p:spPr bwMode="auto">
          <a:xfrm>
            <a:off x="609600" y="6400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35" name="Rectangle 15">
            <a:extLst>
              <a:ext uri="{FF2B5EF4-FFF2-40B4-BE49-F238E27FC236}">
                <a16:creationId xmlns:a16="http://schemas.microsoft.com/office/drawing/2014/main" id="{45C3443E-5A62-9A04-595B-1797BBBAB288}"/>
              </a:ext>
            </a:extLst>
          </p:cNvPr>
          <p:cNvSpPr>
            <a:spLocks noChangeArrowheads="1"/>
          </p:cNvSpPr>
          <p:nvPr/>
        </p:nvSpPr>
        <p:spPr bwMode="auto">
          <a:xfrm>
            <a:off x="647700" y="4786313"/>
            <a:ext cx="8077200" cy="1554162"/>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a:latin typeface="Arial" panose="020B0604020202020204" pitchFamily="34" charset="0"/>
              </a:rPr>
              <a:t>We need to use Zn when additive inverses are needed; we need to use Zn* when multiplicative inverses are needed.</a:t>
            </a:r>
          </a:p>
        </p:txBody>
      </p:sp>
      <p:grpSp>
        <p:nvGrpSpPr>
          <p:cNvPr id="133136" name="Group 16">
            <a:extLst>
              <a:ext uri="{FF2B5EF4-FFF2-40B4-BE49-F238E27FC236}">
                <a16:creationId xmlns:a16="http://schemas.microsoft.com/office/drawing/2014/main" id="{31422188-64A3-E689-9262-69AE0361C34C}"/>
              </a:ext>
            </a:extLst>
          </p:cNvPr>
          <p:cNvGrpSpPr>
            <a:grpSpLocks/>
          </p:cNvGrpSpPr>
          <p:nvPr/>
        </p:nvGrpSpPr>
        <p:grpSpPr bwMode="auto">
          <a:xfrm>
            <a:off x="655638" y="4114800"/>
            <a:ext cx="1143000" cy="566738"/>
            <a:chOff x="1200" y="1248"/>
            <a:chExt cx="720" cy="357"/>
          </a:xfrm>
        </p:grpSpPr>
        <p:pic>
          <p:nvPicPr>
            <p:cNvPr id="133137" name="Picture 17">
              <a:extLst>
                <a:ext uri="{FF2B5EF4-FFF2-40B4-BE49-F238E27FC236}">
                  <a16:creationId xmlns:a16="http://schemas.microsoft.com/office/drawing/2014/main" id="{7FE7847B-E093-1D00-F16A-84059E3618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38" name="Text Box 18">
              <a:extLst>
                <a:ext uri="{FF2B5EF4-FFF2-40B4-BE49-F238E27FC236}">
                  <a16:creationId xmlns:a16="http://schemas.microsoft.com/office/drawing/2014/main" id="{131536B9-BE90-66D0-FD35-10B482E50D5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chemeClr val="hlink"/>
                  </a:solidFill>
                </a:rPr>
                <a:t>Note</a:t>
              </a: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Number Placeholder 1">
            <a:extLst>
              <a:ext uri="{FF2B5EF4-FFF2-40B4-BE49-F238E27FC236}">
                <a16:creationId xmlns:a16="http://schemas.microsoft.com/office/drawing/2014/main" id="{3EB19FFA-1B21-6E54-AB93-4713C0B54BD3}"/>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latin typeface="Arial" panose="020B0604020202020204" pitchFamily="34" charset="0"/>
              </a:rPr>
              <a:t>2.</a:t>
            </a:r>
            <a:fld id="{A33F1E74-5E0A-413B-923B-FE2B3D7CF8AC}" type="slidenum">
              <a:rPr lang="en-US" altLang="en-US" i="0">
                <a:latin typeface="Arial" panose="020B0604020202020204" pitchFamily="34" charset="0"/>
              </a:rPr>
              <a:pPr/>
              <a:t>58</a:t>
            </a:fld>
            <a:endParaRPr lang="en-US" altLang="en-US" i="0">
              <a:latin typeface="Arial" panose="020B0604020202020204" pitchFamily="34" charset="0"/>
            </a:endParaRPr>
          </a:p>
        </p:txBody>
      </p:sp>
      <p:sp>
        <p:nvSpPr>
          <p:cNvPr id="135171" name="Rectangle 2">
            <a:extLst>
              <a:ext uri="{FF2B5EF4-FFF2-40B4-BE49-F238E27FC236}">
                <a16:creationId xmlns:a16="http://schemas.microsoft.com/office/drawing/2014/main" id="{258E5933-0F81-988E-5244-1780B940EAA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5172" name="Rectangle 3">
            <a:extLst>
              <a:ext uri="{FF2B5EF4-FFF2-40B4-BE49-F238E27FC236}">
                <a16:creationId xmlns:a16="http://schemas.microsoft.com/office/drawing/2014/main" id="{544BF38B-CB0B-9D1B-5BF6-DC94389B60D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5173" name="Rectangle 4">
            <a:extLst>
              <a:ext uri="{FF2B5EF4-FFF2-40B4-BE49-F238E27FC236}">
                <a16:creationId xmlns:a16="http://schemas.microsoft.com/office/drawing/2014/main" id="{506F4C66-A8C4-A22C-B9BB-E056A2A73A3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5174" name="Rectangle 5">
            <a:extLst>
              <a:ext uri="{FF2B5EF4-FFF2-40B4-BE49-F238E27FC236}">
                <a16:creationId xmlns:a16="http://schemas.microsoft.com/office/drawing/2014/main" id="{AD3D3C98-4E36-B496-3C2E-A02A158518E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5175" name="Rectangle 6">
            <a:extLst>
              <a:ext uri="{FF2B5EF4-FFF2-40B4-BE49-F238E27FC236}">
                <a16:creationId xmlns:a16="http://schemas.microsoft.com/office/drawing/2014/main" id="{36B33FC9-CB95-81B7-E3EA-E17103F2215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5176" name="Rectangle 7">
            <a:extLst>
              <a:ext uri="{FF2B5EF4-FFF2-40B4-BE49-F238E27FC236}">
                <a16:creationId xmlns:a16="http://schemas.microsoft.com/office/drawing/2014/main" id="{885EF9E6-0A23-EE99-1BD5-0908F6EA025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5177" name="Rectangle 8">
            <a:extLst>
              <a:ext uri="{FF2B5EF4-FFF2-40B4-BE49-F238E27FC236}">
                <a16:creationId xmlns:a16="http://schemas.microsoft.com/office/drawing/2014/main" id="{3F65AFFB-9A74-EAE5-29EB-0E2B36913A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latin typeface="Tahoma" panose="020B0604030504040204" pitchFamily="34" charset="0"/>
            </a:endParaRPr>
          </a:p>
        </p:txBody>
      </p:sp>
      <p:sp>
        <p:nvSpPr>
          <p:cNvPr id="135178" name="Text Box 9">
            <a:extLst>
              <a:ext uri="{FF2B5EF4-FFF2-40B4-BE49-F238E27FC236}">
                <a16:creationId xmlns:a16="http://schemas.microsoft.com/office/drawing/2014/main" id="{3C18A68E-A95F-7E1A-99EB-31DD00CF6E1B}"/>
              </a:ext>
            </a:extLst>
          </p:cNvPr>
          <p:cNvSpPr txBox="1">
            <a:spLocks noChangeArrowheads="1"/>
          </p:cNvSpPr>
          <p:nvPr/>
        </p:nvSpPr>
        <p:spPr bwMode="auto">
          <a:xfrm>
            <a:off x="1143000" y="0"/>
            <a:ext cx="3911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chemeClr val="hlink"/>
                </a:solidFill>
              </a:rPr>
              <a:t>2.2.8   Two More Sets</a:t>
            </a:r>
            <a:r>
              <a:rPr lang="en-US" altLang="en-US" sz="3200"/>
              <a:t> </a:t>
            </a:r>
          </a:p>
        </p:txBody>
      </p:sp>
      <p:sp>
        <p:nvSpPr>
          <p:cNvPr id="987155" name="Rectangle 19">
            <a:extLst>
              <a:ext uri="{FF2B5EF4-FFF2-40B4-BE49-F238E27FC236}">
                <a16:creationId xmlns:a16="http://schemas.microsoft.com/office/drawing/2014/main" id="{DF3C204C-FBC3-2F4B-74C9-BC68797A6B3A}"/>
              </a:ext>
            </a:extLst>
          </p:cNvPr>
          <p:cNvSpPr>
            <a:spLocks noChangeArrowheads="1"/>
          </p:cNvSpPr>
          <p:nvPr/>
        </p:nvSpPr>
        <p:spPr bwMode="auto">
          <a:xfrm>
            <a:off x="304800" y="1219200"/>
            <a:ext cx="8229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a:effectLst>
                  <a:outerShdw blurRad="38100" dist="38100" dir="2700000" algn="tl">
                    <a:srgbClr val="C0C0C0"/>
                  </a:outerShdw>
                </a:effectLst>
              </a:rPr>
              <a:t>Cryptography often uses two more sets: Z</a:t>
            </a:r>
            <a:r>
              <a:rPr lang="en-US" altLang="en-US" sz="2800" baseline="-16000">
                <a:effectLst>
                  <a:outerShdw blurRad="38100" dist="38100" dir="2700000" algn="tl">
                    <a:srgbClr val="C0C0C0"/>
                  </a:outerShdw>
                </a:effectLst>
              </a:rPr>
              <a:t>p</a:t>
            </a:r>
            <a:r>
              <a:rPr lang="en-US" altLang="en-US" sz="2800">
                <a:effectLst>
                  <a:outerShdw blurRad="38100" dist="38100" dir="2700000" algn="tl">
                    <a:srgbClr val="C0C0C0"/>
                  </a:outerShdw>
                </a:effectLst>
              </a:rPr>
              <a:t> and Z</a:t>
            </a:r>
            <a:r>
              <a:rPr lang="en-US" altLang="en-US" sz="2800" baseline="-18000">
                <a:effectLst>
                  <a:outerShdw blurRad="38100" dist="38100" dir="2700000" algn="tl">
                    <a:srgbClr val="C0C0C0"/>
                  </a:outerShdw>
                </a:effectLst>
              </a:rPr>
              <a:t>p</a:t>
            </a:r>
            <a:r>
              <a:rPr lang="en-US" altLang="en-US" sz="2800">
                <a:effectLst>
                  <a:outerShdw blurRad="38100" dist="38100" dir="2700000" algn="tl">
                    <a:srgbClr val="C0C0C0"/>
                  </a:outerShdw>
                </a:effectLst>
              </a:rPr>
              <a:t>*. The modulus in these two sets is a prime number. </a:t>
            </a:r>
          </a:p>
        </p:txBody>
      </p:sp>
      <p:pic>
        <p:nvPicPr>
          <p:cNvPr id="135180" name="Picture 20">
            <a:extLst>
              <a:ext uri="{FF2B5EF4-FFF2-40B4-BE49-F238E27FC236}">
                <a16:creationId xmlns:a16="http://schemas.microsoft.com/office/drawing/2014/main" id="{23D84665-DF50-E100-05D4-E6B9E88A4A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2763838"/>
            <a:ext cx="6773862" cy="96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a:extLst>
              <a:ext uri="{FF2B5EF4-FFF2-40B4-BE49-F238E27FC236}">
                <a16:creationId xmlns:a16="http://schemas.microsoft.com/office/drawing/2014/main" id="{FD908CD9-E86C-02C0-571D-8C241FA5E35D}"/>
              </a:ext>
            </a:extLst>
          </p:cNvPr>
          <p:cNvSpPr>
            <a:spLocks noGrp="1"/>
          </p:cNvSpPr>
          <p:nvPr>
            <p:ph type="title"/>
          </p:nvPr>
        </p:nvSpPr>
        <p:spPr/>
        <p:txBody>
          <a:bodyPr/>
          <a:lstStyle/>
          <a:p>
            <a:endParaRPr lang="en-US" altLang="en-US"/>
          </a:p>
        </p:txBody>
      </p:sp>
      <p:sp>
        <p:nvSpPr>
          <p:cNvPr id="137219" name="Content Placeholder 2">
            <a:extLst>
              <a:ext uri="{FF2B5EF4-FFF2-40B4-BE49-F238E27FC236}">
                <a16:creationId xmlns:a16="http://schemas.microsoft.com/office/drawing/2014/main" id="{DF1A785C-EA31-90B3-D361-C3E860077146}"/>
              </a:ext>
            </a:extLst>
          </p:cNvPr>
          <p:cNvSpPr>
            <a:spLocks noGrp="1"/>
          </p:cNvSpPr>
          <p:nvPr>
            <p:ph idx="1"/>
          </p:nvPr>
        </p:nvSpPr>
        <p:spPr/>
        <p:txBody>
          <a:bodyPr/>
          <a:lstStyle/>
          <a:p>
            <a:endParaRPr lang="en-US" altLang="en-US"/>
          </a:p>
        </p:txBody>
      </p:sp>
      <p:pic>
        <p:nvPicPr>
          <p:cNvPr id="137220" name="Picture 2">
            <a:extLst>
              <a:ext uri="{FF2B5EF4-FFF2-40B4-BE49-F238E27FC236}">
                <a16:creationId xmlns:a16="http://schemas.microsoft.com/office/drawing/2014/main" id="{EFAFF75C-54B2-3BD6-2651-44729546C9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610600" cy="645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a:extLst>
              <a:ext uri="{FF2B5EF4-FFF2-40B4-BE49-F238E27FC236}">
                <a16:creationId xmlns:a16="http://schemas.microsoft.com/office/drawing/2014/main" id="{6163292A-844F-1308-5E1C-A26196BA8C6E}"/>
              </a:ext>
            </a:extLst>
          </p:cNvPr>
          <p:cNvSpPr>
            <a:spLocks noGrp="1"/>
          </p:cNvSpPr>
          <p:nvPr>
            <p:ph type="title"/>
          </p:nvPr>
        </p:nvSpPr>
        <p:spPr/>
        <p:txBody>
          <a:bodyPr/>
          <a:lstStyle/>
          <a:p>
            <a:endParaRPr lang="en-US" altLang="en-US"/>
          </a:p>
        </p:txBody>
      </p:sp>
      <p:sp>
        <p:nvSpPr>
          <p:cNvPr id="138243" name="Content Placeholder 2">
            <a:extLst>
              <a:ext uri="{FF2B5EF4-FFF2-40B4-BE49-F238E27FC236}">
                <a16:creationId xmlns:a16="http://schemas.microsoft.com/office/drawing/2014/main" id="{C200FBC1-D4AE-F492-A08F-8B1700E68659}"/>
              </a:ext>
            </a:extLst>
          </p:cNvPr>
          <p:cNvSpPr>
            <a:spLocks noGrp="1"/>
          </p:cNvSpPr>
          <p:nvPr>
            <p:ph idx="1"/>
          </p:nvPr>
        </p:nvSpPr>
        <p:spPr/>
        <p:txBody>
          <a:bodyPr/>
          <a:lstStyle/>
          <a:p>
            <a:endParaRPr lang="en-US" altLang="en-US"/>
          </a:p>
        </p:txBody>
      </p:sp>
      <p:pic>
        <p:nvPicPr>
          <p:cNvPr id="138244" name="Picture 2">
            <a:extLst>
              <a:ext uri="{FF2B5EF4-FFF2-40B4-BE49-F238E27FC236}">
                <a16:creationId xmlns:a16="http://schemas.microsoft.com/office/drawing/2014/main" id="{08242A13-5BE6-AFD6-F3F3-1517A7CEE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839200" cy="662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a:extLst>
              <a:ext uri="{FF2B5EF4-FFF2-40B4-BE49-F238E27FC236}">
                <a16:creationId xmlns:a16="http://schemas.microsoft.com/office/drawing/2014/main" id="{177E2BFD-8F8E-E5CB-1654-F27A629D71BD}"/>
              </a:ext>
            </a:extLst>
          </p:cNvPr>
          <p:cNvSpPr>
            <a:spLocks noGrp="1"/>
          </p:cNvSpPr>
          <p:nvPr>
            <p:ph type="title"/>
          </p:nvPr>
        </p:nvSpPr>
        <p:spPr/>
        <p:txBody>
          <a:bodyPr/>
          <a:lstStyle/>
          <a:p>
            <a:endParaRPr lang="en-US" altLang="en-US"/>
          </a:p>
        </p:txBody>
      </p:sp>
      <p:sp>
        <p:nvSpPr>
          <p:cNvPr id="139267" name="Content Placeholder 2">
            <a:extLst>
              <a:ext uri="{FF2B5EF4-FFF2-40B4-BE49-F238E27FC236}">
                <a16:creationId xmlns:a16="http://schemas.microsoft.com/office/drawing/2014/main" id="{5BBEAB60-481E-E1BC-77CE-17F8AF23AC5D}"/>
              </a:ext>
            </a:extLst>
          </p:cNvPr>
          <p:cNvSpPr>
            <a:spLocks noGrp="1"/>
          </p:cNvSpPr>
          <p:nvPr>
            <p:ph idx="1"/>
          </p:nvPr>
        </p:nvSpPr>
        <p:spPr/>
        <p:txBody>
          <a:bodyPr/>
          <a:lstStyle/>
          <a:p>
            <a:endParaRPr lang="en-US" altLang="en-US"/>
          </a:p>
        </p:txBody>
      </p:sp>
      <p:pic>
        <p:nvPicPr>
          <p:cNvPr id="139268" name="Picture 2">
            <a:extLst>
              <a:ext uri="{FF2B5EF4-FFF2-40B4-BE49-F238E27FC236}">
                <a16:creationId xmlns:a16="http://schemas.microsoft.com/office/drawing/2014/main" id="{97C09408-4C67-0D0E-C1CA-FEBA696B0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8763000" cy="656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646B1645-3582-8421-F773-A130C277DF57}"/>
              </a:ext>
            </a:extLst>
          </p:cNvPr>
          <p:cNvSpPr>
            <a:spLocks noGrp="1"/>
          </p:cNvSpPr>
          <p:nvPr>
            <p:ph type="title"/>
          </p:nvPr>
        </p:nvSpPr>
        <p:spPr/>
        <p:txBody>
          <a:bodyPr/>
          <a:lstStyle/>
          <a:p>
            <a:endParaRPr lang="en-US" altLang="en-US"/>
          </a:p>
        </p:txBody>
      </p:sp>
      <p:sp>
        <p:nvSpPr>
          <p:cNvPr id="140291" name="Content Placeholder 2">
            <a:extLst>
              <a:ext uri="{FF2B5EF4-FFF2-40B4-BE49-F238E27FC236}">
                <a16:creationId xmlns:a16="http://schemas.microsoft.com/office/drawing/2014/main" id="{393AAA8C-BEC1-5A3F-0D1F-2B4634606756}"/>
              </a:ext>
            </a:extLst>
          </p:cNvPr>
          <p:cNvSpPr>
            <a:spLocks noGrp="1"/>
          </p:cNvSpPr>
          <p:nvPr>
            <p:ph idx="1"/>
          </p:nvPr>
        </p:nvSpPr>
        <p:spPr/>
        <p:txBody>
          <a:bodyPr/>
          <a:lstStyle/>
          <a:p>
            <a:endParaRPr lang="en-US" altLang="en-US"/>
          </a:p>
        </p:txBody>
      </p:sp>
      <p:pic>
        <p:nvPicPr>
          <p:cNvPr id="140292" name="Picture 2">
            <a:extLst>
              <a:ext uri="{FF2B5EF4-FFF2-40B4-BE49-F238E27FC236}">
                <a16:creationId xmlns:a16="http://schemas.microsoft.com/office/drawing/2014/main" id="{8A83E363-9214-8191-64F0-A28D4998B7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991600" cy="673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a:extLst>
              <a:ext uri="{FF2B5EF4-FFF2-40B4-BE49-F238E27FC236}">
                <a16:creationId xmlns:a16="http://schemas.microsoft.com/office/drawing/2014/main" id="{7DBDD379-1EBB-7EF2-2519-8AC76B598032}"/>
              </a:ext>
            </a:extLst>
          </p:cNvPr>
          <p:cNvSpPr>
            <a:spLocks noGrp="1"/>
          </p:cNvSpPr>
          <p:nvPr>
            <p:ph type="title"/>
          </p:nvPr>
        </p:nvSpPr>
        <p:spPr/>
        <p:txBody>
          <a:bodyPr/>
          <a:lstStyle/>
          <a:p>
            <a:endParaRPr lang="en-US" altLang="en-US"/>
          </a:p>
        </p:txBody>
      </p:sp>
      <p:sp>
        <p:nvSpPr>
          <p:cNvPr id="141315" name="Content Placeholder 2">
            <a:extLst>
              <a:ext uri="{FF2B5EF4-FFF2-40B4-BE49-F238E27FC236}">
                <a16:creationId xmlns:a16="http://schemas.microsoft.com/office/drawing/2014/main" id="{9B74A774-D047-A911-C8C7-58F7C7E0CC33}"/>
              </a:ext>
            </a:extLst>
          </p:cNvPr>
          <p:cNvSpPr>
            <a:spLocks noGrp="1"/>
          </p:cNvSpPr>
          <p:nvPr>
            <p:ph idx="1"/>
          </p:nvPr>
        </p:nvSpPr>
        <p:spPr/>
        <p:txBody>
          <a:bodyPr/>
          <a:lstStyle/>
          <a:p>
            <a:endParaRPr lang="en-US" altLang="en-US"/>
          </a:p>
        </p:txBody>
      </p:sp>
      <p:pic>
        <p:nvPicPr>
          <p:cNvPr id="141316" name="Picture 2">
            <a:extLst>
              <a:ext uri="{FF2B5EF4-FFF2-40B4-BE49-F238E27FC236}">
                <a16:creationId xmlns:a16="http://schemas.microsoft.com/office/drawing/2014/main" id="{5D0A5057-663A-5062-55E0-20AA73522B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8686800" cy="650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Number Placeholder 1">
            <a:extLst>
              <a:ext uri="{FF2B5EF4-FFF2-40B4-BE49-F238E27FC236}">
                <a16:creationId xmlns:a16="http://schemas.microsoft.com/office/drawing/2014/main" id="{E09F10AB-6E52-0335-75C3-61D489FAEB4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69C94D48-D2E6-472A-9C30-A2D4B3ED7755}" type="slidenum">
              <a:rPr lang="en-US" altLang="en-US" i="0">
                <a:solidFill>
                  <a:srgbClr val="1C1C1C"/>
                </a:solidFill>
                <a:latin typeface="Arial" panose="020B0604020202020204" pitchFamily="34" charset="0"/>
              </a:rPr>
              <a:pPr/>
              <a:t>64</a:t>
            </a:fld>
            <a:endParaRPr lang="en-US" altLang="en-US" i="0">
              <a:solidFill>
                <a:srgbClr val="1C1C1C"/>
              </a:solidFill>
              <a:latin typeface="Arial" panose="020B0604020202020204" pitchFamily="34" charset="0"/>
            </a:endParaRPr>
          </a:p>
        </p:txBody>
      </p:sp>
      <p:sp>
        <p:nvSpPr>
          <p:cNvPr id="142339" name="Rectangle 2">
            <a:extLst>
              <a:ext uri="{FF2B5EF4-FFF2-40B4-BE49-F238E27FC236}">
                <a16:creationId xmlns:a16="http://schemas.microsoft.com/office/drawing/2014/main" id="{A6B80D45-D5F9-1CC4-A4EE-9606A04FA3D7}"/>
              </a:ext>
            </a:extLst>
          </p:cNvPr>
          <p:cNvSpPr>
            <a:spLocks noChangeArrowheads="1"/>
          </p:cNvSpPr>
          <p:nvPr/>
        </p:nvSpPr>
        <p:spPr bwMode="auto">
          <a:xfrm>
            <a:off x="1143000" y="457200"/>
            <a:ext cx="220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rgbClr val="FF0000"/>
                </a:solidFill>
              </a:rPr>
              <a:t>Objectives</a:t>
            </a:r>
          </a:p>
        </p:txBody>
      </p:sp>
      <p:sp>
        <p:nvSpPr>
          <p:cNvPr id="142340" name="Rectangle 3">
            <a:extLst>
              <a:ext uri="{FF2B5EF4-FFF2-40B4-BE49-F238E27FC236}">
                <a16:creationId xmlns:a16="http://schemas.microsoft.com/office/drawing/2014/main" id="{FA3BAEE0-B51B-E66C-4A4D-4472C1D21324}"/>
              </a:ext>
            </a:extLst>
          </p:cNvPr>
          <p:cNvSpPr>
            <a:spLocks noChangeArrowheads="1"/>
          </p:cNvSpPr>
          <p:nvPr/>
        </p:nvSpPr>
        <p:spPr bwMode="auto">
          <a:xfrm>
            <a:off x="381000" y="990600"/>
            <a:ext cx="8534400" cy="3992563"/>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spcAft>
                <a:spcPct val="35000"/>
              </a:spcAft>
            </a:pPr>
            <a:r>
              <a:rPr lang="en-US" altLang="en-US" sz="2800" i="0">
                <a:solidFill>
                  <a:srgbClr val="000000"/>
                </a:solidFill>
              </a:rPr>
              <a:t>❏  To introduce prime numbers and their applications</a:t>
            </a:r>
            <a:br>
              <a:rPr lang="en-US" altLang="en-US" sz="2800" i="0">
                <a:solidFill>
                  <a:srgbClr val="000000"/>
                </a:solidFill>
              </a:rPr>
            </a:br>
            <a:r>
              <a:rPr lang="en-US" altLang="en-US" sz="2800" i="0">
                <a:solidFill>
                  <a:srgbClr val="000000"/>
                </a:solidFill>
              </a:rPr>
              <a:t>      in cryptography.</a:t>
            </a:r>
          </a:p>
          <a:p>
            <a:pPr>
              <a:spcAft>
                <a:spcPct val="35000"/>
              </a:spcAft>
            </a:pPr>
            <a:r>
              <a:rPr lang="en-US" altLang="en-US" sz="2800" i="0">
                <a:solidFill>
                  <a:srgbClr val="000000"/>
                </a:solidFill>
              </a:rPr>
              <a:t>❏  To discuss factorization algorithms and their</a:t>
            </a:r>
            <a:br>
              <a:rPr lang="en-US" altLang="en-US" sz="2800" i="0">
                <a:solidFill>
                  <a:srgbClr val="000000"/>
                </a:solidFill>
              </a:rPr>
            </a:br>
            <a:r>
              <a:rPr lang="en-US" altLang="en-US" sz="2800" i="0">
                <a:solidFill>
                  <a:srgbClr val="000000"/>
                </a:solidFill>
              </a:rPr>
              <a:t>      applications in cryptography.</a:t>
            </a:r>
          </a:p>
          <a:p>
            <a:pPr>
              <a:spcAft>
                <a:spcPct val="35000"/>
              </a:spcAft>
            </a:pPr>
            <a:r>
              <a:rPr lang="en-US" altLang="en-US" sz="2800" i="0">
                <a:solidFill>
                  <a:srgbClr val="000000"/>
                </a:solidFill>
              </a:rPr>
              <a:t>❏  To describe the Chinese remainder theorem and its</a:t>
            </a:r>
            <a:br>
              <a:rPr lang="en-US" altLang="en-US" sz="2800" i="0">
                <a:solidFill>
                  <a:srgbClr val="000000"/>
                </a:solidFill>
              </a:rPr>
            </a:br>
            <a:r>
              <a:rPr lang="en-US" altLang="en-US" sz="2800" i="0">
                <a:solidFill>
                  <a:srgbClr val="000000"/>
                </a:solidFill>
              </a:rPr>
              <a:t>     application.</a:t>
            </a:r>
          </a:p>
          <a:p>
            <a:pPr>
              <a:spcAft>
                <a:spcPct val="35000"/>
              </a:spcAft>
            </a:pPr>
            <a:r>
              <a:rPr lang="en-US" altLang="en-US" sz="2800" i="0">
                <a:solidFill>
                  <a:srgbClr val="000000"/>
                </a:solidFill>
              </a:rPr>
              <a:t>❏  To introduce modular exponentiation and</a:t>
            </a:r>
            <a:br>
              <a:rPr lang="en-US" altLang="en-US" sz="2800" i="0">
                <a:solidFill>
                  <a:srgbClr val="000000"/>
                </a:solidFill>
              </a:rPr>
            </a:br>
            <a:r>
              <a:rPr lang="en-US" altLang="en-US" sz="2800" i="0">
                <a:solidFill>
                  <a:srgbClr val="000000"/>
                </a:solidFill>
              </a:rPr>
              <a:t>      logarithm.</a:t>
            </a:r>
          </a:p>
        </p:txBody>
      </p:sp>
      <p:sp>
        <p:nvSpPr>
          <p:cNvPr id="142341" name="Rectangle 4">
            <a:extLst>
              <a:ext uri="{FF2B5EF4-FFF2-40B4-BE49-F238E27FC236}">
                <a16:creationId xmlns:a16="http://schemas.microsoft.com/office/drawing/2014/main" id="{7013798E-4AD1-78ED-3CAA-4F30E08F521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2342" name="Rectangle 5">
            <a:extLst>
              <a:ext uri="{FF2B5EF4-FFF2-40B4-BE49-F238E27FC236}">
                <a16:creationId xmlns:a16="http://schemas.microsoft.com/office/drawing/2014/main" id="{360B9E16-08A6-19F9-F6BD-7FDC7308526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2343" name="Rectangle 7">
            <a:extLst>
              <a:ext uri="{FF2B5EF4-FFF2-40B4-BE49-F238E27FC236}">
                <a16:creationId xmlns:a16="http://schemas.microsoft.com/office/drawing/2014/main" id="{B72B1571-25F2-3ADD-7522-682B29D12FB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2344" name="Rectangle 8">
            <a:extLst>
              <a:ext uri="{FF2B5EF4-FFF2-40B4-BE49-F238E27FC236}">
                <a16:creationId xmlns:a16="http://schemas.microsoft.com/office/drawing/2014/main" id="{34E18836-D6C5-84E9-2F71-477627F69002}"/>
              </a:ext>
            </a:extLst>
          </p:cNvPr>
          <p:cNvSpPr>
            <a:spLocks noChangeArrowheads="1"/>
          </p:cNvSpPr>
          <p:nvPr/>
        </p:nvSpPr>
        <p:spPr bwMode="ltGray">
          <a:xfrm>
            <a:off x="447675" y="533400"/>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2345" name="Rectangle 9">
            <a:extLst>
              <a:ext uri="{FF2B5EF4-FFF2-40B4-BE49-F238E27FC236}">
                <a16:creationId xmlns:a16="http://schemas.microsoft.com/office/drawing/2014/main" id="{83DC70F0-3C78-60F8-3CA6-2071C8EBACE7}"/>
              </a:ext>
            </a:extLst>
          </p:cNvPr>
          <p:cNvSpPr>
            <a:spLocks noChangeArrowheads="1"/>
          </p:cNvSpPr>
          <p:nvPr/>
        </p:nvSpPr>
        <p:spPr bwMode="ltGray">
          <a:xfrm>
            <a:off x="838200" y="533400"/>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2346" name="Rectangle 10">
            <a:extLst>
              <a:ext uri="{FF2B5EF4-FFF2-40B4-BE49-F238E27FC236}">
                <a16:creationId xmlns:a16="http://schemas.microsoft.com/office/drawing/2014/main" id="{7608B0E3-5517-D280-6EE9-8D722032B27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2347" name="Rectangle 11">
            <a:extLst>
              <a:ext uri="{FF2B5EF4-FFF2-40B4-BE49-F238E27FC236}">
                <a16:creationId xmlns:a16="http://schemas.microsoft.com/office/drawing/2014/main" id="{3DE14F0A-D1EE-214A-C31B-57F6BE3B756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6" name="Slide Number Placeholder 1">
            <a:extLst>
              <a:ext uri="{FF2B5EF4-FFF2-40B4-BE49-F238E27FC236}">
                <a16:creationId xmlns:a16="http://schemas.microsoft.com/office/drawing/2014/main" id="{3E2EE73A-E3D5-504E-F0E0-66F4F5DE8DE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F5915DAB-3183-43AF-AFD1-13E97E2410EA}" type="slidenum">
              <a:rPr lang="en-US" altLang="en-US" i="0">
                <a:solidFill>
                  <a:srgbClr val="1C1C1C"/>
                </a:solidFill>
                <a:latin typeface="Arial" panose="020B0604020202020204" pitchFamily="34" charset="0"/>
              </a:rPr>
              <a:pPr/>
              <a:t>65</a:t>
            </a:fld>
            <a:endParaRPr lang="en-US" altLang="en-US" i="0">
              <a:solidFill>
                <a:srgbClr val="1C1C1C"/>
              </a:solidFill>
              <a:latin typeface="Arial" panose="020B0604020202020204" pitchFamily="34" charset="0"/>
            </a:endParaRPr>
          </a:p>
        </p:txBody>
      </p:sp>
      <p:sp>
        <p:nvSpPr>
          <p:cNvPr id="565250" name="Rectangle 2">
            <a:extLst>
              <a:ext uri="{FF2B5EF4-FFF2-40B4-BE49-F238E27FC236}">
                <a16:creationId xmlns:a16="http://schemas.microsoft.com/office/drawing/2014/main" id="{B15C4BDB-4FF2-0CF5-1BB1-6432D4209AB2}"/>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0D32BFE9-67E4-D029-ACC8-401198B5876F}"/>
              </a:ext>
            </a:extLst>
          </p:cNvPr>
          <p:cNvSpPr txBox="1">
            <a:spLocks noChangeArrowheads="1"/>
          </p:cNvSpPr>
          <p:nvPr/>
        </p:nvSpPr>
        <p:spPr bwMode="auto">
          <a:xfrm>
            <a:off x="228600" y="406400"/>
            <a:ext cx="26114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9-1   PRIMES</a:t>
            </a:r>
          </a:p>
        </p:txBody>
      </p:sp>
      <p:sp>
        <p:nvSpPr>
          <p:cNvPr id="144389" name="Text Box 4">
            <a:extLst>
              <a:ext uri="{FF2B5EF4-FFF2-40B4-BE49-F238E27FC236}">
                <a16:creationId xmlns:a16="http://schemas.microsoft.com/office/drawing/2014/main" id="{356F40F9-63D1-7092-3452-2FD7A1FF73AF}"/>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565253" name="Rectangle 5">
            <a:extLst>
              <a:ext uri="{FF2B5EF4-FFF2-40B4-BE49-F238E27FC236}">
                <a16:creationId xmlns:a16="http://schemas.microsoft.com/office/drawing/2014/main" id="{05790959-65F0-7777-F601-5A17E823C29B}"/>
              </a:ext>
            </a:extLst>
          </p:cNvPr>
          <p:cNvSpPr>
            <a:spLocks noChangeArrowheads="1"/>
          </p:cNvSpPr>
          <p:nvPr/>
        </p:nvSpPr>
        <p:spPr bwMode="auto">
          <a:xfrm>
            <a:off x="304800" y="1684338"/>
            <a:ext cx="82296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dirty="0">
                <a:solidFill>
                  <a:srgbClr val="000000"/>
                </a:solidFill>
                <a:effectLst>
                  <a:outerShdw blurRad="38100" dist="38100" dir="2700000" algn="tl">
                    <a:srgbClr val="C0C0C0"/>
                  </a:outerShdw>
                </a:effectLst>
              </a:rPr>
              <a:t>Asymmetric-key cryptography uses primes extensively. The topic of primes is a large part of any book on number theory. </a:t>
            </a:r>
          </a:p>
        </p:txBody>
      </p:sp>
      <p:sp>
        <p:nvSpPr>
          <p:cNvPr id="144391" name="Rectangle 29">
            <a:extLst>
              <a:ext uri="{FF2B5EF4-FFF2-40B4-BE49-F238E27FC236}">
                <a16:creationId xmlns:a16="http://schemas.microsoft.com/office/drawing/2014/main" id="{8FFFAFD1-09B3-6499-E6C9-24CBBE3CA025}"/>
              </a:ext>
            </a:extLst>
          </p:cNvPr>
          <p:cNvSpPr>
            <a:spLocks noChangeArrowheads="1"/>
          </p:cNvSpPr>
          <p:nvPr/>
        </p:nvSpPr>
        <p:spPr bwMode="auto">
          <a:xfrm>
            <a:off x="152400" y="3905250"/>
            <a:ext cx="67056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Clr>
                <a:srgbClr val="000000"/>
              </a:buClr>
              <a:buSzPct val="117000"/>
              <a:buFont typeface="Wingdings" panose="05000000000000000000" pitchFamily="2" charset="2"/>
              <a:buNone/>
            </a:pPr>
            <a:r>
              <a:rPr lang="en-US" altLang="en-US" sz="2400" i="0">
                <a:solidFill>
                  <a:srgbClr val="FF0000"/>
                </a:solidFill>
              </a:rPr>
              <a:t>9.1.1</a:t>
            </a:r>
            <a:r>
              <a:rPr lang="en-US" altLang="en-US" sz="2400" i="0">
                <a:solidFill>
                  <a:srgbClr val="0033CC"/>
                </a:solidFill>
              </a:rPr>
              <a:t>	Definition</a:t>
            </a:r>
          </a:p>
          <a:p>
            <a:pPr>
              <a:buClr>
                <a:srgbClr val="000000"/>
              </a:buClr>
              <a:buSzPct val="117000"/>
              <a:buFont typeface="Wingdings" panose="05000000000000000000" pitchFamily="2" charset="2"/>
              <a:buNone/>
            </a:pPr>
            <a:r>
              <a:rPr lang="en-US" altLang="en-US" sz="2400" i="0">
                <a:solidFill>
                  <a:srgbClr val="FF0000"/>
                </a:solidFill>
              </a:rPr>
              <a:t>9.1.2</a:t>
            </a:r>
            <a:r>
              <a:rPr lang="en-US" altLang="en-US" sz="2400" i="0">
                <a:solidFill>
                  <a:srgbClr val="0033CC"/>
                </a:solidFill>
              </a:rPr>
              <a:t>	Cardinality of Primes</a:t>
            </a:r>
          </a:p>
          <a:p>
            <a:pPr>
              <a:buClr>
                <a:srgbClr val="000000"/>
              </a:buClr>
              <a:buSzPct val="117000"/>
              <a:buFont typeface="Wingdings" panose="05000000000000000000" pitchFamily="2" charset="2"/>
              <a:buNone/>
            </a:pPr>
            <a:r>
              <a:rPr lang="en-US" altLang="en-US" sz="2400" i="0">
                <a:solidFill>
                  <a:srgbClr val="FF0000"/>
                </a:solidFill>
              </a:rPr>
              <a:t>9.1.3</a:t>
            </a:r>
            <a:r>
              <a:rPr lang="en-US" altLang="en-US" sz="2400" i="0">
                <a:solidFill>
                  <a:srgbClr val="0033CC"/>
                </a:solidFill>
              </a:rPr>
              <a:t>	Checking for Primeness</a:t>
            </a:r>
          </a:p>
          <a:p>
            <a:pPr>
              <a:buClr>
                <a:srgbClr val="000000"/>
              </a:buClr>
              <a:buSzPct val="117000"/>
              <a:buFont typeface="Wingdings" panose="05000000000000000000" pitchFamily="2" charset="2"/>
              <a:buNone/>
            </a:pPr>
            <a:r>
              <a:rPr lang="en-US" altLang="en-US" sz="2400" i="0">
                <a:solidFill>
                  <a:srgbClr val="FF0000"/>
                </a:solidFill>
              </a:rPr>
              <a:t>9.1.4</a:t>
            </a:r>
            <a:r>
              <a:rPr lang="en-US" altLang="en-US" sz="2400" i="0">
                <a:solidFill>
                  <a:srgbClr val="0033CC"/>
                </a:solidFill>
              </a:rPr>
              <a:t>	Euler’s Phi-Function</a:t>
            </a:r>
          </a:p>
          <a:p>
            <a:pPr>
              <a:buClr>
                <a:srgbClr val="000000"/>
              </a:buClr>
              <a:buSzPct val="117000"/>
              <a:buFont typeface="Wingdings" panose="05000000000000000000" pitchFamily="2" charset="2"/>
              <a:buNone/>
            </a:pPr>
            <a:r>
              <a:rPr lang="en-US" altLang="en-US" sz="2400" i="0">
                <a:solidFill>
                  <a:srgbClr val="FF0000"/>
                </a:solidFill>
              </a:rPr>
              <a:t>9.1.5</a:t>
            </a:r>
            <a:r>
              <a:rPr lang="en-US" altLang="en-US" sz="2400" i="0">
                <a:solidFill>
                  <a:srgbClr val="0033CC"/>
                </a:solidFill>
              </a:rPr>
              <a:t>	Fermat’s Little Theorem</a:t>
            </a:r>
          </a:p>
          <a:p>
            <a:pPr>
              <a:buClr>
                <a:srgbClr val="000000"/>
              </a:buClr>
              <a:buSzPct val="117000"/>
              <a:buFont typeface="Wingdings" panose="05000000000000000000" pitchFamily="2" charset="2"/>
              <a:buNone/>
            </a:pPr>
            <a:r>
              <a:rPr lang="en-US" altLang="en-US" sz="2400" i="0">
                <a:solidFill>
                  <a:srgbClr val="FF0000"/>
                </a:solidFill>
              </a:rPr>
              <a:t>9.1.6</a:t>
            </a:r>
            <a:r>
              <a:rPr lang="en-US" altLang="en-US" sz="2400" i="0">
                <a:solidFill>
                  <a:srgbClr val="0033CC"/>
                </a:solidFill>
              </a:rPr>
              <a:t>	Euler’s Theorem</a:t>
            </a:r>
          </a:p>
          <a:p>
            <a:pPr>
              <a:buClr>
                <a:srgbClr val="000000"/>
              </a:buClr>
              <a:buSzPct val="117000"/>
              <a:buFont typeface="Wingdings" panose="05000000000000000000" pitchFamily="2" charset="2"/>
              <a:buNone/>
            </a:pPr>
            <a:r>
              <a:rPr lang="en-US" altLang="en-US" sz="2400" i="0">
                <a:solidFill>
                  <a:srgbClr val="FF0000"/>
                </a:solidFill>
              </a:rPr>
              <a:t>9.1.7</a:t>
            </a:r>
            <a:r>
              <a:rPr lang="en-US" altLang="en-US" sz="2400" i="0">
                <a:solidFill>
                  <a:srgbClr val="0033CC"/>
                </a:solidFill>
              </a:rPr>
              <a:t>	Generating Primes</a:t>
            </a:r>
          </a:p>
        </p:txBody>
      </p:sp>
      <p:sp>
        <p:nvSpPr>
          <p:cNvPr id="565278" name="Text Box 30">
            <a:extLst>
              <a:ext uri="{FF2B5EF4-FFF2-40B4-BE49-F238E27FC236}">
                <a16:creationId xmlns:a16="http://schemas.microsoft.com/office/drawing/2014/main" id="{DF5C1C03-7533-90BC-EE74-C47ECC208929}"/>
              </a:ext>
            </a:extLst>
          </p:cNvPr>
          <p:cNvSpPr txBox="1">
            <a:spLocks noChangeArrowheads="1"/>
          </p:cNvSpPr>
          <p:nvPr/>
        </p:nvSpPr>
        <p:spPr bwMode="auto">
          <a:xfrm>
            <a:off x="165100" y="34290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u="sng">
                <a:solidFill>
                  <a:srgbClr val="FF0000"/>
                </a:solidFill>
                <a:effectLst>
                  <a:outerShdw blurRad="38100" dist="38100" dir="2700000" algn="tl">
                    <a:srgbClr val="C0C0C0"/>
                  </a:outerShdw>
                </a:effectLst>
              </a:rPr>
              <a:t>Topics discussed in this section: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Number Placeholder 1">
            <a:extLst>
              <a:ext uri="{FF2B5EF4-FFF2-40B4-BE49-F238E27FC236}">
                <a16:creationId xmlns:a16="http://schemas.microsoft.com/office/drawing/2014/main" id="{9B1CD56F-E138-BA38-DAFF-86067E8D0DB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2C42CB07-D101-4223-9FE5-C3CE62A32FF8}" type="slidenum">
              <a:rPr lang="en-US" altLang="en-US" i="0">
                <a:solidFill>
                  <a:srgbClr val="1C1C1C"/>
                </a:solidFill>
                <a:latin typeface="Arial" panose="020B0604020202020204" pitchFamily="34" charset="0"/>
              </a:rPr>
              <a:pPr/>
              <a:t>66</a:t>
            </a:fld>
            <a:endParaRPr lang="en-US" altLang="en-US" i="0">
              <a:solidFill>
                <a:srgbClr val="1C1C1C"/>
              </a:solidFill>
              <a:latin typeface="Arial" panose="020B0604020202020204" pitchFamily="34" charset="0"/>
            </a:endParaRPr>
          </a:p>
        </p:txBody>
      </p:sp>
      <p:sp>
        <p:nvSpPr>
          <p:cNvPr id="146435" name="Rectangle 2">
            <a:extLst>
              <a:ext uri="{FF2B5EF4-FFF2-40B4-BE49-F238E27FC236}">
                <a16:creationId xmlns:a16="http://schemas.microsoft.com/office/drawing/2014/main" id="{9ACE52D4-216B-B38C-6E2F-D35A8EAB0DE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6436" name="Rectangle 3">
            <a:extLst>
              <a:ext uri="{FF2B5EF4-FFF2-40B4-BE49-F238E27FC236}">
                <a16:creationId xmlns:a16="http://schemas.microsoft.com/office/drawing/2014/main" id="{9272980A-3A3E-A78E-3743-FA29BA80E38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6437" name="Rectangle 4">
            <a:extLst>
              <a:ext uri="{FF2B5EF4-FFF2-40B4-BE49-F238E27FC236}">
                <a16:creationId xmlns:a16="http://schemas.microsoft.com/office/drawing/2014/main" id="{4F93AA81-BE75-9585-1557-ABD8FC19E7A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6438" name="Rectangle 5">
            <a:extLst>
              <a:ext uri="{FF2B5EF4-FFF2-40B4-BE49-F238E27FC236}">
                <a16:creationId xmlns:a16="http://schemas.microsoft.com/office/drawing/2014/main" id="{E23C30AD-DEF0-664E-4096-D1F5FD15B98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6439" name="Rectangle 6">
            <a:extLst>
              <a:ext uri="{FF2B5EF4-FFF2-40B4-BE49-F238E27FC236}">
                <a16:creationId xmlns:a16="http://schemas.microsoft.com/office/drawing/2014/main" id="{2C2253D7-B37C-636D-7A63-AC11A3BC361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6440" name="Rectangle 7">
            <a:extLst>
              <a:ext uri="{FF2B5EF4-FFF2-40B4-BE49-F238E27FC236}">
                <a16:creationId xmlns:a16="http://schemas.microsoft.com/office/drawing/2014/main" id="{212F19DF-BCF7-A09B-8E08-77825D0D821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6441" name="Rectangle 8">
            <a:extLst>
              <a:ext uri="{FF2B5EF4-FFF2-40B4-BE49-F238E27FC236}">
                <a16:creationId xmlns:a16="http://schemas.microsoft.com/office/drawing/2014/main" id="{8330BF08-345F-AA92-88FA-0A651B11E3E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6442" name="Text Box 10">
            <a:extLst>
              <a:ext uri="{FF2B5EF4-FFF2-40B4-BE49-F238E27FC236}">
                <a16:creationId xmlns:a16="http://schemas.microsoft.com/office/drawing/2014/main" id="{4E4D9C97-1032-DBEE-8190-CD9AA733F08D}"/>
              </a:ext>
            </a:extLst>
          </p:cNvPr>
          <p:cNvSpPr txBox="1">
            <a:spLocks noChangeArrowheads="1"/>
          </p:cNvSpPr>
          <p:nvPr/>
        </p:nvSpPr>
        <p:spPr bwMode="auto">
          <a:xfrm>
            <a:off x="1143000" y="0"/>
            <a:ext cx="2914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9.1.1  Definition</a:t>
            </a:r>
          </a:p>
        </p:txBody>
      </p:sp>
      <p:sp>
        <p:nvSpPr>
          <p:cNvPr id="146443" name="Text Box 12">
            <a:extLst>
              <a:ext uri="{FF2B5EF4-FFF2-40B4-BE49-F238E27FC236}">
                <a16:creationId xmlns:a16="http://schemas.microsoft.com/office/drawing/2014/main" id="{ADDADA28-3C1D-9A90-14AF-5E82A24C5FF1}"/>
              </a:ext>
            </a:extLst>
          </p:cNvPr>
          <p:cNvSpPr txBox="1">
            <a:spLocks noChangeArrowheads="1"/>
          </p:cNvSpPr>
          <p:nvPr/>
        </p:nvSpPr>
        <p:spPr bwMode="auto">
          <a:xfrm>
            <a:off x="1828800" y="838200"/>
            <a:ext cx="5078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9.1  </a:t>
            </a:r>
            <a:r>
              <a:rPr lang="en-US" altLang="en-US" sz="2000">
                <a:solidFill>
                  <a:srgbClr val="000000"/>
                </a:solidFill>
              </a:rPr>
              <a:t>Three groups of positive integers</a:t>
            </a:r>
          </a:p>
        </p:txBody>
      </p:sp>
      <p:pic>
        <p:nvPicPr>
          <p:cNvPr id="146444" name="Picture 13">
            <a:extLst>
              <a:ext uri="{FF2B5EF4-FFF2-40B4-BE49-F238E27FC236}">
                <a16:creationId xmlns:a16="http://schemas.microsoft.com/office/drawing/2014/main" id="{02187B45-E220-3A2B-BD1B-5694BD9AFD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5" y="1752600"/>
            <a:ext cx="7705725" cy="248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6445" name="Line 14">
            <a:extLst>
              <a:ext uri="{FF2B5EF4-FFF2-40B4-BE49-F238E27FC236}">
                <a16:creationId xmlns:a16="http://schemas.microsoft.com/office/drawing/2014/main" id="{CE5D00EB-A06B-4366-E480-061719ECE88E}"/>
              </a:ext>
            </a:extLst>
          </p:cNvPr>
          <p:cNvSpPr>
            <a:spLocks noChangeShapeType="1"/>
          </p:cNvSpPr>
          <p:nvPr/>
        </p:nvSpPr>
        <p:spPr bwMode="auto">
          <a:xfrm>
            <a:off x="457200"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6446" name="Line 15">
            <a:extLst>
              <a:ext uri="{FF2B5EF4-FFF2-40B4-BE49-F238E27FC236}">
                <a16:creationId xmlns:a16="http://schemas.microsoft.com/office/drawing/2014/main" id="{FE2D6D80-F468-7BB8-6C10-9DF9F93C4A85}"/>
              </a:ext>
            </a:extLst>
          </p:cNvPr>
          <p:cNvSpPr>
            <a:spLocks noChangeShapeType="1"/>
          </p:cNvSpPr>
          <p:nvPr/>
        </p:nvSpPr>
        <p:spPr bwMode="auto">
          <a:xfrm>
            <a:off x="458788" y="594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6447" name="Rectangle 16">
            <a:extLst>
              <a:ext uri="{FF2B5EF4-FFF2-40B4-BE49-F238E27FC236}">
                <a16:creationId xmlns:a16="http://schemas.microsoft.com/office/drawing/2014/main" id="{ED2A576B-0F94-37A4-F614-F3AE4691CC39}"/>
              </a:ext>
            </a:extLst>
          </p:cNvPr>
          <p:cNvSpPr>
            <a:spLocks noChangeArrowheads="1"/>
          </p:cNvSpPr>
          <p:nvPr/>
        </p:nvSpPr>
        <p:spPr bwMode="auto">
          <a:xfrm>
            <a:off x="495300" y="5349875"/>
            <a:ext cx="8077200" cy="5191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2800" i="0">
                <a:solidFill>
                  <a:srgbClr val="000000"/>
                </a:solidFill>
              </a:rPr>
              <a:t>A prime is divisible only by itself and 1.</a:t>
            </a:r>
          </a:p>
        </p:txBody>
      </p:sp>
      <p:grpSp>
        <p:nvGrpSpPr>
          <p:cNvPr id="146448" name="Group 17">
            <a:extLst>
              <a:ext uri="{FF2B5EF4-FFF2-40B4-BE49-F238E27FC236}">
                <a16:creationId xmlns:a16="http://schemas.microsoft.com/office/drawing/2014/main" id="{5361099C-673D-539B-2D36-15BCE0215871}"/>
              </a:ext>
            </a:extLst>
          </p:cNvPr>
          <p:cNvGrpSpPr>
            <a:grpSpLocks/>
          </p:cNvGrpSpPr>
          <p:nvPr/>
        </p:nvGrpSpPr>
        <p:grpSpPr bwMode="auto">
          <a:xfrm>
            <a:off x="457200" y="4648200"/>
            <a:ext cx="1143000" cy="566738"/>
            <a:chOff x="1200" y="1248"/>
            <a:chExt cx="720" cy="357"/>
          </a:xfrm>
        </p:grpSpPr>
        <p:pic>
          <p:nvPicPr>
            <p:cNvPr id="146449" name="Picture 18">
              <a:extLst>
                <a:ext uri="{FF2B5EF4-FFF2-40B4-BE49-F238E27FC236}">
                  <a16:creationId xmlns:a16="http://schemas.microsoft.com/office/drawing/2014/main" id="{A92D26E3-2523-2FC0-D8E1-98BB065E13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6450" name="Text Box 19">
              <a:extLst>
                <a:ext uri="{FF2B5EF4-FFF2-40B4-BE49-F238E27FC236}">
                  <a16:creationId xmlns:a16="http://schemas.microsoft.com/office/drawing/2014/main" id="{3B9E73B2-CCA3-B3CF-0A14-CC49FD140741}"/>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Number Placeholder 1">
            <a:extLst>
              <a:ext uri="{FF2B5EF4-FFF2-40B4-BE49-F238E27FC236}">
                <a16:creationId xmlns:a16="http://schemas.microsoft.com/office/drawing/2014/main" id="{2BFE2993-3DCA-E375-E6CA-B993D67E4E3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B0CA2457-CEDA-4740-9582-E76B01479CEC}" type="slidenum">
              <a:rPr lang="en-US" altLang="en-US" i="0">
                <a:solidFill>
                  <a:srgbClr val="1C1C1C"/>
                </a:solidFill>
                <a:latin typeface="Arial" panose="020B0604020202020204" pitchFamily="34" charset="0"/>
              </a:rPr>
              <a:pPr/>
              <a:t>67</a:t>
            </a:fld>
            <a:endParaRPr lang="en-US" altLang="en-US" i="0">
              <a:solidFill>
                <a:srgbClr val="1C1C1C"/>
              </a:solidFill>
              <a:latin typeface="Arial" panose="020B0604020202020204" pitchFamily="34" charset="0"/>
            </a:endParaRPr>
          </a:p>
        </p:txBody>
      </p:sp>
      <p:sp>
        <p:nvSpPr>
          <p:cNvPr id="148483" name="Rectangle 2">
            <a:extLst>
              <a:ext uri="{FF2B5EF4-FFF2-40B4-BE49-F238E27FC236}">
                <a16:creationId xmlns:a16="http://schemas.microsoft.com/office/drawing/2014/main" id="{63A615D0-108B-BF99-8FF9-363D61A6E8A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8484" name="Rectangle 3">
            <a:extLst>
              <a:ext uri="{FF2B5EF4-FFF2-40B4-BE49-F238E27FC236}">
                <a16:creationId xmlns:a16="http://schemas.microsoft.com/office/drawing/2014/main" id="{B65F993E-8728-B7A4-068B-FDBF5282CE5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8485" name="Rectangle 4">
            <a:extLst>
              <a:ext uri="{FF2B5EF4-FFF2-40B4-BE49-F238E27FC236}">
                <a16:creationId xmlns:a16="http://schemas.microsoft.com/office/drawing/2014/main" id="{C9EFC273-B43A-0050-C622-4F1DDEE3E3F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8486" name="Rectangle 5">
            <a:extLst>
              <a:ext uri="{FF2B5EF4-FFF2-40B4-BE49-F238E27FC236}">
                <a16:creationId xmlns:a16="http://schemas.microsoft.com/office/drawing/2014/main" id="{2224E946-9607-794B-07C3-31F46D59032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8487" name="Rectangle 6">
            <a:extLst>
              <a:ext uri="{FF2B5EF4-FFF2-40B4-BE49-F238E27FC236}">
                <a16:creationId xmlns:a16="http://schemas.microsoft.com/office/drawing/2014/main" id="{FD3DF0E5-2E80-5958-2B36-0D7BA5FBDFF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8488" name="Rectangle 7">
            <a:extLst>
              <a:ext uri="{FF2B5EF4-FFF2-40B4-BE49-F238E27FC236}">
                <a16:creationId xmlns:a16="http://schemas.microsoft.com/office/drawing/2014/main" id="{4DBF5D24-619F-3F2D-93A1-BF1C793A983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8489" name="Rectangle 8">
            <a:extLst>
              <a:ext uri="{FF2B5EF4-FFF2-40B4-BE49-F238E27FC236}">
                <a16:creationId xmlns:a16="http://schemas.microsoft.com/office/drawing/2014/main" id="{98653409-22EF-E255-E542-381A05C7587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48490" name="Text Box 9">
            <a:extLst>
              <a:ext uri="{FF2B5EF4-FFF2-40B4-BE49-F238E27FC236}">
                <a16:creationId xmlns:a16="http://schemas.microsoft.com/office/drawing/2014/main" id="{0BA3DEBF-C77F-A24F-23F5-1D1E795C8067}"/>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9.1.1</a:t>
            </a:r>
            <a:r>
              <a:rPr lang="en-US" altLang="en-US" sz="3200">
                <a:solidFill>
                  <a:srgbClr val="FF0000"/>
                </a:solidFill>
              </a:rPr>
              <a:t>     </a:t>
            </a:r>
            <a:r>
              <a:rPr lang="en-US" altLang="en-US" sz="3200">
                <a:solidFill>
                  <a:srgbClr val="000000"/>
                </a:solidFill>
              </a:rPr>
              <a:t>Continued</a:t>
            </a:r>
          </a:p>
        </p:txBody>
      </p:sp>
      <p:sp>
        <p:nvSpPr>
          <p:cNvPr id="148491" name="Rectangle 10">
            <a:extLst>
              <a:ext uri="{FF2B5EF4-FFF2-40B4-BE49-F238E27FC236}">
                <a16:creationId xmlns:a16="http://schemas.microsoft.com/office/drawing/2014/main" id="{658E6B49-34CF-9EB9-F121-339485A2CB83}"/>
              </a:ext>
            </a:extLst>
          </p:cNvPr>
          <p:cNvSpPr>
            <a:spLocks noChangeArrowheads="1"/>
          </p:cNvSpPr>
          <p:nvPr/>
        </p:nvSpPr>
        <p:spPr bwMode="auto">
          <a:xfrm>
            <a:off x="152400" y="16002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What is the smallest prime?</a:t>
            </a:r>
          </a:p>
        </p:txBody>
      </p:sp>
      <p:sp>
        <p:nvSpPr>
          <p:cNvPr id="148492" name="Text Box 11">
            <a:extLst>
              <a:ext uri="{FF2B5EF4-FFF2-40B4-BE49-F238E27FC236}">
                <a16:creationId xmlns:a16="http://schemas.microsoft.com/office/drawing/2014/main" id="{0E902D91-6307-DB9D-B7AF-30E37F88A5E3}"/>
              </a:ext>
            </a:extLst>
          </p:cNvPr>
          <p:cNvSpPr txBox="1">
            <a:spLocks noChangeArrowheads="1"/>
          </p:cNvSpPr>
          <p:nvPr/>
        </p:nvSpPr>
        <p:spPr bwMode="auto">
          <a:xfrm>
            <a:off x="228600" y="11430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a:t>
            </a:r>
            <a:endParaRPr lang="en-US" altLang="en-US" sz="2000">
              <a:solidFill>
                <a:srgbClr val="FFFFFF"/>
              </a:solidFill>
            </a:endParaRPr>
          </a:p>
        </p:txBody>
      </p:sp>
      <p:sp>
        <p:nvSpPr>
          <p:cNvPr id="148493" name="Rectangle 13">
            <a:extLst>
              <a:ext uri="{FF2B5EF4-FFF2-40B4-BE49-F238E27FC236}">
                <a16:creationId xmlns:a16="http://schemas.microsoft.com/office/drawing/2014/main" id="{44D298A4-7831-80C3-EC17-A7876A0CC925}"/>
              </a:ext>
            </a:extLst>
          </p:cNvPr>
          <p:cNvSpPr>
            <a:spLocks noChangeArrowheads="1"/>
          </p:cNvSpPr>
          <p:nvPr/>
        </p:nvSpPr>
        <p:spPr bwMode="auto">
          <a:xfrm>
            <a:off x="152400" y="2149475"/>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The smallest prime is 2, which is divisible by 2 (itself) and 1. </a:t>
            </a:r>
          </a:p>
        </p:txBody>
      </p:sp>
      <p:sp>
        <p:nvSpPr>
          <p:cNvPr id="148494" name="Rectangle 14">
            <a:extLst>
              <a:ext uri="{FF2B5EF4-FFF2-40B4-BE49-F238E27FC236}">
                <a16:creationId xmlns:a16="http://schemas.microsoft.com/office/drawing/2014/main" id="{538911E4-7655-67FF-718A-0056A86DE5C0}"/>
              </a:ext>
            </a:extLst>
          </p:cNvPr>
          <p:cNvSpPr>
            <a:spLocks noChangeArrowheads="1"/>
          </p:cNvSpPr>
          <p:nvPr/>
        </p:nvSpPr>
        <p:spPr bwMode="auto">
          <a:xfrm>
            <a:off x="152400" y="3614738"/>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List the primes smaller than 10.</a:t>
            </a:r>
          </a:p>
        </p:txBody>
      </p:sp>
      <p:sp>
        <p:nvSpPr>
          <p:cNvPr id="148495" name="Text Box 15">
            <a:extLst>
              <a:ext uri="{FF2B5EF4-FFF2-40B4-BE49-F238E27FC236}">
                <a16:creationId xmlns:a16="http://schemas.microsoft.com/office/drawing/2014/main" id="{B483C4B4-C5F3-F7C4-68E0-28C053E309CE}"/>
              </a:ext>
            </a:extLst>
          </p:cNvPr>
          <p:cNvSpPr txBox="1">
            <a:spLocks noChangeArrowheads="1"/>
          </p:cNvSpPr>
          <p:nvPr/>
        </p:nvSpPr>
        <p:spPr bwMode="auto">
          <a:xfrm>
            <a:off x="228600" y="3157538"/>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9.2</a:t>
            </a:r>
            <a:endParaRPr lang="en-US" altLang="en-US" sz="2000">
              <a:solidFill>
                <a:srgbClr val="FFFFFF"/>
              </a:solidFill>
            </a:endParaRPr>
          </a:p>
        </p:txBody>
      </p:sp>
      <p:sp>
        <p:nvSpPr>
          <p:cNvPr id="148496" name="Rectangle 16">
            <a:extLst>
              <a:ext uri="{FF2B5EF4-FFF2-40B4-BE49-F238E27FC236}">
                <a16:creationId xmlns:a16="http://schemas.microsoft.com/office/drawing/2014/main" id="{9FE9716C-3C54-5391-E224-78B6C299448B}"/>
              </a:ext>
            </a:extLst>
          </p:cNvPr>
          <p:cNvSpPr>
            <a:spLocks noChangeArrowheads="1"/>
          </p:cNvSpPr>
          <p:nvPr/>
        </p:nvSpPr>
        <p:spPr bwMode="auto">
          <a:xfrm>
            <a:off x="152400" y="4162425"/>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There are four primes less than 10: 2, 3, 5, and 7. It is interesting to note that the percentage of primes in the range 1 to 10 is 40%. The percentage decreases as the range increases.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Number Placeholder 1">
            <a:extLst>
              <a:ext uri="{FF2B5EF4-FFF2-40B4-BE49-F238E27FC236}">
                <a16:creationId xmlns:a16="http://schemas.microsoft.com/office/drawing/2014/main" id="{0A0A312C-8C15-BD41-895D-75F73942E14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CDD2A146-8680-448D-84FF-08C660386ED7}" type="slidenum">
              <a:rPr lang="en-US" altLang="en-US" i="0">
                <a:solidFill>
                  <a:srgbClr val="1C1C1C"/>
                </a:solidFill>
                <a:latin typeface="Arial" panose="020B0604020202020204" pitchFamily="34" charset="0"/>
              </a:rPr>
              <a:pPr/>
              <a:t>68</a:t>
            </a:fld>
            <a:endParaRPr lang="en-US" altLang="en-US" i="0">
              <a:solidFill>
                <a:srgbClr val="1C1C1C"/>
              </a:solidFill>
              <a:latin typeface="Arial" panose="020B0604020202020204" pitchFamily="34" charset="0"/>
            </a:endParaRPr>
          </a:p>
        </p:txBody>
      </p:sp>
      <p:sp>
        <p:nvSpPr>
          <p:cNvPr id="150531" name="Rectangle 2">
            <a:extLst>
              <a:ext uri="{FF2B5EF4-FFF2-40B4-BE49-F238E27FC236}">
                <a16:creationId xmlns:a16="http://schemas.microsoft.com/office/drawing/2014/main" id="{A9F7DB46-B390-6262-8E8E-B916DB88302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0532" name="Rectangle 3">
            <a:extLst>
              <a:ext uri="{FF2B5EF4-FFF2-40B4-BE49-F238E27FC236}">
                <a16:creationId xmlns:a16="http://schemas.microsoft.com/office/drawing/2014/main" id="{A8998F8E-BC08-0556-2858-A8826A72B74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0533" name="Rectangle 4">
            <a:extLst>
              <a:ext uri="{FF2B5EF4-FFF2-40B4-BE49-F238E27FC236}">
                <a16:creationId xmlns:a16="http://schemas.microsoft.com/office/drawing/2014/main" id="{048E2D86-D1A6-6A9C-915F-5013450C0F5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0534" name="Rectangle 5">
            <a:extLst>
              <a:ext uri="{FF2B5EF4-FFF2-40B4-BE49-F238E27FC236}">
                <a16:creationId xmlns:a16="http://schemas.microsoft.com/office/drawing/2014/main" id="{9C5FD625-D308-2D13-C5C6-BB7AF63AE28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0535" name="Rectangle 6">
            <a:extLst>
              <a:ext uri="{FF2B5EF4-FFF2-40B4-BE49-F238E27FC236}">
                <a16:creationId xmlns:a16="http://schemas.microsoft.com/office/drawing/2014/main" id="{BE3D01FF-BB24-429B-928F-FC33AC7B627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0536" name="Rectangle 7">
            <a:extLst>
              <a:ext uri="{FF2B5EF4-FFF2-40B4-BE49-F238E27FC236}">
                <a16:creationId xmlns:a16="http://schemas.microsoft.com/office/drawing/2014/main" id="{75CDBE7C-CF27-AF81-125F-407D2ECF39D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0537" name="Rectangle 8">
            <a:extLst>
              <a:ext uri="{FF2B5EF4-FFF2-40B4-BE49-F238E27FC236}">
                <a16:creationId xmlns:a16="http://schemas.microsoft.com/office/drawing/2014/main" id="{E61E3186-0161-EE17-7DC4-C1EBC5AC2B2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0538" name="Text Box 10">
            <a:extLst>
              <a:ext uri="{FF2B5EF4-FFF2-40B4-BE49-F238E27FC236}">
                <a16:creationId xmlns:a16="http://schemas.microsoft.com/office/drawing/2014/main" id="{FA82E772-130A-E669-92A3-0413E633E227}"/>
              </a:ext>
            </a:extLst>
          </p:cNvPr>
          <p:cNvSpPr txBox="1">
            <a:spLocks noChangeArrowheads="1"/>
          </p:cNvSpPr>
          <p:nvPr/>
        </p:nvSpPr>
        <p:spPr bwMode="auto">
          <a:xfrm>
            <a:off x="1143000" y="0"/>
            <a:ext cx="4813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9.1.2  Cardinality of Primes</a:t>
            </a:r>
          </a:p>
        </p:txBody>
      </p:sp>
      <p:sp>
        <p:nvSpPr>
          <p:cNvPr id="150539" name="Rectangle 11">
            <a:extLst>
              <a:ext uri="{FF2B5EF4-FFF2-40B4-BE49-F238E27FC236}">
                <a16:creationId xmlns:a16="http://schemas.microsoft.com/office/drawing/2014/main" id="{B2A0B55D-5E47-A235-6FC0-E6E1FF18D23A}"/>
              </a:ext>
            </a:extLst>
          </p:cNvPr>
          <p:cNvSpPr>
            <a:spLocks noChangeArrowheads="1"/>
          </p:cNvSpPr>
          <p:nvPr/>
        </p:nvSpPr>
        <p:spPr bwMode="auto">
          <a:xfrm>
            <a:off x="228600" y="1143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Infinite Number of Primes</a:t>
            </a:r>
            <a:endParaRPr lang="en-US" altLang="en-US" sz="2800">
              <a:solidFill>
                <a:srgbClr val="000000"/>
              </a:solidFill>
            </a:endParaRPr>
          </a:p>
        </p:txBody>
      </p:sp>
      <p:sp>
        <p:nvSpPr>
          <p:cNvPr id="150540" name="Line 12">
            <a:extLst>
              <a:ext uri="{FF2B5EF4-FFF2-40B4-BE49-F238E27FC236}">
                <a16:creationId xmlns:a16="http://schemas.microsoft.com/office/drawing/2014/main" id="{6333D60D-B123-788D-3F41-7E8C0D3435CD}"/>
              </a:ext>
            </a:extLst>
          </p:cNvPr>
          <p:cNvSpPr>
            <a:spLocks noChangeShapeType="1"/>
          </p:cNvSpPr>
          <p:nvPr/>
        </p:nvSpPr>
        <p:spPr bwMode="auto">
          <a:xfrm>
            <a:off x="457200" y="2438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0541" name="Line 13">
            <a:extLst>
              <a:ext uri="{FF2B5EF4-FFF2-40B4-BE49-F238E27FC236}">
                <a16:creationId xmlns:a16="http://schemas.microsoft.com/office/drawing/2014/main" id="{5840B363-AE5C-72B1-249C-906B3DCA98AD}"/>
              </a:ext>
            </a:extLst>
          </p:cNvPr>
          <p:cNvSpPr>
            <a:spLocks noChangeShapeType="1"/>
          </p:cNvSpPr>
          <p:nvPr/>
        </p:nvSpPr>
        <p:spPr bwMode="auto">
          <a:xfrm>
            <a:off x="458788" y="3124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0542" name="Rectangle 14">
            <a:extLst>
              <a:ext uri="{FF2B5EF4-FFF2-40B4-BE49-F238E27FC236}">
                <a16:creationId xmlns:a16="http://schemas.microsoft.com/office/drawing/2014/main" id="{A9862393-17BF-B76C-45D9-3AA139417918}"/>
              </a:ext>
            </a:extLst>
          </p:cNvPr>
          <p:cNvSpPr>
            <a:spLocks noChangeArrowheads="1"/>
          </p:cNvSpPr>
          <p:nvPr/>
        </p:nvSpPr>
        <p:spPr bwMode="auto">
          <a:xfrm>
            <a:off x="495300" y="2530475"/>
            <a:ext cx="8077200" cy="5191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2800" i="0">
                <a:solidFill>
                  <a:srgbClr val="000000"/>
                </a:solidFill>
              </a:rPr>
              <a:t>There is an infinite number of primes.</a:t>
            </a:r>
          </a:p>
        </p:txBody>
      </p:sp>
      <p:grpSp>
        <p:nvGrpSpPr>
          <p:cNvPr id="150543" name="Group 15">
            <a:extLst>
              <a:ext uri="{FF2B5EF4-FFF2-40B4-BE49-F238E27FC236}">
                <a16:creationId xmlns:a16="http://schemas.microsoft.com/office/drawing/2014/main" id="{0BD24FB1-BDBF-7085-F689-ED7346822796}"/>
              </a:ext>
            </a:extLst>
          </p:cNvPr>
          <p:cNvGrpSpPr>
            <a:grpSpLocks/>
          </p:cNvGrpSpPr>
          <p:nvPr/>
        </p:nvGrpSpPr>
        <p:grpSpPr bwMode="auto">
          <a:xfrm>
            <a:off x="457200" y="1828800"/>
            <a:ext cx="1143000" cy="566738"/>
            <a:chOff x="1200" y="1248"/>
            <a:chExt cx="720" cy="357"/>
          </a:xfrm>
        </p:grpSpPr>
        <p:pic>
          <p:nvPicPr>
            <p:cNvPr id="150544" name="Picture 16">
              <a:extLst>
                <a:ext uri="{FF2B5EF4-FFF2-40B4-BE49-F238E27FC236}">
                  <a16:creationId xmlns:a16="http://schemas.microsoft.com/office/drawing/2014/main" id="{23F2B2C1-AAB6-7B95-A9C3-A1A0E605C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0545" name="Text Box 17">
              <a:extLst>
                <a:ext uri="{FF2B5EF4-FFF2-40B4-BE49-F238E27FC236}">
                  <a16:creationId xmlns:a16="http://schemas.microsoft.com/office/drawing/2014/main" id="{D8CFFD04-F632-BCB1-E4F9-0289D2FF93A3}"/>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Number Placeholder 1">
            <a:extLst>
              <a:ext uri="{FF2B5EF4-FFF2-40B4-BE49-F238E27FC236}">
                <a16:creationId xmlns:a16="http://schemas.microsoft.com/office/drawing/2014/main" id="{C5D4592F-EABB-3BAB-B715-80469E5C7A3A}"/>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3465CB32-5DA4-44A8-9D97-AC80FB890A9C}" type="slidenum">
              <a:rPr lang="en-US" altLang="en-US" i="0">
                <a:solidFill>
                  <a:srgbClr val="1C1C1C"/>
                </a:solidFill>
                <a:latin typeface="Arial" panose="020B0604020202020204" pitchFamily="34" charset="0"/>
              </a:rPr>
              <a:pPr/>
              <a:t>69</a:t>
            </a:fld>
            <a:endParaRPr lang="en-US" altLang="en-US" i="0">
              <a:solidFill>
                <a:srgbClr val="1C1C1C"/>
              </a:solidFill>
              <a:latin typeface="Arial" panose="020B0604020202020204" pitchFamily="34" charset="0"/>
            </a:endParaRPr>
          </a:p>
        </p:txBody>
      </p:sp>
      <p:sp>
        <p:nvSpPr>
          <p:cNvPr id="152579" name="Rectangle 2">
            <a:extLst>
              <a:ext uri="{FF2B5EF4-FFF2-40B4-BE49-F238E27FC236}">
                <a16:creationId xmlns:a16="http://schemas.microsoft.com/office/drawing/2014/main" id="{C55473F4-4FDE-B621-0FE3-603F4ED4D80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2580" name="Rectangle 3">
            <a:extLst>
              <a:ext uri="{FF2B5EF4-FFF2-40B4-BE49-F238E27FC236}">
                <a16:creationId xmlns:a16="http://schemas.microsoft.com/office/drawing/2014/main" id="{45001342-87A8-5215-C139-828F36BD274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2581" name="Rectangle 4">
            <a:extLst>
              <a:ext uri="{FF2B5EF4-FFF2-40B4-BE49-F238E27FC236}">
                <a16:creationId xmlns:a16="http://schemas.microsoft.com/office/drawing/2014/main" id="{DEF4DCA1-CB75-236F-ADEA-A42F89B979C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2582" name="Rectangle 5">
            <a:extLst>
              <a:ext uri="{FF2B5EF4-FFF2-40B4-BE49-F238E27FC236}">
                <a16:creationId xmlns:a16="http://schemas.microsoft.com/office/drawing/2014/main" id="{68927E91-B4A3-53F0-3052-0093FCAB55F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2583" name="Rectangle 6">
            <a:extLst>
              <a:ext uri="{FF2B5EF4-FFF2-40B4-BE49-F238E27FC236}">
                <a16:creationId xmlns:a16="http://schemas.microsoft.com/office/drawing/2014/main" id="{D299AAF2-605E-E597-3057-681E6E6C11B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2584" name="Rectangle 7">
            <a:extLst>
              <a:ext uri="{FF2B5EF4-FFF2-40B4-BE49-F238E27FC236}">
                <a16:creationId xmlns:a16="http://schemas.microsoft.com/office/drawing/2014/main" id="{BDC85E40-FD08-944D-DB4E-5578E1B0F39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2585" name="Rectangle 8">
            <a:extLst>
              <a:ext uri="{FF2B5EF4-FFF2-40B4-BE49-F238E27FC236}">
                <a16:creationId xmlns:a16="http://schemas.microsoft.com/office/drawing/2014/main" id="{0E6AD1AA-430D-C6DB-E176-4A37AC23592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2586" name="Text Box 9">
            <a:extLst>
              <a:ext uri="{FF2B5EF4-FFF2-40B4-BE49-F238E27FC236}">
                <a16:creationId xmlns:a16="http://schemas.microsoft.com/office/drawing/2014/main" id="{D8DC22F4-CDF6-A351-B9A8-C9510F73E9FE}"/>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9.1.2</a:t>
            </a:r>
            <a:r>
              <a:rPr lang="en-US" altLang="en-US" sz="3200">
                <a:solidFill>
                  <a:srgbClr val="FF0000"/>
                </a:solidFill>
              </a:rPr>
              <a:t>     </a:t>
            </a:r>
            <a:r>
              <a:rPr lang="en-US" altLang="en-US" sz="3200">
                <a:solidFill>
                  <a:srgbClr val="000000"/>
                </a:solidFill>
              </a:rPr>
              <a:t>Continued</a:t>
            </a:r>
          </a:p>
        </p:txBody>
      </p:sp>
      <p:sp>
        <p:nvSpPr>
          <p:cNvPr id="152587" name="Rectangle 13">
            <a:extLst>
              <a:ext uri="{FF2B5EF4-FFF2-40B4-BE49-F238E27FC236}">
                <a16:creationId xmlns:a16="http://schemas.microsoft.com/office/drawing/2014/main" id="{4D090871-D7FE-9A0D-E217-7E483DD3F29D}"/>
              </a:ext>
            </a:extLst>
          </p:cNvPr>
          <p:cNvSpPr>
            <a:spLocks noChangeArrowheads="1"/>
          </p:cNvSpPr>
          <p:nvPr/>
        </p:nvSpPr>
        <p:spPr bwMode="auto">
          <a:xfrm>
            <a:off x="152400" y="41910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Find the number of primes less than 1,000,000.</a:t>
            </a:r>
          </a:p>
        </p:txBody>
      </p:sp>
      <p:sp>
        <p:nvSpPr>
          <p:cNvPr id="152588" name="Rectangle 15">
            <a:extLst>
              <a:ext uri="{FF2B5EF4-FFF2-40B4-BE49-F238E27FC236}">
                <a16:creationId xmlns:a16="http://schemas.microsoft.com/office/drawing/2014/main" id="{22486216-AACF-E56C-C613-6A918F1B71A9}"/>
              </a:ext>
            </a:extLst>
          </p:cNvPr>
          <p:cNvSpPr>
            <a:spLocks noChangeArrowheads="1"/>
          </p:cNvSpPr>
          <p:nvPr/>
        </p:nvSpPr>
        <p:spPr bwMode="auto">
          <a:xfrm>
            <a:off x="76200" y="5045075"/>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The approximation gives the range 72,383 to 78,543. The actual number of primes is 78,498.</a:t>
            </a:r>
          </a:p>
        </p:txBody>
      </p:sp>
      <p:sp>
        <p:nvSpPr>
          <p:cNvPr id="152589" name="Rectangle 18">
            <a:extLst>
              <a:ext uri="{FF2B5EF4-FFF2-40B4-BE49-F238E27FC236}">
                <a16:creationId xmlns:a16="http://schemas.microsoft.com/office/drawing/2014/main" id="{EA109ACF-0B77-A7B7-4D99-F316D96994F4}"/>
              </a:ext>
            </a:extLst>
          </p:cNvPr>
          <p:cNvSpPr>
            <a:spLocks noChangeArrowheads="1"/>
          </p:cNvSpPr>
          <p:nvPr/>
        </p:nvSpPr>
        <p:spPr bwMode="auto">
          <a:xfrm>
            <a:off x="228600" y="12192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Number of Primes</a:t>
            </a:r>
            <a:endParaRPr lang="en-US" altLang="en-US" sz="2800">
              <a:solidFill>
                <a:srgbClr val="000000"/>
              </a:solidFill>
            </a:endParaRPr>
          </a:p>
        </p:txBody>
      </p:sp>
      <p:pic>
        <p:nvPicPr>
          <p:cNvPr id="152590" name="Picture 19">
            <a:extLst>
              <a:ext uri="{FF2B5EF4-FFF2-40B4-BE49-F238E27FC236}">
                <a16:creationId xmlns:a16="http://schemas.microsoft.com/office/drawing/2014/main" id="{477ECB88-8916-DF91-FBD5-AFB63E1A5C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286000"/>
            <a:ext cx="7010400" cy="566738"/>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Number Placeholder 1">
            <a:extLst>
              <a:ext uri="{FF2B5EF4-FFF2-40B4-BE49-F238E27FC236}">
                <a16:creationId xmlns:a16="http://schemas.microsoft.com/office/drawing/2014/main" id="{8E762EEE-C4B6-A860-2324-B966032E7586}"/>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78C15087-3AD3-409A-A268-C66FFECBDDE7}" type="slidenum">
              <a:rPr lang="en-US" altLang="en-US" i="0">
                <a:solidFill>
                  <a:srgbClr val="1C1C1C"/>
                </a:solidFill>
                <a:latin typeface="Arial" panose="020B0604020202020204" pitchFamily="34" charset="0"/>
              </a:rPr>
              <a:pPr/>
              <a:t>70</a:t>
            </a:fld>
            <a:endParaRPr lang="en-US" altLang="en-US" i="0">
              <a:solidFill>
                <a:srgbClr val="1C1C1C"/>
              </a:solidFill>
              <a:latin typeface="Arial" panose="020B0604020202020204" pitchFamily="34" charset="0"/>
            </a:endParaRPr>
          </a:p>
        </p:txBody>
      </p:sp>
      <p:sp>
        <p:nvSpPr>
          <p:cNvPr id="154627" name="Rectangle 2">
            <a:extLst>
              <a:ext uri="{FF2B5EF4-FFF2-40B4-BE49-F238E27FC236}">
                <a16:creationId xmlns:a16="http://schemas.microsoft.com/office/drawing/2014/main" id="{D21A009D-7907-6CCE-2FDB-9F56409CED2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4628" name="Rectangle 3">
            <a:extLst>
              <a:ext uri="{FF2B5EF4-FFF2-40B4-BE49-F238E27FC236}">
                <a16:creationId xmlns:a16="http://schemas.microsoft.com/office/drawing/2014/main" id="{258C3D3F-0ED3-B9D2-D23D-E57F1DE9F6A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4629" name="Rectangle 4">
            <a:extLst>
              <a:ext uri="{FF2B5EF4-FFF2-40B4-BE49-F238E27FC236}">
                <a16:creationId xmlns:a16="http://schemas.microsoft.com/office/drawing/2014/main" id="{0FC47D54-1F56-12D9-5F68-4BCE360F804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4630" name="Rectangle 5">
            <a:extLst>
              <a:ext uri="{FF2B5EF4-FFF2-40B4-BE49-F238E27FC236}">
                <a16:creationId xmlns:a16="http://schemas.microsoft.com/office/drawing/2014/main" id="{B900BDDA-13EF-B48B-7B41-EC6CC5E6993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4631" name="Rectangle 6">
            <a:extLst>
              <a:ext uri="{FF2B5EF4-FFF2-40B4-BE49-F238E27FC236}">
                <a16:creationId xmlns:a16="http://schemas.microsoft.com/office/drawing/2014/main" id="{41E38987-A6DE-FA35-7E83-203A0D75704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4632" name="Rectangle 7">
            <a:extLst>
              <a:ext uri="{FF2B5EF4-FFF2-40B4-BE49-F238E27FC236}">
                <a16:creationId xmlns:a16="http://schemas.microsoft.com/office/drawing/2014/main" id="{96C08526-086E-228D-9268-EEE5C22E07F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4633" name="Rectangle 8">
            <a:extLst>
              <a:ext uri="{FF2B5EF4-FFF2-40B4-BE49-F238E27FC236}">
                <a16:creationId xmlns:a16="http://schemas.microsoft.com/office/drawing/2014/main" id="{596AEB61-F0FD-FB81-3BAC-8479C35F8B5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4634" name="Rectangle 9">
            <a:extLst>
              <a:ext uri="{FF2B5EF4-FFF2-40B4-BE49-F238E27FC236}">
                <a16:creationId xmlns:a16="http://schemas.microsoft.com/office/drawing/2014/main" id="{F85BE186-B4AD-CEA8-D144-ACE4BD37DA09}"/>
              </a:ext>
            </a:extLst>
          </p:cNvPr>
          <p:cNvSpPr>
            <a:spLocks noChangeArrowheads="1"/>
          </p:cNvSpPr>
          <p:nvPr/>
        </p:nvSpPr>
        <p:spPr bwMode="auto">
          <a:xfrm>
            <a:off x="228600" y="1143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000000"/>
                </a:solidFill>
              </a:rPr>
              <a:t>Given a number n, how can we determine if n is a prime? The answer is that we need to see if the number is divisible by all primes less than</a:t>
            </a:r>
          </a:p>
        </p:txBody>
      </p:sp>
      <p:sp>
        <p:nvSpPr>
          <p:cNvPr id="154635" name="Text Box 10">
            <a:extLst>
              <a:ext uri="{FF2B5EF4-FFF2-40B4-BE49-F238E27FC236}">
                <a16:creationId xmlns:a16="http://schemas.microsoft.com/office/drawing/2014/main" id="{71549AE3-6D20-A742-3974-5B9FDB4A53A6}"/>
              </a:ext>
            </a:extLst>
          </p:cNvPr>
          <p:cNvSpPr txBox="1">
            <a:spLocks noChangeArrowheads="1"/>
          </p:cNvSpPr>
          <p:nvPr/>
        </p:nvSpPr>
        <p:spPr bwMode="auto">
          <a:xfrm>
            <a:off x="1143000" y="0"/>
            <a:ext cx="52435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9.1.3  Checking for Primeness</a:t>
            </a:r>
          </a:p>
        </p:txBody>
      </p:sp>
      <p:pic>
        <p:nvPicPr>
          <p:cNvPr id="154636" name="Picture 11">
            <a:extLst>
              <a:ext uri="{FF2B5EF4-FFF2-40B4-BE49-F238E27FC236}">
                <a16:creationId xmlns:a16="http://schemas.microsoft.com/office/drawing/2014/main" id="{CC8897C5-A50D-9DB9-974B-002C29DFF2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2895600"/>
            <a:ext cx="8413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4637" name="Rectangle 12">
            <a:extLst>
              <a:ext uri="{FF2B5EF4-FFF2-40B4-BE49-F238E27FC236}">
                <a16:creationId xmlns:a16="http://schemas.microsoft.com/office/drawing/2014/main" id="{4266B29F-D2DE-8E1C-698F-E215A23032E8}"/>
              </a:ext>
            </a:extLst>
          </p:cNvPr>
          <p:cNvSpPr>
            <a:spLocks noChangeArrowheads="1"/>
          </p:cNvSpPr>
          <p:nvPr/>
        </p:nvSpPr>
        <p:spPr bwMode="auto">
          <a:xfrm>
            <a:off x="228600" y="400685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000000"/>
                </a:solidFill>
              </a:rPr>
              <a:t>We know that this method is inefficient, but it is a good start.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Number Placeholder 1">
            <a:extLst>
              <a:ext uri="{FF2B5EF4-FFF2-40B4-BE49-F238E27FC236}">
                <a16:creationId xmlns:a16="http://schemas.microsoft.com/office/drawing/2014/main" id="{296CB628-5CCA-CB4F-334D-A6AEA9C1D2A6}"/>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2B700EE4-4D88-4D7A-980A-636229B728AA}" type="slidenum">
              <a:rPr lang="en-US" altLang="en-US" i="0">
                <a:solidFill>
                  <a:srgbClr val="1C1C1C"/>
                </a:solidFill>
                <a:latin typeface="Arial" panose="020B0604020202020204" pitchFamily="34" charset="0"/>
              </a:rPr>
              <a:pPr/>
              <a:t>71</a:t>
            </a:fld>
            <a:endParaRPr lang="en-US" altLang="en-US" i="0">
              <a:solidFill>
                <a:srgbClr val="1C1C1C"/>
              </a:solidFill>
              <a:latin typeface="Arial" panose="020B0604020202020204" pitchFamily="34" charset="0"/>
            </a:endParaRPr>
          </a:p>
        </p:txBody>
      </p:sp>
      <p:sp>
        <p:nvSpPr>
          <p:cNvPr id="156675" name="Rectangle 2">
            <a:extLst>
              <a:ext uri="{FF2B5EF4-FFF2-40B4-BE49-F238E27FC236}">
                <a16:creationId xmlns:a16="http://schemas.microsoft.com/office/drawing/2014/main" id="{DBA8411F-E73E-6768-516E-968056E2AE9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6676" name="Rectangle 3">
            <a:extLst>
              <a:ext uri="{FF2B5EF4-FFF2-40B4-BE49-F238E27FC236}">
                <a16:creationId xmlns:a16="http://schemas.microsoft.com/office/drawing/2014/main" id="{0D0A6697-ED1E-78B0-E652-F995B168DB4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6677" name="Rectangle 4">
            <a:extLst>
              <a:ext uri="{FF2B5EF4-FFF2-40B4-BE49-F238E27FC236}">
                <a16:creationId xmlns:a16="http://schemas.microsoft.com/office/drawing/2014/main" id="{B5C9BB07-5804-54D9-DD76-FF8BB0E37E7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6678" name="Rectangle 5">
            <a:extLst>
              <a:ext uri="{FF2B5EF4-FFF2-40B4-BE49-F238E27FC236}">
                <a16:creationId xmlns:a16="http://schemas.microsoft.com/office/drawing/2014/main" id="{8A3FFC59-5A66-2263-C720-10B6B304C45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6679" name="Rectangle 6">
            <a:extLst>
              <a:ext uri="{FF2B5EF4-FFF2-40B4-BE49-F238E27FC236}">
                <a16:creationId xmlns:a16="http://schemas.microsoft.com/office/drawing/2014/main" id="{8158F773-C717-93AD-3EB9-39D8B0CF6D0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6680" name="Rectangle 7">
            <a:extLst>
              <a:ext uri="{FF2B5EF4-FFF2-40B4-BE49-F238E27FC236}">
                <a16:creationId xmlns:a16="http://schemas.microsoft.com/office/drawing/2014/main" id="{E05B6B86-829B-4BED-0CED-84BD0BE82FF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6681" name="Rectangle 8">
            <a:extLst>
              <a:ext uri="{FF2B5EF4-FFF2-40B4-BE49-F238E27FC236}">
                <a16:creationId xmlns:a16="http://schemas.microsoft.com/office/drawing/2014/main" id="{A2D0D321-6EE7-2280-7D9C-0E36C2FE5D2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6682" name="Text Box 9">
            <a:extLst>
              <a:ext uri="{FF2B5EF4-FFF2-40B4-BE49-F238E27FC236}">
                <a16:creationId xmlns:a16="http://schemas.microsoft.com/office/drawing/2014/main" id="{BC8D2634-C9E5-763F-C6D6-0B5CF98F0394}"/>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9.1.3</a:t>
            </a:r>
            <a:r>
              <a:rPr lang="en-US" altLang="en-US" sz="3200">
                <a:solidFill>
                  <a:srgbClr val="FF0000"/>
                </a:solidFill>
              </a:rPr>
              <a:t>     </a:t>
            </a:r>
            <a:r>
              <a:rPr lang="en-US" altLang="en-US" sz="3200">
                <a:solidFill>
                  <a:srgbClr val="000000"/>
                </a:solidFill>
              </a:rPr>
              <a:t>Continued</a:t>
            </a:r>
          </a:p>
        </p:txBody>
      </p:sp>
      <p:sp>
        <p:nvSpPr>
          <p:cNvPr id="156683" name="Rectangle 10">
            <a:extLst>
              <a:ext uri="{FF2B5EF4-FFF2-40B4-BE49-F238E27FC236}">
                <a16:creationId xmlns:a16="http://schemas.microsoft.com/office/drawing/2014/main" id="{B38F01EF-802A-9D4E-458E-03F3B29B450C}"/>
              </a:ext>
            </a:extLst>
          </p:cNvPr>
          <p:cNvSpPr>
            <a:spLocks noChangeArrowheads="1"/>
          </p:cNvSpPr>
          <p:nvPr/>
        </p:nvSpPr>
        <p:spPr bwMode="auto">
          <a:xfrm>
            <a:off x="152400" y="18288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Is 97 a prime?</a:t>
            </a:r>
          </a:p>
        </p:txBody>
      </p:sp>
      <p:sp>
        <p:nvSpPr>
          <p:cNvPr id="156684" name="Text Box 11">
            <a:extLst>
              <a:ext uri="{FF2B5EF4-FFF2-40B4-BE49-F238E27FC236}">
                <a16:creationId xmlns:a16="http://schemas.microsoft.com/office/drawing/2014/main" id="{97CB5A2A-10C2-F0CB-D346-7EA187FB385E}"/>
              </a:ext>
            </a:extLst>
          </p:cNvPr>
          <p:cNvSpPr txBox="1">
            <a:spLocks noChangeArrowheads="1"/>
          </p:cNvSpPr>
          <p:nvPr/>
        </p:nvSpPr>
        <p:spPr bwMode="auto">
          <a:xfrm>
            <a:off x="228600" y="11430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9.5</a:t>
            </a:r>
            <a:endParaRPr lang="en-US" altLang="en-US" sz="2000">
              <a:solidFill>
                <a:srgbClr val="FFFFFF"/>
              </a:solidFill>
            </a:endParaRPr>
          </a:p>
        </p:txBody>
      </p:sp>
      <p:grpSp>
        <p:nvGrpSpPr>
          <p:cNvPr id="156685" name="Group 14">
            <a:extLst>
              <a:ext uri="{FF2B5EF4-FFF2-40B4-BE49-F238E27FC236}">
                <a16:creationId xmlns:a16="http://schemas.microsoft.com/office/drawing/2014/main" id="{3407D430-39C2-3714-A387-94B84FE193EF}"/>
              </a:ext>
            </a:extLst>
          </p:cNvPr>
          <p:cNvGrpSpPr>
            <a:grpSpLocks/>
          </p:cNvGrpSpPr>
          <p:nvPr/>
        </p:nvGrpSpPr>
        <p:grpSpPr bwMode="auto">
          <a:xfrm>
            <a:off x="76200" y="2438400"/>
            <a:ext cx="8839200" cy="1552575"/>
            <a:chOff x="48" y="1536"/>
            <a:chExt cx="5568" cy="978"/>
          </a:xfrm>
        </p:grpSpPr>
        <p:sp>
          <p:nvSpPr>
            <p:cNvPr id="156691" name="Rectangle 12">
              <a:extLst>
                <a:ext uri="{FF2B5EF4-FFF2-40B4-BE49-F238E27FC236}">
                  <a16:creationId xmlns:a16="http://schemas.microsoft.com/office/drawing/2014/main" id="{9B0D3837-9727-FB26-93E2-EC43D305E4E2}"/>
                </a:ext>
              </a:extLst>
            </p:cNvPr>
            <p:cNvSpPr>
              <a:spLocks noChangeArrowheads="1"/>
            </p:cNvSpPr>
            <p:nvPr/>
          </p:nvSpPr>
          <p:spPr bwMode="auto">
            <a:xfrm>
              <a:off x="48" y="1536"/>
              <a:ext cx="5568"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The floor of </a:t>
              </a:r>
              <a:r>
                <a:rPr lang="en-US" altLang="en-US" sz="2400" i="0">
                  <a:solidFill>
                    <a:srgbClr val="000000"/>
                  </a:solidFill>
                  <a:latin typeface="Symbol" panose="05050102010706020507" pitchFamily="18" charset="2"/>
                </a:rPr>
                <a:t>Ö</a:t>
              </a:r>
              <a:r>
                <a:rPr lang="en-US" altLang="en-US" sz="2400" i="0">
                  <a:solidFill>
                    <a:srgbClr val="000000"/>
                  </a:solidFill>
                </a:rPr>
                <a:t>97 = 9. The primes less than 9 are 2, 3, 5, and 7. We need to see if 97 is divisible by any of these numbers. It is not, so 97 is a prime.</a:t>
              </a:r>
            </a:p>
          </p:txBody>
        </p:sp>
        <p:sp>
          <p:nvSpPr>
            <p:cNvPr id="156692" name="Line 13">
              <a:extLst>
                <a:ext uri="{FF2B5EF4-FFF2-40B4-BE49-F238E27FC236}">
                  <a16:creationId xmlns:a16="http://schemas.microsoft.com/office/drawing/2014/main" id="{0E2BA4B4-F8DC-70CB-BB16-DB8BC0E13735}"/>
                </a:ext>
              </a:extLst>
            </p:cNvPr>
            <p:cNvSpPr>
              <a:spLocks noChangeShapeType="1"/>
            </p:cNvSpPr>
            <p:nvPr/>
          </p:nvSpPr>
          <p:spPr bwMode="auto">
            <a:xfrm>
              <a:off x="1248" y="182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56686" name="Rectangle 15">
            <a:extLst>
              <a:ext uri="{FF2B5EF4-FFF2-40B4-BE49-F238E27FC236}">
                <a16:creationId xmlns:a16="http://schemas.microsoft.com/office/drawing/2014/main" id="{57CB393E-28CE-14D8-6AD9-CD30158601FF}"/>
              </a:ext>
            </a:extLst>
          </p:cNvPr>
          <p:cNvSpPr>
            <a:spLocks noChangeArrowheads="1"/>
          </p:cNvSpPr>
          <p:nvPr/>
        </p:nvSpPr>
        <p:spPr bwMode="auto">
          <a:xfrm>
            <a:off x="152400" y="4695825"/>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Is 301 a prime?</a:t>
            </a:r>
          </a:p>
        </p:txBody>
      </p:sp>
      <p:sp>
        <p:nvSpPr>
          <p:cNvPr id="156687" name="Text Box 16">
            <a:extLst>
              <a:ext uri="{FF2B5EF4-FFF2-40B4-BE49-F238E27FC236}">
                <a16:creationId xmlns:a16="http://schemas.microsoft.com/office/drawing/2014/main" id="{47A119E5-AC77-EF63-61FC-6DECA75DD1FB}"/>
              </a:ext>
            </a:extLst>
          </p:cNvPr>
          <p:cNvSpPr txBox="1">
            <a:spLocks noChangeArrowheads="1"/>
          </p:cNvSpPr>
          <p:nvPr/>
        </p:nvSpPr>
        <p:spPr bwMode="auto">
          <a:xfrm>
            <a:off x="228600" y="4238625"/>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9.6</a:t>
            </a:r>
            <a:endParaRPr lang="en-US" altLang="en-US" sz="2000">
              <a:solidFill>
                <a:srgbClr val="FFFFFF"/>
              </a:solidFill>
            </a:endParaRPr>
          </a:p>
        </p:txBody>
      </p:sp>
      <p:grpSp>
        <p:nvGrpSpPr>
          <p:cNvPr id="156688" name="Group 17">
            <a:extLst>
              <a:ext uri="{FF2B5EF4-FFF2-40B4-BE49-F238E27FC236}">
                <a16:creationId xmlns:a16="http://schemas.microsoft.com/office/drawing/2014/main" id="{F3A19652-0428-1F1C-47A1-BDAB2EE214E3}"/>
              </a:ext>
            </a:extLst>
          </p:cNvPr>
          <p:cNvGrpSpPr>
            <a:grpSpLocks/>
          </p:cNvGrpSpPr>
          <p:nvPr/>
        </p:nvGrpSpPr>
        <p:grpSpPr bwMode="auto">
          <a:xfrm>
            <a:off x="76200" y="5153025"/>
            <a:ext cx="8839200" cy="1552575"/>
            <a:chOff x="48" y="1566"/>
            <a:chExt cx="5568" cy="978"/>
          </a:xfrm>
        </p:grpSpPr>
        <p:sp>
          <p:nvSpPr>
            <p:cNvPr id="156689" name="Rectangle 18">
              <a:extLst>
                <a:ext uri="{FF2B5EF4-FFF2-40B4-BE49-F238E27FC236}">
                  <a16:creationId xmlns:a16="http://schemas.microsoft.com/office/drawing/2014/main" id="{A259B88A-12F1-5592-0FB4-4C13067190D4}"/>
                </a:ext>
              </a:extLst>
            </p:cNvPr>
            <p:cNvSpPr>
              <a:spLocks noChangeArrowheads="1"/>
            </p:cNvSpPr>
            <p:nvPr/>
          </p:nvSpPr>
          <p:spPr bwMode="auto">
            <a:xfrm>
              <a:off x="48" y="1566"/>
              <a:ext cx="5568" cy="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The floor of </a:t>
              </a:r>
              <a:r>
                <a:rPr lang="en-US" altLang="en-US" sz="2400" i="0">
                  <a:solidFill>
                    <a:srgbClr val="000000"/>
                  </a:solidFill>
                  <a:latin typeface="Symbol" panose="05050102010706020507" pitchFamily="18" charset="2"/>
                </a:rPr>
                <a:t>Ö</a:t>
              </a:r>
              <a:r>
                <a:rPr lang="en-US" altLang="en-US" sz="2400" i="0">
                  <a:solidFill>
                    <a:srgbClr val="000000"/>
                  </a:solidFill>
                </a:rPr>
                <a:t>301 = 17. We need to check 2, 3, 5, 7, 11, 13, and 17. The numbers 2, 3, and 5 do not divide 301, but 7 does. Therefore 301 is not a prime.</a:t>
              </a:r>
            </a:p>
          </p:txBody>
        </p:sp>
        <p:sp>
          <p:nvSpPr>
            <p:cNvPr id="156690" name="Line 19">
              <a:extLst>
                <a:ext uri="{FF2B5EF4-FFF2-40B4-BE49-F238E27FC236}">
                  <a16:creationId xmlns:a16="http://schemas.microsoft.com/office/drawing/2014/main" id="{86E97A10-A969-6FEB-5294-6BD0AFE3C9EF}"/>
                </a:ext>
              </a:extLst>
            </p:cNvPr>
            <p:cNvSpPr>
              <a:spLocks noChangeShapeType="1"/>
            </p:cNvSpPr>
            <p:nvPr/>
          </p:nvSpPr>
          <p:spPr bwMode="auto">
            <a:xfrm>
              <a:off x="1248" y="1824"/>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Number Placeholder 1">
            <a:extLst>
              <a:ext uri="{FF2B5EF4-FFF2-40B4-BE49-F238E27FC236}">
                <a16:creationId xmlns:a16="http://schemas.microsoft.com/office/drawing/2014/main" id="{7AF360DA-98DF-32C7-9D0B-4D45BE5C025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EA60AD9E-D51B-4641-BF65-ACFAA7FAA5DC}" type="slidenum">
              <a:rPr lang="en-US" altLang="en-US" i="0">
                <a:solidFill>
                  <a:srgbClr val="1C1C1C"/>
                </a:solidFill>
                <a:latin typeface="Arial" panose="020B0604020202020204" pitchFamily="34" charset="0"/>
              </a:rPr>
              <a:pPr/>
              <a:t>72</a:t>
            </a:fld>
            <a:endParaRPr lang="en-US" altLang="en-US" i="0">
              <a:solidFill>
                <a:srgbClr val="1C1C1C"/>
              </a:solidFill>
              <a:latin typeface="Arial" panose="020B0604020202020204" pitchFamily="34" charset="0"/>
            </a:endParaRPr>
          </a:p>
        </p:txBody>
      </p:sp>
      <p:sp>
        <p:nvSpPr>
          <p:cNvPr id="158723" name="Rectangle 2">
            <a:extLst>
              <a:ext uri="{FF2B5EF4-FFF2-40B4-BE49-F238E27FC236}">
                <a16:creationId xmlns:a16="http://schemas.microsoft.com/office/drawing/2014/main" id="{FADA02B8-1019-AF00-F5A3-6FF902BA828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8724" name="Rectangle 3">
            <a:extLst>
              <a:ext uri="{FF2B5EF4-FFF2-40B4-BE49-F238E27FC236}">
                <a16:creationId xmlns:a16="http://schemas.microsoft.com/office/drawing/2014/main" id="{0FAC1094-77D3-4CF3-99C2-E29E013DE50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8725" name="Rectangle 4">
            <a:extLst>
              <a:ext uri="{FF2B5EF4-FFF2-40B4-BE49-F238E27FC236}">
                <a16:creationId xmlns:a16="http://schemas.microsoft.com/office/drawing/2014/main" id="{7CE250CF-3121-A910-676C-7FC2C7A1084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8726" name="Rectangle 5">
            <a:extLst>
              <a:ext uri="{FF2B5EF4-FFF2-40B4-BE49-F238E27FC236}">
                <a16:creationId xmlns:a16="http://schemas.microsoft.com/office/drawing/2014/main" id="{620B154C-3C5D-FA34-3563-B6EC4F89BA8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8727" name="Rectangle 6">
            <a:extLst>
              <a:ext uri="{FF2B5EF4-FFF2-40B4-BE49-F238E27FC236}">
                <a16:creationId xmlns:a16="http://schemas.microsoft.com/office/drawing/2014/main" id="{96B33D38-7E19-DC71-4787-380605B699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8728" name="Rectangle 7">
            <a:extLst>
              <a:ext uri="{FF2B5EF4-FFF2-40B4-BE49-F238E27FC236}">
                <a16:creationId xmlns:a16="http://schemas.microsoft.com/office/drawing/2014/main" id="{643209EE-6257-9DC8-A809-FBBEF351D1F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8729" name="Rectangle 8">
            <a:extLst>
              <a:ext uri="{FF2B5EF4-FFF2-40B4-BE49-F238E27FC236}">
                <a16:creationId xmlns:a16="http://schemas.microsoft.com/office/drawing/2014/main" id="{EBE4B1A1-F863-6201-1EA4-FB68935C091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58730" name="Rectangle 9">
            <a:extLst>
              <a:ext uri="{FF2B5EF4-FFF2-40B4-BE49-F238E27FC236}">
                <a16:creationId xmlns:a16="http://schemas.microsoft.com/office/drawing/2014/main" id="{B7AA2F8E-E648-62BB-33DC-31B2A72D6772}"/>
              </a:ext>
            </a:extLst>
          </p:cNvPr>
          <p:cNvSpPr>
            <a:spLocks noChangeArrowheads="1"/>
          </p:cNvSpPr>
          <p:nvPr/>
        </p:nvSpPr>
        <p:spPr bwMode="auto">
          <a:xfrm>
            <a:off x="228600" y="1143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000000"/>
                </a:solidFill>
              </a:rPr>
              <a:t>Euler’s phi-function, </a:t>
            </a:r>
            <a:r>
              <a:rPr lang="en-US" altLang="en-US" sz="2800">
                <a:solidFill>
                  <a:srgbClr val="000000"/>
                </a:solidFill>
                <a:latin typeface="Symbol" panose="05050102010706020507" pitchFamily="18" charset="2"/>
              </a:rPr>
              <a:t>f </a:t>
            </a:r>
            <a:r>
              <a:rPr lang="en-US" altLang="en-US" sz="2800">
                <a:solidFill>
                  <a:srgbClr val="000000"/>
                </a:solidFill>
              </a:rPr>
              <a:t>(n), which is sometimes called the</a:t>
            </a:r>
          </a:p>
          <a:p>
            <a:pPr algn="just"/>
            <a:r>
              <a:rPr lang="en-US" altLang="en-US" sz="2800">
                <a:solidFill>
                  <a:srgbClr val="FF0000"/>
                </a:solidFill>
              </a:rPr>
              <a:t>Euler’s totient function</a:t>
            </a:r>
            <a:r>
              <a:rPr lang="en-US" altLang="en-US" sz="2800">
                <a:solidFill>
                  <a:srgbClr val="000000"/>
                </a:solidFill>
              </a:rPr>
              <a:t> plays a very important role in cryptography. </a:t>
            </a:r>
          </a:p>
        </p:txBody>
      </p:sp>
      <p:sp>
        <p:nvSpPr>
          <p:cNvPr id="158731" name="Text Box 10">
            <a:extLst>
              <a:ext uri="{FF2B5EF4-FFF2-40B4-BE49-F238E27FC236}">
                <a16:creationId xmlns:a16="http://schemas.microsoft.com/office/drawing/2014/main" id="{0220D061-A108-35C0-9743-D31E268FFE15}"/>
              </a:ext>
            </a:extLst>
          </p:cNvPr>
          <p:cNvSpPr txBox="1">
            <a:spLocks noChangeArrowheads="1"/>
          </p:cNvSpPr>
          <p:nvPr/>
        </p:nvSpPr>
        <p:spPr bwMode="auto">
          <a:xfrm>
            <a:off x="1143000" y="0"/>
            <a:ext cx="4822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9.1.4  Euler’s Phi-Function</a:t>
            </a:r>
          </a:p>
        </p:txBody>
      </p:sp>
      <p:pic>
        <p:nvPicPr>
          <p:cNvPr id="986123" name="Picture 11">
            <a:extLst>
              <a:ext uri="{FF2B5EF4-FFF2-40B4-BE49-F238E27FC236}">
                <a16:creationId xmlns:a16="http://schemas.microsoft.com/office/drawing/2014/main" id="{2E6E3064-0FD9-1A71-66ED-9877D2C7AA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613150"/>
            <a:ext cx="4778375"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6124" name="Picture 12">
            <a:extLst>
              <a:ext uri="{FF2B5EF4-FFF2-40B4-BE49-F238E27FC236}">
                <a16:creationId xmlns:a16="http://schemas.microsoft.com/office/drawing/2014/main" id="{57086DEF-76D7-070A-47EC-9EE65F0063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4724400"/>
            <a:ext cx="8955088"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861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86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Number Placeholder 1">
            <a:extLst>
              <a:ext uri="{FF2B5EF4-FFF2-40B4-BE49-F238E27FC236}">
                <a16:creationId xmlns:a16="http://schemas.microsoft.com/office/drawing/2014/main" id="{99D4729F-8AB5-6CDB-4622-B1D1651F34E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AAC1A89B-DA94-4708-9285-ECDA8348B3C9}" type="slidenum">
              <a:rPr lang="en-US" altLang="en-US" i="0">
                <a:solidFill>
                  <a:srgbClr val="1C1C1C"/>
                </a:solidFill>
                <a:latin typeface="Arial" panose="020B0604020202020204" pitchFamily="34" charset="0"/>
              </a:rPr>
              <a:pPr/>
              <a:t>73</a:t>
            </a:fld>
            <a:endParaRPr lang="en-US" altLang="en-US" i="0">
              <a:solidFill>
                <a:srgbClr val="1C1C1C"/>
              </a:solidFill>
              <a:latin typeface="Arial" panose="020B0604020202020204" pitchFamily="34" charset="0"/>
            </a:endParaRPr>
          </a:p>
        </p:txBody>
      </p:sp>
      <p:sp>
        <p:nvSpPr>
          <p:cNvPr id="160771" name="Rectangle 2">
            <a:extLst>
              <a:ext uri="{FF2B5EF4-FFF2-40B4-BE49-F238E27FC236}">
                <a16:creationId xmlns:a16="http://schemas.microsoft.com/office/drawing/2014/main" id="{C15CDDE5-9F40-F0AB-72E4-8C4AA7AD1D5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0772" name="Rectangle 3">
            <a:extLst>
              <a:ext uri="{FF2B5EF4-FFF2-40B4-BE49-F238E27FC236}">
                <a16:creationId xmlns:a16="http://schemas.microsoft.com/office/drawing/2014/main" id="{F73EAB3F-B3E4-522D-5696-CE9ECB5ECD2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0773" name="Rectangle 4">
            <a:extLst>
              <a:ext uri="{FF2B5EF4-FFF2-40B4-BE49-F238E27FC236}">
                <a16:creationId xmlns:a16="http://schemas.microsoft.com/office/drawing/2014/main" id="{ECB4CE47-A524-73AB-9210-30D9D9421BD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0774" name="Rectangle 5">
            <a:extLst>
              <a:ext uri="{FF2B5EF4-FFF2-40B4-BE49-F238E27FC236}">
                <a16:creationId xmlns:a16="http://schemas.microsoft.com/office/drawing/2014/main" id="{36D224E8-9CCA-02FB-BE49-416811E8AFD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0775" name="Rectangle 6">
            <a:extLst>
              <a:ext uri="{FF2B5EF4-FFF2-40B4-BE49-F238E27FC236}">
                <a16:creationId xmlns:a16="http://schemas.microsoft.com/office/drawing/2014/main" id="{A4F27F74-4844-7B58-0566-E4108330164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0776" name="Rectangle 7">
            <a:extLst>
              <a:ext uri="{FF2B5EF4-FFF2-40B4-BE49-F238E27FC236}">
                <a16:creationId xmlns:a16="http://schemas.microsoft.com/office/drawing/2014/main" id="{78C6D68B-BAD4-5B41-052D-A6D9CF7BAB6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0777" name="Rectangle 8">
            <a:extLst>
              <a:ext uri="{FF2B5EF4-FFF2-40B4-BE49-F238E27FC236}">
                <a16:creationId xmlns:a16="http://schemas.microsoft.com/office/drawing/2014/main" id="{F93EDA32-4266-8978-B322-1D9A79BFD09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988169" name="Rectangle 9">
            <a:extLst>
              <a:ext uri="{FF2B5EF4-FFF2-40B4-BE49-F238E27FC236}">
                <a16:creationId xmlns:a16="http://schemas.microsoft.com/office/drawing/2014/main" id="{1FD2E1B7-81B6-A469-2A98-3BEB600277B7}"/>
              </a:ext>
            </a:extLst>
          </p:cNvPr>
          <p:cNvSpPr>
            <a:spLocks noChangeArrowheads="1"/>
          </p:cNvSpPr>
          <p:nvPr/>
        </p:nvSpPr>
        <p:spPr bwMode="auto">
          <a:xfrm>
            <a:off x="228600" y="1143000"/>
            <a:ext cx="8686800" cy="18002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000000"/>
                </a:solidFill>
              </a:rPr>
              <a:t>We can combine the above four rules to find the value of </a:t>
            </a:r>
            <a:r>
              <a:rPr lang="en-US" altLang="en-US" sz="2800">
                <a:solidFill>
                  <a:srgbClr val="000000"/>
                </a:solidFill>
                <a:latin typeface="Symbol" panose="05050102010706020507" pitchFamily="18" charset="2"/>
              </a:rPr>
              <a:t>f</a:t>
            </a:r>
            <a:r>
              <a:rPr lang="en-US" altLang="en-US" sz="2800">
                <a:solidFill>
                  <a:srgbClr val="000000"/>
                </a:solidFill>
              </a:rPr>
              <a:t>(n). For example, if n can be factored as </a:t>
            </a:r>
          </a:p>
          <a:p>
            <a:pPr algn="just"/>
            <a:r>
              <a:rPr lang="en-US" altLang="en-US" sz="2800">
                <a:solidFill>
                  <a:srgbClr val="000000"/>
                </a:solidFill>
              </a:rPr>
              <a:t>                         n = p</a:t>
            </a:r>
            <a:r>
              <a:rPr lang="en-US" altLang="en-US" baseline="-25000">
                <a:solidFill>
                  <a:srgbClr val="000000"/>
                </a:solidFill>
              </a:rPr>
              <a:t>1</a:t>
            </a:r>
            <a:r>
              <a:rPr lang="en-US" altLang="en-US" sz="2800" baseline="30000">
                <a:solidFill>
                  <a:srgbClr val="000000"/>
                </a:solidFill>
              </a:rPr>
              <a:t>e</a:t>
            </a:r>
            <a:r>
              <a:rPr lang="en-US" altLang="en-US" sz="1400" baseline="30000">
                <a:solidFill>
                  <a:srgbClr val="000000"/>
                </a:solidFill>
              </a:rPr>
              <a:t>1</a:t>
            </a:r>
            <a:r>
              <a:rPr lang="en-US" altLang="en-US" sz="2800" baseline="30000">
                <a:solidFill>
                  <a:srgbClr val="000000"/>
                </a:solidFill>
              </a:rPr>
              <a:t> </a:t>
            </a:r>
            <a:r>
              <a:rPr lang="en-US" altLang="en-US" sz="2800">
                <a:solidFill>
                  <a:srgbClr val="000000"/>
                </a:solidFill>
              </a:rPr>
              <a:t>× p</a:t>
            </a:r>
            <a:r>
              <a:rPr lang="en-US" altLang="en-US" sz="2800" baseline="-25000">
                <a:solidFill>
                  <a:srgbClr val="000000"/>
                </a:solidFill>
              </a:rPr>
              <a:t>2</a:t>
            </a:r>
            <a:r>
              <a:rPr lang="en-US" altLang="en-US" sz="2800" baseline="30000">
                <a:solidFill>
                  <a:srgbClr val="000000"/>
                </a:solidFill>
              </a:rPr>
              <a:t>e</a:t>
            </a:r>
            <a:r>
              <a:rPr lang="en-US" altLang="en-US" sz="1600" baseline="30000">
                <a:solidFill>
                  <a:srgbClr val="000000"/>
                </a:solidFill>
              </a:rPr>
              <a:t>2</a:t>
            </a:r>
            <a:r>
              <a:rPr lang="en-US" altLang="en-US" sz="2800">
                <a:solidFill>
                  <a:srgbClr val="000000"/>
                </a:solidFill>
              </a:rPr>
              <a:t> × … × p</a:t>
            </a:r>
            <a:r>
              <a:rPr lang="en-US" altLang="en-US" sz="2800" baseline="-25000">
                <a:solidFill>
                  <a:srgbClr val="000000"/>
                </a:solidFill>
              </a:rPr>
              <a:t>k</a:t>
            </a:r>
            <a:r>
              <a:rPr lang="en-US" altLang="en-US" sz="2800" baseline="30000">
                <a:solidFill>
                  <a:srgbClr val="000000"/>
                </a:solidFill>
              </a:rPr>
              <a:t>e</a:t>
            </a:r>
            <a:r>
              <a:rPr lang="en-US" altLang="en-US" sz="1400" baseline="30000">
                <a:solidFill>
                  <a:srgbClr val="000000"/>
                </a:solidFill>
              </a:rPr>
              <a:t>k </a:t>
            </a:r>
            <a:endParaRPr lang="en-US" altLang="en-US" sz="2800">
              <a:solidFill>
                <a:srgbClr val="000000"/>
              </a:solidFill>
            </a:endParaRPr>
          </a:p>
          <a:p>
            <a:pPr algn="just"/>
            <a:r>
              <a:rPr lang="en-US" altLang="en-US" sz="2800">
                <a:solidFill>
                  <a:srgbClr val="000000"/>
                </a:solidFill>
              </a:rPr>
              <a:t>then we combine the third and the fourth rule to find</a:t>
            </a:r>
          </a:p>
        </p:txBody>
      </p:sp>
      <p:sp>
        <p:nvSpPr>
          <p:cNvPr id="160779" name="Text Box 10">
            <a:extLst>
              <a:ext uri="{FF2B5EF4-FFF2-40B4-BE49-F238E27FC236}">
                <a16:creationId xmlns:a16="http://schemas.microsoft.com/office/drawing/2014/main" id="{58C0BD47-34F1-898F-13CF-65C446AA37BC}"/>
              </a:ext>
            </a:extLst>
          </p:cNvPr>
          <p:cNvSpPr txBox="1">
            <a:spLocks noChangeArrowheads="1"/>
          </p:cNvSpPr>
          <p:nvPr/>
        </p:nvSpPr>
        <p:spPr bwMode="auto">
          <a:xfrm>
            <a:off x="11430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9.1.4  Continued</a:t>
            </a:r>
          </a:p>
        </p:txBody>
      </p:sp>
      <p:pic>
        <p:nvPicPr>
          <p:cNvPr id="988171" name="Picture 11">
            <a:extLst>
              <a:ext uri="{FF2B5EF4-FFF2-40B4-BE49-F238E27FC236}">
                <a16:creationId xmlns:a16="http://schemas.microsoft.com/office/drawing/2014/main" id="{F23D4E11-F1E0-BCCC-5F55-4A1372877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429000"/>
            <a:ext cx="7970838" cy="525463"/>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88172" name="Line 12">
            <a:extLst>
              <a:ext uri="{FF2B5EF4-FFF2-40B4-BE49-F238E27FC236}">
                <a16:creationId xmlns:a16="http://schemas.microsoft.com/office/drawing/2014/main" id="{7A507354-DA5D-0411-C0F0-EA4FBA940DD0}"/>
              </a:ext>
            </a:extLst>
          </p:cNvPr>
          <p:cNvSpPr>
            <a:spLocks noChangeShapeType="1"/>
          </p:cNvSpPr>
          <p:nvPr/>
        </p:nvSpPr>
        <p:spPr bwMode="auto">
          <a:xfrm>
            <a:off x="457200" y="4953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88173" name="Line 13">
            <a:extLst>
              <a:ext uri="{FF2B5EF4-FFF2-40B4-BE49-F238E27FC236}">
                <a16:creationId xmlns:a16="http://schemas.microsoft.com/office/drawing/2014/main" id="{3C3D21AF-093E-D76A-868D-DB9B67A5040F}"/>
              </a:ext>
            </a:extLst>
          </p:cNvPr>
          <p:cNvSpPr>
            <a:spLocks noChangeShapeType="1"/>
          </p:cNvSpPr>
          <p:nvPr/>
        </p:nvSpPr>
        <p:spPr bwMode="auto">
          <a:xfrm>
            <a:off x="458788" y="6096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88174" name="Rectangle 14">
            <a:extLst>
              <a:ext uri="{FF2B5EF4-FFF2-40B4-BE49-F238E27FC236}">
                <a16:creationId xmlns:a16="http://schemas.microsoft.com/office/drawing/2014/main" id="{6D623501-08D6-D45C-FC8D-52024CC85EF7}"/>
              </a:ext>
            </a:extLst>
          </p:cNvPr>
          <p:cNvSpPr>
            <a:spLocks noChangeArrowheads="1"/>
          </p:cNvSpPr>
          <p:nvPr/>
        </p:nvSpPr>
        <p:spPr bwMode="auto">
          <a:xfrm>
            <a:off x="495300" y="5045075"/>
            <a:ext cx="8077200" cy="9461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2800" i="0">
                <a:solidFill>
                  <a:srgbClr val="000000"/>
                </a:solidFill>
              </a:rPr>
              <a:t>The difficulty of finding </a:t>
            </a:r>
            <a:r>
              <a:rPr lang="en-US" altLang="en-US" sz="2800" i="0">
                <a:solidFill>
                  <a:srgbClr val="000000"/>
                </a:solidFill>
                <a:latin typeface="Symbol" panose="05050102010706020507" pitchFamily="18" charset="2"/>
              </a:rPr>
              <a:t>f</a:t>
            </a:r>
            <a:r>
              <a:rPr lang="en-US" altLang="en-US" sz="2800" i="0">
                <a:solidFill>
                  <a:srgbClr val="000000"/>
                </a:solidFill>
              </a:rPr>
              <a:t>(n) depends on the difficulty of finding the factorization of </a:t>
            </a:r>
            <a:r>
              <a:rPr lang="en-US" altLang="en-US" sz="2800">
                <a:solidFill>
                  <a:srgbClr val="000000"/>
                </a:solidFill>
              </a:rPr>
              <a:t>n</a:t>
            </a:r>
            <a:r>
              <a:rPr lang="en-US" altLang="en-US" sz="2800" i="0">
                <a:solidFill>
                  <a:srgbClr val="000000"/>
                </a:solidFill>
              </a:rPr>
              <a:t>.</a:t>
            </a:r>
          </a:p>
        </p:txBody>
      </p:sp>
      <p:grpSp>
        <p:nvGrpSpPr>
          <p:cNvPr id="160784" name="Group 15">
            <a:extLst>
              <a:ext uri="{FF2B5EF4-FFF2-40B4-BE49-F238E27FC236}">
                <a16:creationId xmlns:a16="http://schemas.microsoft.com/office/drawing/2014/main" id="{645B8B61-9C70-5501-D862-7515456E1098}"/>
              </a:ext>
            </a:extLst>
          </p:cNvPr>
          <p:cNvGrpSpPr>
            <a:grpSpLocks/>
          </p:cNvGrpSpPr>
          <p:nvPr/>
        </p:nvGrpSpPr>
        <p:grpSpPr bwMode="auto">
          <a:xfrm>
            <a:off x="457200" y="4343400"/>
            <a:ext cx="1143000" cy="566738"/>
            <a:chOff x="1200" y="1248"/>
            <a:chExt cx="720" cy="357"/>
          </a:xfrm>
        </p:grpSpPr>
        <p:pic>
          <p:nvPicPr>
            <p:cNvPr id="160785" name="Picture 16">
              <a:extLst>
                <a:ext uri="{FF2B5EF4-FFF2-40B4-BE49-F238E27FC236}">
                  <a16:creationId xmlns:a16="http://schemas.microsoft.com/office/drawing/2014/main" id="{6B6F12EC-2A82-6684-5FEA-1A4AA2922F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0786" name="Text Box 17">
              <a:extLst>
                <a:ext uri="{FF2B5EF4-FFF2-40B4-BE49-F238E27FC236}">
                  <a16:creationId xmlns:a16="http://schemas.microsoft.com/office/drawing/2014/main" id="{DDCFACC3-1B0E-4DE5-B844-1D591794257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81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881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8817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81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88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9" grpId="0" animBg="1"/>
      <p:bldP spid="98817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81F6BF-2167-54E1-A586-D470172C3F4B}"/>
              </a:ext>
            </a:extLst>
          </p:cNvPr>
          <p:cNvSpPr>
            <a:spLocks noGrp="1"/>
          </p:cNvSpPr>
          <p:nvPr>
            <p:ph idx="1"/>
          </p:nvPr>
        </p:nvSpPr>
        <p:spPr/>
        <p:txBody>
          <a:bodyPr/>
          <a:lstStyle/>
          <a:p>
            <a:pPr marL="205740" indent="-205740" fontAlgn="auto">
              <a:spcAft>
                <a:spcPts val="0"/>
              </a:spcAft>
              <a:buClr>
                <a:schemeClr val="accent3"/>
              </a:buClr>
              <a:buFont typeface="Wingdings 2"/>
              <a:buChar char=""/>
              <a:defRPr/>
            </a:pPr>
            <a:r>
              <a:rPr lang="en-US" sz="1950" dirty="0"/>
              <a:t>Satisfies two properties</a:t>
            </a:r>
          </a:p>
          <a:p>
            <a:pPr marL="480060" lvl="1" indent="-185166" fontAlgn="auto">
              <a:spcAft>
                <a:spcPts val="0"/>
              </a:spcAft>
              <a:buFont typeface="Wingdings 2"/>
              <a:buChar char=""/>
              <a:defRPr/>
            </a:pPr>
            <a:r>
              <a:rPr lang="en-US" dirty="0"/>
              <a:t>f is easy to compute. Given x, y=f(x) can be easily computed</a:t>
            </a:r>
          </a:p>
          <a:p>
            <a:pPr marL="480060" lvl="1" indent="-185166" fontAlgn="auto">
              <a:spcAft>
                <a:spcPts val="0"/>
              </a:spcAft>
              <a:buFont typeface="Wingdings 2"/>
              <a:buChar char=""/>
              <a:defRPr/>
            </a:pPr>
            <a:r>
              <a:rPr lang="en-US" dirty="0"/>
              <a:t>f</a:t>
            </a:r>
            <a:r>
              <a:rPr lang="en-US" baseline="30000" dirty="0"/>
              <a:t>-1 </a:t>
            </a:r>
            <a:r>
              <a:rPr lang="en-US" dirty="0"/>
              <a:t> is difficult to compute. Given y, it is computationally infeasible to calculate x= f</a:t>
            </a:r>
            <a:r>
              <a:rPr lang="en-US" baseline="30000" dirty="0"/>
              <a:t>-1</a:t>
            </a:r>
            <a:r>
              <a:rPr lang="en-US" dirty="0"/>
              <a:t>(y)</a:t>
            </a:r>
          </a:p>
          <a:p>
            <a:pPr marL="480060" lvl="1" indent="-185166" fontAlgn="auto">
              <a:spcAft>
                <a:spcPts val="0"/>
              </a:spcAft>
              <a:buFont typeface="Wingdings 2"/>
              <a:buNone/>
              <a:defRPr/>
            </a:pPr>
            <a:endParaRPr lang="en-US" dirty="0"/>
          </a:p>
          <a:p>
            <a:pPr marL="205740" indent="-205740" fontAlgn="auto">
              <a:spcAft>
                <a:spcPts val="0"/>
              </a:spcAft>
              <a:buClr>
                <a:schemeClr val="accent3"/>
              </a:buClr>
              <a:buFont typeface="Wingdings 2"/>
              <a:buChar char=""/>
              <a:defRPr/>
            </a:pPr>
            <a:r>
              <a:rPr lang="en-US" sz="1950" dirty="0"/>
              <a:t>Trapdoor One-way function</a:t>
            </a:r>
          </a:p>
          <a:p>
            <a:pPr marL="480060" lvl="1" indent="-185166" fontAlgn="auto">
              <a:spcAft>
                <a:spcPts val="0"/>
              </a:spcAft>
              <a:buFont typeface="Wingdings 2"/>
              <a:buChar char=""/>
              <a:defRPr/>
            </a:pPr>
            <a:r>
              <a:rPr lang="en-US" dirty="0"/>
              <a:t>3</a:t>
            </a:r>
            <a:r>
              <a:rPr lang="en-US" baseline="30000" dirty="0"/>
              <a:t>rd</a:t>
            </a:r>
            <a:r>
              <a:rPr lang="en-US" dirty="0"/>
              <a:t> property</a:t>
            </a:r>
          </a:p>
          <a:p>
            <a:pPr lvl="2" indent="-185166" fontAlgn="auto">
              <a:spcAft>
                <a:spcPts val="0"/>
              </a:spcAft>
              <a:buFont typeface="Wingdings 2"/>
              <a:buChar char=""/>
              <a:defRPr/>
            </a:pPr>
            <a:r>
              <a:rPr lang="en-US" sz="1575" dirty="0"/>
              <a:t>Given y and a trapdoor (secret), x can be computed easily.</a:t>
            </a:r>
          </a:p>
          <a:p>
            <a:pPr marL="480060" lvl="1" indent="-185166" fontAlgn="auto">
              <a:spcAft>
                <a:spcPts val="0"/>
              </a:spcAft>
              <a:buFont typeface="Wingdings 2"/>
              <a:buNone/>
              <a:defRPr/>
            </a:pPr>
            <a:endParaRPr lang="en-US" baseline="30000" dirty="0"/>
          </a:p>
          <a:p>
            <a:pPr marL="480060" lvl="1" indent="-185166" fontAlgn="auto">
              <a:spcAft>
                <a:spcPts val="0"/>
              </a:spcAft>
              <a:buFont typeface="Wingdings 2"/>
              <a:buNone/>
              <a:defRPr/>
            </a:pPr>
            <a:endParaRPr lang="en-US" baseline="30000" dirty="0"/>
          </a:p>
          <a:p>
            <a:pPr marL="480060" lvl="1" indent="-185166" fontAlgn="auto">
              <a:spcAft>
                <a:spcPts val="0"/>
              </a:spcAft>
              <a:buFont typeface="Wingdings 2"/>
              <a:buNone/>
              <a:defRPr/>
            </a:pPr>
            <a:endParaRPr lang="en-US" dirty="0"/>
          </a:p>
        </p:txBody>
      </p:sp>
      <p:sp>
        <p:nvSpPr>
          <p:cNvPr id="3" name="Title 2">
            <a:extLst>
              <a:ext uri="{FF2B5EF4-FFF2-40B4-BE49-F238E27FC236}">
                <a16:creationId xmlns:a16="http://schemas.microsoft.com/office/drawing/2014/main" id="{FA76B70A-89B4-8203-459B-6CC26F16B7DB}"/>
              </a:ext>
            </a:extLst>
          </p:cNvPr>
          <p:cNvSpPr>
            <a:spLocks noGrp="1"/>
          </p:cNvSpPr>
          <p:nvPr>
            <p:ph type="title"/>
          </p:nvPr>
        </p:nvSpPr>
        <p:spPr/>
        <p:txBody>
          <a:bodyPr/>
          <a:lstStyle/>
          <a:p>
            <a:pPr fontAlgn="auto">
              <a:spcAft>
                <a:spcPts val="0"/>
              </a:spcAft>
              <a:defRPr/>
            </a:pPr>
            <a:r>
              <a:rPr lang="en-US" sz="3750" dirty="0"/>
              <a:t>One-way Function</a:t>
            </a:r>
          </a:p>
        </p:txBody>
      </p:sp>
      <p:pic>
        <p:nvPicPr>
          <p:cNvPr id="162820" name="Picture 2">
            <a:extLst>
              <a:ext uri="{FF2B5EF4-FFF2-40B4-BE49-F238E27FC236}">
                <a16:creationId xmlns:a16="http://schemas.microsoft.com/office/drawing/2014/main" id="{5559A63F-E69E-38A6-B78C-52B0FC401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2102"/>
          <a:stretch>
            <a:fillRect/>
          </a:stretch>
        </p:blipFill>
        <p:spPr bwMode="auto">
          <a:xfrm>
            <a:off x="76200" y="4724400"/>
            <a:ext cx="8686800"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05BD40-94A1-7B56-9AA7-8B1DA8F5D99E}"/>
              </a:ext>
            </a:extLst>
          </p:cNvPr>
          <p:cNvSpPr>
            <a:spLocks noGrp="1"/>
          </p:cNvSpPr>
          <p:nvPr>
            <p:ph idx="1"/>
          </p:nvPr>
        </p:nvSpPr>
        <p:spPr/>
        <p:txBody>
          <a:bodyPr/>
          <a:lstStyle/>
          <a:p>
            <a:pPr marL="205740" indent="-205740" fontAlgn="auto">
              <a:spcAft>
                <a:spcPts val="0"/>
              </a:spcAft>
              <a:buClr>
                <a:schemeClr val="accent3"/>
              </a:buClr>
              <a:buFont typeface="Wingdings 2"/>
              <a:buChar char=""/>
              <a:defRPr/>
            </a:pPr>
            <a:endParaRPr lang="en-IN" sz="1950"/>
          </a:p>
        </p:txBody>
      </p:sp>
      <p:sp>
        <p:nvSpPr>
          <p:cNvPr id="3" name="Title 2">
            <a:extLst>
              <a:ext uri="{FF2B5EF4-FFF2-40B4-BE49-F238E27FC236}">
                <a16:creationId xmlns:a16="http://schemas.microsoft.com/office/drawing/2014/main" id="{BFAEC357-7E59-2531-0B84-73798E6C6920}"/>
              </a:ext>
            </a:extLst>
          </p:cNvPr>
          <p:cNvSpPr>
            <a:spLocks noGrp="1"/>
          </p:cNvSpPr>
          <p:nvPr>
            <p:ph type="title"/>
          </p:nvPr>
        </p:nvSpPr>
        <p:spPr/>
        <p:txBody>
          <a:bodyPr/>
          <a:lstStyle/>
          <a:p>
            <a:pPr fontAlgn="auto">
              <a:spcAft>
                <a:spcPts val="0"/>
              </a:spcAft>
              <a:defRPr/>
            </a:pPr>
            <a:endParaRPr lang="en-IN" sz="3750"/>
          </a:p>
        </p:txBody>
      </p:sp>
      <p:pic>
        <p:nvPicPr>
          <p:cNvPr id="163844" name="Picture 2">
            <a:extLst>
              <a:ext uri="{FF2B5EF4-FFF2-40B4-BE49-F238E27FC236}">
                <a16:creationId xmlns:a16="http://schemas.microsoft.com/office/drawing/2014/main" id="{03768D45-1B2A-A93A-DE57-62B2EC77E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98" t="-296" r="-1498" b="75255"/>
          <a:stretch>
            <a:fillRect/>
          </a:stretch>
        </p:blipFill>
        <p:spPr bwMode="auto">
          <a:xfrm>
            <a:off x="-20638" y="1981200"/>
            <a:ext cx="9391651"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Number Placeholder 1">
            <a:extLst>
              <a:ext uri="{FF2B5EF4-FFF2-40B4-BE49-F238E27FC236}">
                <a16:creationId xmlns:a16="http://schemas.microsoft.com/office/drawing/2014/main" id="{51F842D3-92D6-A963-E988-4891426A00CD}"/>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3699BADC-4D71-44E8-BE2F-00FD38823AD1}" type="slidenum">
              <a:rPr lang="en-US" altLang="en-US" i="0">
                <a:solidFill>
                  <a:srgbClr val="1C1C1C"/>
                </a:solidFill>
                <a:latin typeface="Arial" panose="020B0604020202020204" pitchFamily="34" charset="0"/>
              </a:rPr>
              <a:pPr/>
              <a:t>76</a:t>
            </a:fld>
            <a:endParaRPr lang="en-US" altLang="en-US" i="0">
              <a:solidFill>
                <a:srgbClr val="1C1C1C"/>
              </a:solidFill>
              <a:latin typeface="Arial" panose="020B0604020202020204" pitchFamily="34" charset="0"/>
            </a:endParaRPr>
          </a:p>
        </p:txBody>
      </p:sp>
      <p:sp>
        <p:nvSpPr>
          <p:cNvPr id="164867" name="Rectangle 2">
            <a:extLst>
              <a:ext uri="{FF2B5EF4-FFF2-40B4-BE49-F238E27FC236}">
                <a16:creationId xmlns:a16="http://schemas.microsoft.com/office/drawing/2014/main" id="{6E1E44EC-49C6-A0BF-6BA1-5F9EDFD0EEF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4868" name="Rectangle 3">
            <a:extLst>
              <a:ext uri="{FF2B5EF4-FFF2-40B4-BE49-F238E27FC236}">
                <a16:creationId xmlns:a16="http://schemas.microsoft.com/office/drawing/2014/main" id="{5D4546A4-4AE4-BEF2-CD39-A4278DB8362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4869" name="Rectangle 4">
            <a:extLst>
              <a:ext uri="{FF2B5EF4-FFF2-40B4-BE49-F238E27FC236}">
                <a16:creationId xmlns:a16="http://schemas.microsoft.com/office/drawing/2014/main" id="{B890F29A-ABD2-AEF1-CEB7-F4EEDD2D27E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4870" name="Rectangle 5">
            <a:extLst>
              <a:ext uri="{FF2B5EF4-FFF2-40B4-BE49-F238E27FC236}">
                <a16:creationId xmlns:a16="http://schemas.microsoft.com/office/drawing/2014/main" id="{11D25BD5-F589-885D-6EF8-2BD2DAAAD98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4871" name="Rectangle 6">
            <a:extLst>
              <a:ext uri="{FF2B5EF4-FFF2-40B4-BE49-F238E27FC236}">
                <a16:creationId xmlns:a16="http://schemas.microsoft.com/office/drawing/2014/main" id="{2573B661-ED66-5747-6391-A2156DD23E1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4872" name="Rectangle 7">
            <a:extLst>
              <a:ext uri="{FF2B5EF4-FFF2-40B4-BE49-F238E27FC236}">
                <a16:creationId xmlns:a16="http://schemas.microsoft.com/office/drawing/2014/main" id="{09D8D71D-FBBB-8BFC-CC19-00E07F2BF1A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4873" name="Rectangle 8">
            <a:extLst>
              <a:ext uri="{FF2B5EF4-FFF2-40B4-BE49-F238E27FC236}">
                <a16:creationId xmlns:a16="http://schemas.microsoft.com/office/drawing/2014/main" id="{60CB4805-80DA-B493-F902-740FFFF761B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4874" name="Text Box 9">
            <a:extLst>
              <a:ext uri="{FF2B5EF4-FFF2-40B4-BE49-F238E27FC236}">
                <a16:creationId xmlns:a16="http://schemas.microsoft.com/office/drawing/2014/main" id="{FF05395D-471F-D807-2C38-833570CC7991}"/>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9.1.4</a:t>
            </a:r>
            <a:r>
              <a:rPr lang="en-US" altLang="en-US" sz="3200">
                <a:solidFill>
                  <a:srgbClr val="FF0000"/>
                </a:solidFill>
              </a:rPr>
              <a:t>     </a:t>
            </a:r>
            <a:r>
              <a:rPr lang="en-US" altLang="en-US" sz="3200">
                <a:solidFill>
                  <a:srgbClr val="000000"/>
                </a:solidFill>
              </a:rPr>
              <a:t>Continued</a:t>
            </a:r>
          </a:p>
        </p:txBody>
      </p:sp>
      <p:sp>
        <p:nvSpPr>
          <p:cNvPr id="1096714" name="Rectangle 10">
            <a:extLst>
              <a:ext uri="{FF2B5EF4-FFF2-40B4-BE49-F238E27FC236}">
                <a16:creationId xmlns:a16="http://schemas.microsoft.com/office/drawing/2014/main" id="{2F93B29E-B6C9-719B-2F77-870B4E24CA95}"/>
              </a:ext>
            </a:extLst>
          </p:cNvPr>
          <p:cNvSpPr>
            <a:spLocks noChangeArrowheads="1"/>
          </p:cNvSpPr>
          <p:nvPr/>
        </p:nvSpPr>
        <p:spPr bwMode="auto">
          <a:xfrm>
            <a:off x="152400" y="16764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What is the value of </a:t>
            </a:r>
            <a:r>
              <a:rPr lang="en-US" altLang="en-US" sz="2400" i="0">
                <a:solidFill>
                  <a:srgbClr val="000000"/>
                </a:solidFill>
                <a:latin typeface="Symbol" panose="05050102010706020507" pitchFamily="18" charset="2"/>
              </a:rPr>
              <a:t>f</a:t>
            </a:r>
            <a:r>
              <a:rPr lang="en-US" altLang="en-US" sz="2400" i="0">
                <a:solidFill>
                  <a:srgbClr val="000000"/>
                </a:solidFill>
              </a:rPr>
              <a:t>(13)?</a:t>
            </a:r>
          </a:p>
        </p:txBody>
      </p:sp>
      <p:sp>
        <p:nvSpPr>
          <p:cNvPr id="1096715" name="Text Box 11">
            <a:extLst>
              <a:ext uri="{FF2B5EF4-FFF2-40B4-BE49-F238E27FC236}">
                <a16:creationId xmlns:a16="http://schemas.microsoft.com/office/drawing/2014/main" id="{EF3718D6-C109-A6A6-E5F4-D509DD30A2C2}"/>
              </a:ext>
            </a:extLst>
          </p:cNvPr>
          <p:cNvSpPr txBox="1">
            <a:spLocks noChangeArrowheads="1"/>
          </p:cNvSpPr>
          <p:nvPr/>
        </p:nvSpPr>
        <p:spPr bwMode="auto">
          <a:xfrm>
            <a:off x="152400" y="11430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9.7</a:t>
            </a:r>
            <a:endParaRPr lang="en-US" altLang="en-US" sz="2000">
              <a:solidFill>
                <a:srgbClr val="FFFFFF"/>
              </a:solidFill>
            </a:endParaRPr>
          </a:p>
        </p:txBody>
      </p:sp>
      <p:sp>
        <p:nvSpPr>
          <p:cNvPr id="1096716" name="Rectangle 12">
            <a:extLst>
              <a:ext uri="{FF2B5EF4-FFF2-40B4-BE49-F238E27FC236}">
                <a16:creationId xmlns:a16="http://schemas.microsoft.com/office/drawing/2014/main" id="{3232893B-9B94-3F3D-9180-A6C0DBBF9F48}"/>
              </a:ext>
            </a:extLst>
          </p:cNvPr>
          <p:cNvSpPr>
            <a:spLocks noChangeArrowheads="1"/>
          </p:cNvSpPr>
          <p:nvPr/>
        </p:nvSpPr>
        <p:spPr bwMode="auto">
          <a:xfrm>
            <a:off x="152400" y="2209800"/>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Because 13 is a prime, </a:t>
            </a:r>
            <a:r>
              <a:rPr lang="en-US" altLang="en-US" sz="2400" i="0">
                <a:solidFill>
                  <a:srgbClr val="000000"/>
                </a:solidFill>
                <a:latin typeface="Symbol" panose="05050102010706020507" pitchFamily="18" charset="2"/>
              </a:rPr>
              <a:t>f</a:t>
            </a:r>
            <a:r>
              <a:rPr lang="en-US" altLang="en-US" sz="2400" i="0">
                <a:solidFill>
                  <a:srgbClr val="000000"/>
                </a:solidFill>
              </a:rPr>
              <a:t>(13) = (13 −1) = 12.</a:t>
            </a:r>
          </a:p>
        </p:txBody>
      </p:sp>
      <p:sp>
        <p:nvSpPr>
          <p:cNvPr id="1096718" name="Rectangle 14">
            <a:extLst>
              <a:ext uri="{FF2B5EF4-FFF2-40B4-BE49-F238E27FC236}">
                <a16:creationId xmlns:a16="http://schemas.microsoft.com/office/drawing/2014/main" id="{3E475D4F-3DD4-53D5-F0D6-5C3AB2B516F0}"/>
              </a:ext>
            </a:extLst>
          </p:cNvPr>
          <p:cNvSpPr>
            <a:spLocks noChangeArrowheads="1"/>
          </p:cNvSpPr>
          <p:nvPr/>
        </p:nvSpPr>
        <p:spPr bwMode="auto">
          <a:xfrm>
            <a:off x="152400" y="4054475"/>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What is the value of </a:t>
            </a:r>
            <a:r>
              <a:rPr lang="en-US" altLang="en-US" sz="2400" i="0">
                <a:solidFill>
                  <a:srgbClr val="000000"/>
                </a:solidFill>
                <a:latin typeface="Symbol" panose="05050102010706020507" pitchFamily="18" charset="2"/>
              </a:rPr>
              <a:t>f</a:t>
            </a:r>
            <a:r>
              <a:rPr lang="en-US" altLang="en-US" sz="2400" i="0">
                <a:solidFill>
                  <a:srgbClr val="000000"/>
                </a:solidFill>
              </a:rPr>
              <a:t>(10)?</a:t>
            </a:r>
          </a:p>
        </p:txBody>
      </p:sp>
      <p:sp>
        <p:nvSpPr>
          <p:cNvPr id="1096719" name="Text Box 15">
            <a:extLst>
              <a:ext uri="{FF2B5EF4-FFF2-40B4-BE49-F238E27FC236}">
                <a16:creationId xmlns:a16="http://schemas.microsoft.com/office/drawing/2014/main" id="{AFFA7DCA-AD05-2645-CBCB-8D3514D64ED3}"/>
              </a:ext>
            </a:extLst>
          </p:cNvPr>
          <p:cNvSpPr txBox="1">
            <a:spLocks noChangeArrowheads="1"/>
          </p:cNvSpPr>
          <p:nvPr/>
        </p:nvSpPr>
        <p:spPr bwMode="auto">
          <a:xfrm>
            <a:off x="152400" y="3521075"/>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9.8</a:t>
            </a:r>
            <a:endParaRPr lang="en-US" altLang="en-US" sz="2000">
              <a:solidFill>
                <a:srgbClr val="FFFFFF"/>
              </a:solidFill>
            </a:endParaRPr>
          </a:p>
        </p:txBody>
      </p:sp>
      <p:sp>
        <p:nvSpPr>
          <p:cNvPr id="1096720" name="Rectangle 16">
            <a:extLst>
              <a:ext uri="{FF2B5EF4-FFF2-40B4-BE49-F238E27FC236}">
                <a16:creationId xmlns:a16="http://schemas.microsoft.com/office/drawing/2014/main" id="{A07370AF-6EF3-3EFE-97DA-0E5F39E11023}"/>
              </a:ext>
            </a:extLst>
          </p:cNvPr>
          <p:cNvSpPr>
            <a:spLocks noChangeArrowheads="1"/>
          </p:cNvSpPr>
          <p:nvPr/>
        </p:nvSpPr>
        <p:spPr bwMode="auto">
          <a:xfrm>
            <a:off x="152400" y="475615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We can use the third rule: </a:t>
            </a:r>
            <a:r>
              <a:rPr lang="en-US" altLang="en-US" sz="2400" i="0">
                <a:solidFill>
                  <a:srgbClr val="000000"/>
                </a:solidFill>
                <a:latin typeface="Symbol" panose="05050102010706020507" pitchFamily="18" charset="2"/>
              </a:rPr>
              <a:t>f</a:t>
            </a:r>
            <a:r>
              <a:rPr lang="en-US" altLang="en-US" sz="2400" i="0">
                <a:solidFill>
                  <a:srgbClr val="000000"/>
                </a:solidFill>
              </a:rPr>
              <a:t>(10) = </a:t>
            </a:r>
            <a:r>
              <a:rPr lang="en-US" altLang="en-US" sz="2400" i="0">
                <a:solidFill>
                  <a:srgbClr val="000000"/>
                </a:solidFill>
                <a:latin typeface="Symbol" panose="05050102010706020507" pitchFamily="18" charset="2"/>
              </a:rPr>
              <a:t>f</a:t>
            </a:r>
            <a:r>
              <a:rPr lang="en-US" altLang="en-US" sz="2400" i="0">
                <a:solidFill>
                  <a:srgbClr val="000000"/>
                </a:solidFill>
              </a:rPr>
              <a:t>(2) × </a:t>
            </a:r>
            <a:r>
              <a:rPr lang="en-US" altLang="en-US" sz="2400" i="0">
                <a:solidFill>
                  <a:srgbClr val="000000"/>
                </a:solidFill>
                <a:latin typeface="Symbol" panose="05050102010706020507" pitchFamily="18" charset="2"/>
              </a:rPr>
              <a:t>f</a:t>
            </a:r>
            <a:r>
              <a:rPr lang="en-US" altLang="en-US" sz="2400" i="0">
                <a:solidFill>
                  <a:srgbClr val="000000"/>
                </a:solidFill>
              </a:rPr>
              <a:t>(5) = 1 × 4 = 4, because 2 and 5 are primes.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67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671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9671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967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967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967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714" grpId="0"/>
      <p:bldP spid="1096715" grpId="0" animBg="1"/>
      <p:bldP spid="1096716" grpId="0"/>
      <p:bldP spid="1096718" grpId="0"/>
      <p:bldP spid="1096719" grpId="0" animBg="1"/>
      <p:bldP spid="109672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Number Placeholder 1">
            <a:extLst>
              <a:ext uri="{FF2B5EF4-FFF2-40B4-BE49-F238E27FC236}">
                <a16:creationId xmlns:a16="http://schemas.microsoft.com/office/drawing/2014/main" id="{D4630768-5EE1-03D8-724B-13B71A554BB6}"/>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D3A4C1B8-F43B-4ADE-B958-7B784C175598}" type="slidenum">
              <a:rPr lang="en-US" altLang="en-US" i="0">
                <a:solidFill>
                  <a:srgbClr val="1C1C1C"/>
                </a:solidFill>
                <a:latin typeface="Arial" panose="020B0604020202020204" pitchFamily="34" charset="0"/>
              </a:rPr>
              <a:pPr/>
              <a:t>77</a:t>
            </a:fld>
            <a:endParaRPr lang="en-US" altLang="en-US" i="0">
              <a:solidFill>
                <a:srgbClr val="1C1C1C"/>
              </a:solidFill>
              <a:latin typeface="Arial" panose="020B0604020202020204" pitchFamily="34" charset="0"/>
            </a:endParaRPr>
          </a:p>
        </p:txBody>
      </p:sp>
      <p:sp>
        <p:nvSpPr>
          <p:cNvPr id="166915" name="Rectangle 2">
            <a:extLst>
              <a:ext uri="{FF2B5EF4-FFF2-40B4-BE49-F238E27FC236}">
                <a16:creationId xmlns:a16="http://schemas.microsoft.com/office/drawing/2014/main" id="{51FF1281-51D2-FBB3-0036-5EFF679FEC6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6916" name="Rectangle 3">
            <a:extLst>
              <a:ext uri="{FF2B5EF4-FFF2-40B4-BE49-F238E27FC236}">
                <a16:creationId xmlns:a16="http://schemas.microsoft.com/office/drawing/2014/main" id="{819E41B6-38D8-1F19-2DDE-47F97700CF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6917" name="Rectangle 4">
            <a:extLst>
              <a:ext uri="{FF2B5EF4-FFF2-40B4-BE49-F238E27FC236}">
                <a16:creationId xmlns:a16="http://schemas.microsoft.com/office/drawing/2014/main" id="{9C2FBCCB-BC36-F98F-14A7-8FD907A82D2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6918" name="Rectangle 5">
            <a:extLst>
              <a:ext uri="{FF2B5EF4-FFF2-40B4-BE49-F238E27FC236}">
                <a16:creationId xmlns:a16="http://schemas.microsoft.com/office/drawing/2014/main" id="{B666CB69-3642-D012-073D-FB2BE67652A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6919" name="Rectangle 6">
            <a:extLst>
              <a:ext uri="{FF2B5EF4-FFF2-40B4-BE49-F238E27FC236}">
                <a16:creationId xmlns:a16="http://schemas.microsoft.com/office/drawing/2014/main" id="{59C32EFD-984F-13FA-541D-66691DD8B28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6920" name="Rectangle 7">
            <a:extLst>
              <a:ext uri="{FF2B5EF4-FFF2-40B4-BE49-F238E27FC236}">
                <a16:creationId xmlns:a16="http://schemas.microsoft.com/office/drawing/2014/main" id="{04325126-752D-56C0-F57E-C958963B495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6921" name="Rectangle 8">
            <a:extLst>
              <a:ext uri="{FF2B5EF4-FFF2-40B4-BE49-F238E27FC236}">
                <a16:creationId xmlns:a16="http://schemas.microsoft.com/office/drawing/2014/main" id="{6AB17F47-6B53-2E1C-9990-5A2BD631D5E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6922" name="Text Box 9">
            <a:extLst>
              <a:ext uri="{FF2B5EF4-FFF2-40B4-BE49-F238E27FC236}">
                <a16:creationId xmlns:a16="http://schemas.microsoft.com/office/drawing/2014/main" id="{21228214-678E-C40F-F46A-92949591B1EB}"/>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9.1.4</a:t>
            </a:r>
            <a:r>
              <a:rPr lang="en-US" altLang="en-US" sz="3200">
                <a:solidFill>
                  <a:srgbClr val="FF0000"/>
                </a:solidFill>
              </a:rPr>
              <a:t>     </a:t>
            </a:r>
            <a:r>
              <a:rPr lang="en-US" altLang="en-US" sz="3200">
                <a:solidFill>
                  <a:srgbClr val="000000"/>
                </a:solidFill>
              </a:rPr>
              <a:t>Continued</a:t>
            </a:r>
          </a:p>
        </p:txBody>
      </p:sp>
      <p:sp>
        <p:nvSpPr>
          <p:cNvPr id="1098762" name="Rectangle 10">
            <a:extLst>
              <a:ext uri="{FF2B5EF4-FFF2-40B4-BE49-F238E27FC236}">
                <a16:creationId xmlns:a16="http://schemas.microsoft.com/office/drawing/2014/main" id="{D14A9011-97DF-8BFA-3FBA-46A02EB23E79}"/>
              </a:ext>
            </a:extLst>
          </p:cNvPr>
          <p:cNvSpPr>
            <a:spLocks noChangeArrowheads="1"/>
          </p:cNvSpPr>
          <p:nvPr/>
        </p:nvSpPr>
        <p:spPr bwMode="auto">
          <a:xfrm>
            <a:off x="152400" y="15240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What is the value of </a:t>
            </a:r>
            <a:r>
              <a:rPr lang="en-US" altLang="en-US" sz="2400" i="0">
                <a:solidFill>
                  <a:srgbClr val="000000"/>
                </a:solidFill>
                <a:latin typeface="Symbol" panose="05050102010706020507" pitchFamily="18" charset="2"/>
              </a:rPr>
              <a:t>f</a:t>
            </a:r>
            <a:r>
              <a:rPr lang="en-US" altLang="en-US" sz="2400" i="0">
                <a:solidFill>
                  <a:srgbClr val="000000"/>
                </a:solidFill>
              </a:rPr>
              <a:t>(240)?</a:t>
            </a:r>
          </a:p>
        </p:txBody>
      </p:sp>
      <p:sp>
        <p:nvSpPr>
          <p:cNvPr id="166924" name="Text Box 11">
            <a:extLst>
              <a:ext uri="{FF2B5EF4-FFF2-40B4-BE49-F238E27FC236}">
                <a16:creationId xmlns:a16="http://schemas.microsoft.com/office/drawing/2014/main" id="{BA4172B4-F3D0-30E8-3020-A672B285E22D}"/>
              </a:ext>
            </a:extLst>
          </p:cNvPr>
          <p:cNvSpPr txBox="1">
            <a:spLocks noChangeArrowheads="1"/>
          </p:cNvSpPr>
          <p:nvPr/>
        </p:nvSpPr>
        <p:spPr bwMode="auto">
          <a:xfrm>
            <a:off x="152400" y="9906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9.9</a:t>
            </a:r>
            <a:endParaRPr lang="en-US" altLang="en-US" sz="2000">
              <a:solidFill>
                <a:srgbClr val="FFFFFF"/>
              </a:solidFill>
            </a:endParaRPr>
          </a:p>
        </p:txBody>
      </p:sp>
      <p:sp>
        <p:nvSpPr>
          <p:cNvPr id="1098764" name="Rectangle 12">
            <a:extLst>
              <a:ext uri="{FF2B5EF4-FFF2-40B4-BE49-F238E27FC236}">
                <a16:creationId xmlns:a16="http://schemas.microsoft.com/office/drawing/2014/main" id="{EF8D9AA1-3E69-389F-793A-D1FBBA9E6F1D}"/>
              </a:ext>
            </a:extLst>
          </p:cNvPr>
          <p:cNvSpPr>
            <a:spLocks noChangeArrowheads="1"/>
          </p:cNvSpPr>
          <p:nvPr/>
        </p:nvSpPr>
        <p:spPr bwMode="auto">
          <a:xfrm>
            <a:off x="152400" y="2105025"/>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We can write 240 = 2</a:t>
            </a:r>
            <a:r>
              <a:rPr lang="en-US" altLang="en-US" sz="2400" i="0" baseline="30000">
                <a:solidFill>
                  <a:srgbClr val="000000"/>
                </a:solidFill>
              </a:rPr>
              <a:t>4</a:t>
            </a:r>
            <a:r>
              <a:rPr lang="en-US" altLang="en-US" sz="2400" i="0">
                <a:solidFill>
                  <a:srgbClr val="000000"/>
                </a:solidFill>
              </a:rPr>
              <a:t> × 3</a:t>
            </a:r>
            <a:r>
              <a:rPr lang="en-US" altLang="en-US" sz="2400" i="0" baseline="30000">
                <a:solidFill>
                  <a:srgbClr val="000000"/>
                </a:solidFill>
              </a:rPr>
              <a:t>1</a:t>
            </a:r>
            <a:r>
              <a:rPr lang="en-US" altLang="en-US" sz="2400" i="0">
                <a:solidFill>
                  <a:srgbClr val="000000"/>
                </a:solidFill>
              </a:rPr>
              <a:t> × 5</a:t>
            </a:r>
            <a:r>
              <a:rPr lang="en-US" altLang="en-US" sz="2400" i="0" baseline="30000">
                <a:solidFill>
                  <a:srgbClr val="000000"/>
                </a:solidFill>
              </a:rPr>
              <a:t>1</a:t>
            </a:r>
            <a:r>
              <a:rPr lang="en-US" altLang="en-US" sz="2400" i="0">
                <a:solidFill>
                  <a:srgbClr val="000000"/>
                </a:solidFill>
              </a:rPr>
              <a:t>. Then</a:t>
            </a:r>
          </a:p>
          <a:p>
            <a:pPr algn="just" eaLnBrk="1" hangingPunct="1"/>
            <a:endParaRPr lang="en-US" altLang="en-US" sz="2400" i="0">
              <a:solidFill>
                <a:srgbClr val="000000"/>
              </a:solidFill>
            </a:endParaRPr>
          </a:p>
          <a:p>
            <a:pPr algn="just" eaLnBrk="1" hangingPunct="1"/>
            <a:r>
              <a:rPr lang="en-US" altLang="en-US" sz="2400" i="0">
                <a:solidFill>
                  <a:srgbClr val="000000"/>
                </a:solidFill>
              </a:rPr>
              <a:t>                 </a:t>
            </a:r>
            <a:r>
              <a:rPr lang="en-US" altLang="en-US" sz="2400" i="0">
                <a:solidFill>
                  <a:srgbClr val="000000"/>
                </a:solidFill>
                <a:latin typeface="Symbol" panose="05050102010706020507" pitchFamily="18" charset="2"/>
              </a:rPr>
              <a:t>f</a:t>
            </a:r>
            <a:r>
              <a:rPr lang="en-US" altLang="en-US" sz="2400" i="0">
                <a:solidFill>
                  <a:srgbClr val="000000"/>
                </a:solidFill>
              </a:rPr>
              <a:t>(240) = (2</a:t>
            </a:r>
            <a:r>
              <a:rPr lang="en-US" altLang="en-US" sz="2400" i="0" baseline="30000">
                <a:solidFill>
                  <a:srgbClr val="000000"/>
                </a:solidFill>
              </a:rPr>
              <a:t>4</a:t>
            </a:r>
            <a:r>
              <a:rPr lang="en-US" altLang="en-US" sz="2400" i="0">
                <a:solidFill>
                  <a:srgbClr val="000000"/>
                </a:solidFill>
              </a:rPr>
              <a:t> −2</a:t>
            </a:r>
            <a:r>
              <a:rPr lang="en-US" altLang="en-US" sz="2400" i="0" baseline="30000">
                <a:solidFill>
                  <a:srgbClr val="000000"/>
                </a:solidFill>
              </a:rPr>
              <a:t>3</a:t>
            </a:r>
            <a:r>
              <a:rPr lang="en-US" altLang="en-US" sz="2400" i="0">
                <a:solidFill>
                  <a:srgbClr val="000000"/>
                </a:solidFill>
              </a:rPr>
              <a:t>) × (3</a:t>
            </a:r>
            <a:r>
              <a:rPr lang="en-US" altLang="en-US" sz="2400" i="0" baseline="30000">
                <a:solidFill>
                  <a:srgbClr val="000000"/>
                </a:solidFill>
              </a:rPr>
              <a:t>1</a:t>
            </a:r>
            <a:r>
              <a:rPr lang="en-US" altLang="en-US" sz="2400" i="0">
                <a:solidFill>
                  <a:srgbClr val="000000"/>
                </a:solidFill>
              </a:rPr>
              <a:t> − 3</a:t>
            </a:r>
            <a:r>
              <a:rPr lang="en-US" altLang="en-US" sz="2400" i="0" baseline="30000">
                <a:solidFill>
                  <a:srgbClr val="000000"/>
                </a:solidFill>
              </a:rPr>
              <a:t>0</a:t>
            </a:r>
            <a:r>
              <a:rPr lang="en-US" altLang="en-US" sz="2400" i="0">
                <a:solidFill>
                  <a:srgbClr val="000000"/>
                </a:solidFill>
              </a:rPr>
              <a:t>) × (5</a:t>
            </a:r>
            <a:r>
              <a:rPr lang="en-US" altLang="en-US" sz="2400" i="0" baseline="30000">
                <a:solidFill>
                  <a:srgbClr val="000000"/>
                </a:solidFill>
              </a:rPr>
              <a:t>1</a:t>
            </a:r>
            <a:r>
              <a:rPr lang="en-US" altLang="en-US" sz="2400" i="0">
                <a:solidFill>
                  <a:srgbClr val="000000"/>
                </a:solidFill>
              </a:rPr>
              <a:t> − 5</a:t>
            </a:r>
            <a:r>
              <a:rPr lang="en-US" altLang="en-US" sz="2400" i="0" baseline="30000">
                <a:solidFill>
                  <a:srgbClr val="000000"/>
                </a:solidFill>
              </a:rPr>
              <a:t>0</a:t>
            </a:r>
            <a:r>
              <a:rPr lang="en-US" altLang="en-US" sz="2400" i="0">
                <a:solidFill>
                  <a:srgbClr val="000000"/>
                </a:solidFill>
              </a:rPr>
              <a:t>) = 64</a:t>
            </a:r>
          </a:p>
        </p:txBody>
      </p:sp>
      <p:sp>
        <p:nvSpPr>
          <p:cNvPr id="1098765" name="Rectangle 13">
            <a:extLst>
              <a:ext uri="{FF2B5EF4-FFF2-40B4-BE49-F238E27FC236}">
                <a16:creationId xmlns:a16="http://schemas.microsoft.com/office/drawing/2014/main" id="{BFD4E9D3-3F1D-E2FC-6212-401C6638BE06}"/>
              </a:ext>
            </a:extLst>
          </p:cNvPr>
          <p:cNvSpPr>
            <a:spLocks noChangeArrowheads="1"/>
          </p:cNvSpPr>
          <p:nvPr/>
        </p:nvSpPr>
        <p:spPr bwMode="auto">
          <a:xfrm>
            <a:off x="152400" y="4740275"/>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Can we say that </a:t>
            </a:r>
            <a:r>
              <a:rPr lang="en-US" altLang="en-US" sz="2400" i="0">
                <a:solidFill>
                  <a:srgbClr val="000000"/>
                </a:solidFill>
                <a:latin typeface="Symbol" panose="05050102010706020507" pitchFamily="18" charset="2"/>
              </a:rPr>
              <a:t>f</a:t>
            </a:r>
            <a:r>
              <a:rPr lang="en-US" altLang="en-US" sz="2400" i="0">
                <a:solidFill>
                  <a:srgbClr val="000000"/>
                </a:solidFill>
              </a:rPr>
              <a:t>(49) = </a:t>
            </a:r>
            <a:r>
              <a:rPr lang="en-US" altLang="en-US" sz="2400" i="0">
                <a:solidFill>
                  <a:srgbClr val="000000"/>
                </a:solidFill>
                <a:latin typeface="Symbol" panose="05050102010706020507" pitchFamily="18" charset="2"/>
              </a:rPr>
              <a:t>f</a:t>
            </a:r>
            <a:r>
              <a:rPr lang="en-US" altLang="en-US" sz="2400" i="0">
                <a:solidFill>
                  <a:srgbClr val="000000"/>
                </a:solidFill>
              </a:rPr>
              <a:t>(7) × </a:t>
            </a:r>
            <a:r>
              <a:rPr lang="en-US" altLang="en-US" sz="2400" i="0">
                <a:solidFill>
                  <a:srgbClr val="000000"/>
                </a:solidFill>
                <a:latin typeface="Symbol" panose="05050102010706020507" pitchFamily="18" charset="2"/>
              </a:rPr>
              <a:t>f</a:t>
            </a:r>
            <a:r>
              <a:rPr lang="en-US" altLang="en-US" sz="2400" i="0">
                <a:solidFill>
                  <a:srgbClr val="000000"/>
                </a:solidFill>
              </a:rPr>
              <a:t>(7) = 6 × 6 = 36?</a:t>
            </a:r>
          </a:p>
        </p:txBody>
      </p:sp>
      <p:sp>
        <p:nvSpPr>
          <p:cNvPr id="166927" name="Text Box 14">
            <a:extLst>
              <a:ext uri="{FF2B5EF4-FFF2-40B4-BE49-F238E27FC236}">
                <a16:creationId xmlns:a16="http://schemas.microsoft.com/office/drawing/2014/main" id="{1C48C52E-721A-DDF7-5AD2-18D393261663}"/>
              </a:ext>
            </a:extLst>
          </p:cNvPr>
          <p:cNvSpPr txBox="1">
            <a:spLocks noChangeArrowheads="1"/>
          </p:cNvSpPr>
          <p:nvPr/>
        </p:nvSpPr>
        <p:spPr bwMode="auto">
          <a:xfrm>
            <a:off x="152400" y="4206875"/>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9.10</a:t>
            </a:r>
            <a:endParaRPr lang="en-US" altLang="en-US" sz="2000">
              <a:solidFill>
                <a:srgbClr val="FFFFFF"/>
              </a:solidFill>
            </a:endParaRPr>
          </a:p>
        </p:txBody>
      </p:sp>
      <p:sp>
        <p:nvSpPr>
          <p:cNvPr id="1098767" name="Rectangle 15">
            <a:extLst>
              <a:ext uri="{FF2B5EF4-FFF2-40B4-BE49-F238E27FC236}">
                <a16:creationId xmlns:a16="http://schemas.microsoft.com/office/drawing/2014/main" id="{21443B06-338D-2ED3-B6E0-8FD4BA673990}"/>
              </a:ext>
            </a:extLst>
          </p:cNvPr>
          <p:cNvSpPr>
            <a:spLocks noChangeArrowheads="1"/>
          </p:cNvSpPr>
          <p:nvPr/>
        </p:nvSpPr>
        <p:spPr bwMode="auto">
          <a:xfrm>
            <a:off x="152400" y="51816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No. The third rule applies when </a:t>
            </a:r>
            <a:r>
              <a:rPr lang="en-US" altLang="en-US" sz="2400">
                <a:solidFill>
                  <a:srgbClr val="000000"/>
                </a:solidFill>
              </a:rPr>
              <a:t>m</a:t>
            </a:r>
            <a:r>
              <a:rPr lang="en-US" altLang="en-US" sz="2400" i="0">
                <a:solidFill>
                  <a:srgbClr val="000000"/>
                </a:solidFill>
              </a:rPr>
              <a:t> and </a:t>
            </a:r>
            <a:r>
              <a:rPr lang="en-US" altLang="en-US" sz="2400">
                <a:solidFill>
                  <a:srgbClr val="000000"/>
                </a:solidFill>
              </a:rPr>
              <a:t>n</a:t>
            </a:r>
            <a:r>
              <a:rPr lang="en-US" altLang="en-US" sz="2400" i="0">
                <a:solidFill>
                  <a:srgbClr val="000000"/>
                </a:solidFill>
              </a:rPr>
              <a:t> are relatively prime. Here 49 = 7</a:t>
            </a:r>
            <a:r>
              <a:rPr lang="en-US" altLang="en-US" sz="2400" i="0" baseline="30000">
                <a:solidFill>
                  <a:srgbClr val="000000"/>
                </a:solidFill>
              </a:rPr>
              <a:t>2</a:t>
            </a:r>
            <a:r>
              <a:rPr lang="en-US" altLang="en-US" sz="2400" i="0">
                <a:solidFill>
                  <a:srgbClr val="000000"/>
                </a:solidFill>
              </a:rPr>
              <a:t>. We need to use the fourth rule: </a:t>
            </a:r>
            <a:r>
              <a:rPr lang="en-US" altLang="en-US" sz="2400" i="0">
                <a:solidFill>
                  <a:srgbClr val="000000"/>
                </a:solidFill>
                <a:latin typeface="Symbol" panose="05050102010706020507" pitchFamily="18" charset="2"/>
              </a:rPr>
              <a:t>f</a:t>
            </a:r>
            <a:r>
              <a:rPr lang="en-US" altLang="en-US" sz="2400" i="0">
                <a:solidFill>
                  <a:srgbClr val="000000"/>
                </a:solidFill>
              </a:rPr>
              <a:t>(49) = 7</a:t>
            </a:r>
            <a:r>
              <a:rPr lang="en-US" altLang="en-US" sz="2400" i="0" baseline="30000">
                <a:solidFill>
                  <a:srgbClr val="000000"/>
                </a:solidFill>
              </a:rPr>
              <a:t>2</a:t>
            </a:r>
            <a:r>
              <a:rPr lang="en-US" altLang="en-US" sz="2400" i="0">
                <a:solidFill>
                  <a:srgbClr val="000000"/>
                </a:solidFill>
              </a:rPr>
              <a:t> − 7</a:t>
            </a:r>
            <a:r>
              <a:rPr lang="en-US" altLang="en-US" sz="2400" i="0" baseline="30000">
                <a:solidFill>
                  <a:srgbClr val="000000"/>
                </a:solidFill>
              </a:rPr>
              <a:t>1</a:t>
            </a:r>
            <a:r>
              <a:rPr lang="en-US" altLang="en-US" sz="2400" i="0">
                <a:solidFill>
                  <a:srgbClr val="000000"/>
                </a:solidFill>
              </a:rPr>
              <a:t> = 42.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87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87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987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98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62" grpId="0"/>
      <p:bldP spid="1098764" grpId="0"/>
      <p:bldP spid="1098765" grpId="0"/>
      <p:bldP spid="109876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Number Placeholder 1">
            <a:extLst>
              <a:ext uri="{FF2B5EF4-FFF2-40B4-BE49-F238E27FC236}">
                <a16:creationId xmlns:a16="http://schemas.microsoft.com/office/drawing/2014/main" id="{7A64C9B9-D65E-1BBA-C7CC-387199AF34C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06A8905C-5228-4048-8815-E1FC32A3059F}" type="slidenum">
              <a:rPr lang="en-US" altLang="en-US" i="0">
                <a:solidFill>
                  <a:srgbClr val="1C1C1C"/>
                </a:solidFill>
                <a:latin typeface="Arial" panose="020B0604020202020204" pitchFamily="34" charset="0"/>
              </a:rPr>
              <a:pPr/>
              <a:t>78</a:t>
            </a:fld>
            <a:endParaRPr lang="en-US" altLang="en-US" i="0">
              <a:solidFill>
                <a:srgbClr val="1C1C1C"/>
              </a:solidFill>
              <a:latin typeface="Arial" panose="020B0604020202020204" pitchFamily="34" charset="0"/>
            </a:endParaRPr>
          </a:p>
        </p:txBody>
      </p:sp>
      <p:sp>
        <p:nvSpPr>
          <p:cNvPr id="168963" name="Rectangle 2">
            <a:extLst>
              <a:ext uri="{FF2B5EF4-FFF2-40B4-BE49-F238E27FC236}">
                <a16:creationId xmlns:a16="http://schemas.microsoft.com/office/drawing/2014/main" id="{8DE97768-E63E-0A68-8F6A-B844345D7BC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8964" name="Rectangle 3">
            <a:extLst>
              <a:ext uri="{FF2B5EF4-FFF2-40B4-BE49-F238E27FC236}">
                <a16:creationId xmlns:a16="http://schemas.microsoft.com/office/drawing/2014/main" id="{CB26DEC3-14F3-0594-3331-DFF37BACF34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8965" name="Rectangle 4">
            <a:extLst>
              <a:ext uri="{FF2B5EF4-FFF2-40B4-BE49-F238E27FC236}">
                <a16:creationId xmlns:a16="http://schemas.microsoft.com/office/drawing/2014/main" id="{4ED5FD7E-3067-D25B-F16D-BCCC0D0B35F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8966" name="Rectangle 5">
            <a:extLst>
              <a:ext uri="{FF2B5EF4-FFF2-40B4-BE49-F238E27FC236}">
                <a16:creationId xmlns:a16="http://schemas.microsoft.com/office/drawing/2014/main" id="{629EC63A-7340-C39E-6EB5-6A9BA7A5BDB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8967" name="Rectangle 6">
            <a:extLst>
              <a:ext uri="{FF2B5EF4-FFF2-40B4-BE49-F238E27FC236}">
                <a16:creationId xmlns:a16="http://schemas.microsoft.com/office/drawing/2014/main" id="{5E1004F6-619F-E8F2-E9BC-42F20B67FD8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8968" name="Rectangle 7">
            <a:extLst>
              <a:ext uri="{FF2B5EF4-FFF2-40B4-BE49-F238E27FC236}">
                <a16:creationId xmlns:a16="http://schemas.microsoft.com/office/drawing/2014/main" id="{22E41663-B7E9-47BB-A194-5979D70393E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8969" name="Rectangle 8">
            <a:extLst>
              <a:ext uri="{FF2B5EF4-FFF2-40B4-BE49-F238E27FC236}">
                <a16:creationId xmlns:a16="http://schemas.microsoft.com/office/drawing/2014/main" id="{B831B9EC-05EA-DFDB-4DE8-C713A27E232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68970" name="Text Box 9">
            <a:extLst>
              <a:ext uri="{FF2B5EF4-FFF2-40B4-BE49-F238E27FC236}">
                <a16:creationId xmlns:a16="http://schemas.microsoft.com/office/drawing/2014/main" id="{A9231927-E3AC-16C3-0A48-C0B94A3E285E}"/>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9.1.4</a:t>
            </a:r>
            <a:r>
              <a:rPr lang="en-US" altLang="en-US" sz="3200">
                <a:solidFill>
                  <a:srgbClr val="FF0000"/>
                </a:solidFill>
              </a:rPr>
              <a:t>     </a:t>
            </a:r>
            <a:r>
              <a:rPr lang="en-US" altLang="en-US" sz="3200">
                <a:solidFill>
                  <a:srgbClr val="000000"/>
                </a:solidFill>
              </a:rPr>
              <a:t>Continued</a:t>
            </a:r>
          </a:p>
        </p:txBody>
      </p:sp>
      <p:sp>
        <p:nvSpPr>
          <p:cNvPr id="1100810" name="Rectangle 10">
            <a:extLst>
              <a:ext uri="{FF2B5EF4-FFF2-40B4-BE49-F238E27FC236}">
                <a16:creationId xmlns:a16="http://schemas.microsoft.com/office/drawing/2014/main" id="{45947214-FBA8-2170-A8A0-0BCEB1492153}"/>
              </a:ext>
            </a:extLst>
          </p:cNvPr>
          <p:cNvSpPr>
            <a:spLocks noChangeArrowheads="1"/>
          </p:cNvSpPr>
          <p:nvPr/>
        </p:nvSpPr>
        <p:spPr bwMode="auto">
          <a:xfrm>
            <a:off x="152400" y="15240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What is the number of elements in Z</a:t>
            </a:r>
            <a:r>
              <a:rPr lang="en-US" altLang="en-US" sz="2400" i="0" baseline="-25000">
                <a:solidFill>
                  <a:srgbClr val="000000"/>
                </a:solidFill>
              </a:rPr>
              <a:t>14</a:t>
            </a:r>
            <a:r>
              <a:rPr lang="en-US" altLang="en-US" sz="2400" i="0">
                <a:solidFill>
                  <a:srgbClr val="000000"/>
                </a:solidFill>
              </a:rPr>
              <a:t>*?</a:t>
            </a:r>
          </a:p>
        </p:txBody>
      </p:sp>
      <p:sp>
        <p:nvSpPr>
          <p:cNvPr id="168972" name="Text Box 11">
            <a:extLst>
              <a:ext uri="{FF2B5EF4-FFF2-40B4-BE49-F238E27FC236}">
                <a16:creationId xmlns:a16="http://schemas.microsoft.com/office/drawing/2014/main" id="{DB3F2062-C900-1D68-3B45-D5AB278B3BAB}"/>
              </a:ext>
            </a:extLst>
          </p:cNvPr>
          <p:cNvSpPr txBox="1">
            <a:spLocks noChangeArrowheads="1"/>
          </p:cNvSpPr>
          <p:nvPr/>
        </p:nvSpPr>
        <p:spPr bwMode="auto">
          <a:xfrm>
            <a:off x="152400" y="9906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9.11</a:t>
            </a:r>
            <a:endParaRPr lang="en-US" altLang="en-US" sz="2000">
              <a:solidFill>
                <a:srgbClr val="FFFFFF"/>
              </a:solidFill>
            </a:endParaRPr>
          </a:p>
        </p:txBody>
      </p:sp>
      <p:sp>
        <p:nvSpPr>
          <p:cNvPr id="1100812" name="Rectangle 12">
            <a:extLst>
              <a:ext uri="{FF2B5EF4-FFF2-40B4-BE49-F238E27FC236}">
                <a16:creationId xmlns:a16="http://schemas.microsoft.com/office/drawing/2014/main" id="{14CD7A0F-56EB-5962-8F1B-A543ED24A6EB}"/>
              </a:ext>
            </a:extLst>
          </p:cNvPr>
          <p:cNvSpPr>
            <a:spLocks noChangeArrowheads="1"/>
          </p:cNvSpPr>
          <p:nvPr/>
        </p:nvSpPr>
        <p:spPr bwMode="auto">
          <a:xfrm>
            <a:off x="152400" y="2287588"/>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The answer is </a:t>
            </a:r>
            <a:r>
              <a:rPr lang="en-US" altLang="en-US" sz="2400" i="0">
                <a:solidFill>
                  <a:srgbClr val="000000"/>
                </a:solidFill>
                <a:latin typeface="Symbol" panose="05050102010706020507" pitchFamily="18" charset="2"/>
              </a:rPr>
              <a:t>f</a:t>
            </a:r>
            <a:r>
              <a:rPr lang="en-US" altLang="en-US" sz="2400" i="0">
                <a:solidFill>
                  <a:srgbClr val="000000"/>
                </a:solidFill>
              </a:rPr>
              <a:t>(14) = </a:t>
            </a:r>
            <a:r>
              <a:rPr lang="en-US" altLang="en-US" sz="2400" i="0">
                <a:solidFill>
                  <a:srgbClr val="000000"/>
                </a:solidFill>
                <a:latin typeface="Symbol" panose="05050102010706020507" pitchFamily="18" charset="2"/>
              </a:rPr>
              <a:t>f</a:t>
            </a:r>
            <a:r>
              <a:rPr lang="en-US" altLang="en-US" sz="2400" i="0">
                <a:solidFill>
                  <a:srgbClr val="000000"/>
                </a:solidFill>
              </a:rPr>
              <a:t>(7) × </a:t>
            </a:r>
            <a:r>
              <a:rPr lang="en-US" altLang="en-US" sz="2400" i="0">
                <a:solidFill>
                  <a:srgbClr val="000000"/>
                </a:solidFill>
                <a:latin typeface="Symbol" panose="05050102010706020507" pitchFamily="18" charset="2"/>
              </a:rPr>
              <a:t>f</a:t>
            </a:r>
            <a:r>
              <a:rPr lang="en-US" altLang="en-US" sz="2400" i="0">
                <a:solidFill>
                  <a:srgbClr val="000000"/>
                </a:solidFill>
              </a:rPr>
              <a:t>(2) = 6 × 1 = 6. The members are 1, 3, 5, 9, 11, and 13.</a:t>
            </a:r>
          </a:p>
        </p:txBody>
      </p:sp>
      <p:sp>
        <p:nvSpPr>
          <p:cNvPr id="168974" name="Line 16">
            <a:extLst>
              <a:ext uri="{FF2B5EF4-FFF2-40B4-BE49-F238E27FC236}">
                <a16:creationId xmlns:a16="http://schemas.microsoft.com/office/drawing/2014/main" id="{06096D43-B5FB-59CC-DD3E-E2768862E858}"/>
              </a:ext>
            </a:extLst>
          </p:cNvPr>
          <p:cNvSpPr>
            <a:spLocks noChangeShapeType="1"/>
          </p:cNvSpPr>
          <p:nvPr/>
        </p:nvSpPr>
        <p:spPr bwMode="auto">
          <a:xfrm>
            <a:off x="457200" y="4953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75" name="Line 17">
            <a:extLst>
              <a:ext uri="{FF2B5EF4-FFF2-40B4-BE49-F238E27FC236}">
                <a16:creationId xmlns:a16="http://schemas.microsoft.com/office/drawing/2014/main" id="{EE344B08-C717-A603-524E-0CD26901788C}"/>
              </a:ext>
            </a:extLst>
          </p:cNvPr>
          <p:cNvSpPr>
            <a:spLocks noChangeShapeType="1"/>
          </p:cNvSpPr>
          <p:nvPr/>
        </p:nvSpPr>
        <p:spPr bwMode="auto">
          <a:xfrm>
            <a:off x="458788" y="5638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8976" name="Rectangle 18">
            <a:extLst>
              <a:ext uri="{FF2B5EF4-FFF2-40B4-BE49-F238E27FC236}">
                <a16:creationId xmlns:a16="http://schemas.microsoft.com/office/drawing/2014/main" id="{6D7DAD42-15A7-F004-56C8-6623FD589004}"/>
              </a:ext>
            </a:extLst>
          </p:cNvPr>
          <p:cNvSpPr>
            <a:spLocks noChangeArrowheads="1"/>
          </p:cNvSpPr>
          <p:nvPr/>
        </p:nvSpPr>
        <p:spPr bwMode="auto">
          <a:xfrm>
            <a:off x="495300" y="5045075"/>
            <a:ext cx="8077200" cy="51911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2800" i="0">
                <a:solidFill>
                  <a:srgbClr val="000000"/>
                </a:solidFill>
              </a:rPr>
              <a:t>Interesting point: If </a:t>
            </a:r>
            <a:r>
              <a:rPr lang="en-US" altLang="en-US" sz="2800">
                <a:solidFill>
                  <a:srgbClr val="000000"/>
                </a:solidFill>
              </a:rPr>
              <a:t>n</a:t>
            </a:r>
            <a:r>
              <a:rPr lang="en-US" altLang="en-US" sz="2800" i="0">
                <a:solidFill>
                  <a:srgbClr val="000000"/>
                </a:solidFill>
              </a:rPr>
              <a:t> &gt; 2, the value of </a:t>
            </a:r>
            <a:r>
              <a:rPr lang="en-US" altLang="en-US" sz="2800" i="0">
                <a:solidFill>
                  <a:srgbClr val="000000"/>
                </a:solidFill>
                <a:latin typeface="Symbol" panose="05050102010706020507" pitchFamily="18" charset="2"/>
              </a:rPr>
              <a:t>f</a:t>
            </a:r>
            <a:r>
              <a:rPr lang="en-US" altLang="en-US" sz="2800" i="0">
                <a:solidFill>
                  <a:srgbClr val="000000"/>
                </a:solidFill>
              </a:rPr>
              <a:t>(</a:t>
            </a:r>
            <a:r>
              <a:rPr lang="en-US" altLang="en-US" sz="2800">
                <a:solidFill>
                  <a:srgbClr val="000000"/>
                </a:solidFill>
              </a:rPr>
              <a:t>n</a:t>
            </a:r>
            <a:r>
              <a:rPr lang="en-US" altLang="en-US" sz="2800" i="0">
                <a:solidFill>
                  <a:srgbClr val="000000"/>
                </a:solidFill>
              </a:rPr>
              <a:t>) is even.</a:t>
            </a:r>
          </a:p>
        </p:txBody>
      </p:sp>
      <p:grpSp>
        <p:nvGrpSpPr>
          <p:cNvPr id="168977" name="Group 19">
            <a:extLst>
              <a:ext uri="{FF2B5EF4-FFF2-40B4-BE49-F238E27FC236}">
                <a16:creationId xmlns:a16="http://schemas.microsoft.com/office/drawing/2014/main" id="{EF2A1014-98CE-8784-4EAD-7FB3E6470B55}"/>
              </a:ext>
            </a:extLst>
          </p:cNvPr>
          <p:cNvGrpSpPr>
            <a:grpSpLocks/>
          </p:cNvGrpSpPr>
          <p:nvPr/>
        </p:nvGrpSpPr>
        <p:grpSpPr bwMode="auto">
          <a:xfrm>
            <a:off x="457200" y="4343400"/>
            <a:ext cx="1143000" cy="566738"/>
            <a:chOff x="1200" y="1248"/>
            <a:chExt cx="720" cy="357"/>
          </a:xfrm>
        </p:grpSpPr>
        <p:pic>
          <p:nvPicPr>
            <p:cNvPr id="168978" name="Picture 20">
              <a:extLst>
                <a:ext uri="{FF2B5EF4-FFF2-40B4-BE49-F238E27FC236}">
                  <a16:creationId xmlns:a16="http://schemas.microsoft.com/office/drawing/2014/main" id="{0E43BBFB-8CEF-7B68-9BF5-9C16769B33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979" name="Text Box 21">
              <a:extLst>
                <a:ext uri="{FF2B5EF4-FFF2-40B4-BE49-F238E27FC236}">
                  <a16:creationId xmlns:a16="http://schemas.microsoft.com/office/drawing/2014/main" id="{78DAB129-7EB4-D691-F72D-D30A1858866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008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008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810" grpId="0"/>
      <p:bldP spid="110081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Number Placeholder 1">
            <a:extLst>
              <a:ext uri="{FF2B5EF4-FFF2-40B4-BE49-F238E27FC236}">
                <a16:creationId xmlns:a16="http://schemas.microsoft.com/office/drawing/2014/main" id="{0868F6D9-5287-B58E-A866-7FDB5782367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A072CA37-C26B-4C47-A471-699B1BD73C4D}" type="slidenum">
              <a:rPr lang="en-US" altLang="en-US" i="0">
                <a:solidFill>
                  <a:srgbClr val="1C1C1C"/>
                </a:solidFill>
                <a:latin typeface="Arial" panose="020B0604020202020204" pitchFamily="34" charset="0"/>
              </a:rPr>
              <a:pPr/>
              <a:t>79</a:t>
            </a:fld>
            <a:endParaRPr lang="en-US" altLang="en-US" i="0">
              <a:solidFill>
                <a:srgbClr val="1C1C1C"/>
              </a:solidFill>
              <a:latin typeface="Arial" panose="020B0604020202020204" pitchFamily="34" charset="0"/>
            </a:endParaRPr>
          </a:p>
        </p:txBody>
      </p:sp>
      <p:sp>
        <p:nvSpPr>
          <p:cNvPr id="171011" name="Rectangle 2">
            <a:extLst>
              <a:ext uri="{FF2B5EF4-FFF2-40B4-BE49-F238E27FC236}">
                <a16:creationId xmlns:a16="http://schemas.microsoft.com/office/drawing/2014/main" id="{4B1281AA-813B-6129-396F-86D1F9D5FF5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1012" name="Rectangle 3">
            <a:extLst>
              <a:ext uri="{FF2B5EF4-FFF2-40B4-BE49-F238E27FC236}">
                <a16:creationId xmlns:a16="http://schemas.microsoft.com/office/drawing/2014/main" id="{F6438582-A47D-E8E9-3BCE-18C3AE3D2FB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1013" name="Rectangle 4">
            <a:extLst>
              <a:ext uri="{FF2B5EF4-FFF2-40B4-BE49-F238E27FC236}">
                <a16:creationId xmlns:a16="http://schemas.microsoft.com/office/drawing/2014/main" id="{57B78B1D-3FF9-BDD0-21BE-8D2CD70C6C9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1014" name="Rectangle 5">
            <a:extLst>
              <a:ext uri="{FF2B5EF4-FFF2-40B4-BE49-F238E27FC236}">
                <a16:creationId xmlns:a16="http://schemas.microsoft.com/office/drawing/2014/main" id="{023E876A-6B0E-747C-A2B8-BA3AF62E4AE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1015" name="Rectangle 6">
            <a:extLst>
              <a:ext uri="{FF2B5EF4-FFF2-40B4-BE49-F238E27FC236}">
                <a16:creationId xmlns:a16="http://schemas.microsoft.com/office/drawing/2014/main" id="{19DCF96E-BC7A-8D26-68D2-33D0F31C58E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1016" name="Rectangle 7">
            <a:extLst>
              <a:ext uri="{FF2B5EF4-FFF2-40B4-BE49-F238E27FC236}">
                <a16:creationId xmlns:a16="http://schemas.microsoft.com/office/drawing/2014/main" id="{CF0F472B-80A4-CE37-D46F-A4754B8FDA5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1017" name="Rectangle 8">
            <a:extLst>
              <a:ext uri="{FF2B5EF4-FFF2-40B4-BE49-F238E27FC236}">
                <a16:creationId xmlns:a16="http://schemas.microsoft.com/office/drawing/2014/main" id="{85E88FDF-1687-699A-C320-199118E091E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1018" name="Text Box 10">
            <a:extLst>
              <a:ext uri="{FF2B5EF4-FFF2-40B4-BE49-F238E27FC236}">
                <a16:creationId xmlns:a16="http://schemas.microsoft.com/office/drawing/2014/main" id="{D8C0AA04-5CDC-194C-053F-8F4E3D1C2798}"/>
              </a:ext>
            </a:extLst>
          </p:cNvPr>
          <p:cNvSpPr txBox="1">
            <a:spLocks noChangeArrowheads="1"/>
          </p:cNvSpPr>
          <p:nvPr/>
        </p:nvSpPr>
        <p:spPr bwMode="auto">
          <a:xfrm>
            <a:off x="1143000" y="0"/>
            <a:ext cx="5332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9.1.5  Fermat’s Little Theorem</a:t>
            </a:r>
          </a:p>
        </p:txBody>
      </p:sp>
      <p:sp>
        <p:nvSpPr>
          <p:cNvPr id="171019" name="Rectangle 12">
            <a:extLst>
              <a:ext uri="{FF2B5EF4-FFF2-40B4-BE49-F238E27FC236}">
                <a16:creationId xmlns:a16="http://schemas.microsoft.com/office/drawing/2014/main" id="{DB63DDE5-1388-2D6E-46B1-855D3221DBC4}"/>
              </a:ext>
            </a:extLst>
          </p:cNvPr>
          <p:cNvSpPr>
            <a:spLocks noChangeArrowheads="1"/>
          </p:cNvSpPr>
          <p:nvPr/>
        </p:nvSpPr>
        <p:spPr bwMode="auto">
          <a:xfrm>
            <a:off x="152400" y="12192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First Version</a:t>
            </a:r>
            <a:endParaRPr lang="en-US" altLang="en-US" sz="2800">
              <a:solidFill>
                <a:srgbClr val="000000"/>
              </a:solidFill>
            </a:endParaRPr>
          </a:p>
        </p:txBody>
      </p:sp>
      <p:sp>
        <p:nvSpPr>
          <p:cNvPr id="171020" name="Rectangle 13">
            <a:extLst>
              <a:ext uri="{FF2B5EF4-FFF2-40B4-BE49-F238E27FC236}">
                <a16:creationId xmlns:a16="http://schemas.microsoft.com/office/drawing/2014/main" id="{6DF21217-F461-213C-0ACB-B85FDFD07E90}"/>
              </a:ext>
            </a:extLst>
          </p:cNvPr>
          <p:cNvSpPr>
            <a:spLocks noChangeArrowheads="1"/>
          </p:cNvSpPr>
          <p:nvPr/>
        </p:nvSpPr>
        <p:spPr bwMode="auto">
          <a:xfrm>
            <a:off x="2667000" y="4419600"/>
            <a:ext cx="2971800" cy="758825"/>
          </a:xfrm>
          <a:prstGeom prst="rect">
            <a:avLst/>
          </a:prstGeom>
          <a:solidFill>
            <a:schemeClr val="bg1"/>
          </a:solidFill>
          <a:ln w="571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4000">
                <a:solidFill>
                  <a:srgbClr val="000000"/>
                </a:solidFill>
              </a:rPr>
              <a:t>a</a:t>
            </a:r>
            <a:r>
              <a:rPr lang="en-US" altLang="en-US" sz="4000" baseline="30000">
                <a:solidFill>
                  <a:srgbClr val="000000"/>
                </a:solidFill>
              </a:rPr>
              <a:t>p</a:t>
            </a:r>
            <a:r>
              <a:rPr lang="en-US" altLang="en-US" sz="4000">
                <a:solidFill>
                  <a:srgbClr val="000000"/>
                </a:solidFill>
              </a:rPr>
              <a:t> ≡ a mod p</a:t>
            </a:r>
          </a:p>
        </p:txBody>
      </p:sp>
      <p:sp>
        <p:nvSpPr>
          <p:cNvPr id="171021" name="Rectangle 14">
            <a:extLst>
              <a:ext uri="{FF2B5EF4-FFF2-40B4-BE49-F238E27FC236}">
                <a16:creationId xmlns:a16="http://schemas.microsoft.com/office/drawing/2014/main" id="{6CB3CDA0-1163-5B22-CA5F-809EE9136E71}"/>
              </a:ext>
            </a:extLst>
          </p:cNvPr>
          <p:cNvSpPr>
            <a:spLocks noChangeArrowheads="1"/>
          </p:cNvSpPr>
          <p:nvPr/>
        </p:nvSpPr>
        <p:spPr bwMode="auto">
          <a:xfrm>
            <a:off x="2362200" y="1812925"/>
            <a:ext cx="4038600" cy="758825"/>
          </a:xfrm>
          <a:prstGeom prst="rect">
            <a:avLst/>
          </a:prstGeom>
          <a:solidFill>
            <a:schemeClr val="bg1"/>
          </a:solidFill>
          <a:ln w="571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4000">
                <a:solidFill>
                  <a:srgbClr val="000000"/>
                </a:solidFill>
              </a:rPr>
              <a:t>a</a:t>
            </a:r>
            <a:r>
              <a:rPr lang="en-US" altLang="en-US" sz="4000" baseline="30000">
                <a:solidFill>
                  <a:srgbClr val="000000"/>
                </a:solidFill>
              </a:rPr>
              <a:t>p − 1</a:t>
            </a:r>
            <a:r>
              <a:rPr lang="en-US" altLang="en-US" sz="4000">
                <a:solidFill>
                  <a:srgbClr val="000000"/>
                </a:solidFill>
              </a:rPr>
              <a:t> ≡ 1 mod p</a:t>
            </a:r>
          </a:p>
        </p:txBody>
      </p:sp>
      <p:sp>
        <p:nvSpPr>
          <p:cNvPr id="171022" name="Rectangle 15">
            <a:extLst>
              <a:ext uri="{FF2B5EF4-FFF2-40B4-BE49-F238E27FC236}">
                <a16:creationId xmlns:a16="http://schemas.microsoft.com/office/drawing/2014/main" id="{4DB69376-8D32-BC0E-50D5-DEED9B5145B4}"/>
              </a:ext>
            </a:extLst>
          </p:cNvPr>
          <p:cNvSpPr>
            <a:spLocks noChangeArrowheads="1"/>
          </p:cNvSpPr>
          <p:nvPr/>
        </p:nvSpPr>
        <p:spPr bwMode="auto">
          <a:xfrm>
            <a:off x="152400" y="3748088"/>
            <a:ext cx="8686800" cy="5191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Second Version</a:t>
            </a:r>
            <a:endParaRPr lang="en-US" altLang="en-US" sz="2800">
              <a:solidFill>
                <a:srgbClr val="000000"/>
              </a:solidFill>
            </a:endParaRPr>
          </a:p>
        </p:txBody>
      </p:sp>
      <p:pic>
        <p:nvPicPr>
          <p:cNvPr id="171023" name="Picture 2">
            <a:extLst>
              <a:ext uri="{FF2B5EF4-FFF2-40B4-BE49-F238E27FC236}">
                <a16:creationId xmlns:a16="http://schemas.microsoft.com/office/drawing/2014/main" id="{E4F93C2A-156F-F330-6E4D-BF09FDF8DE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400"/>
            <a:ext cx="8628063" cy="575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Number Placeholder 1">
            <a:extLst>
              <a:ext uri="{FF2B5EF4-FFF2-40B4-BE49-F238E27FC236}">
                <a16:creationId xmlns:a16="http://schemas.microsoft.com/office/drawing/2014/main" id="{56D999CC-305D-FC34-63EA-EBDCF0981E07}"/>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D6DD94A6-9013-4FA5-952C-9E32902C7D77}" type="slidenum">
              <a:rPr lang="en-US" altLang="en-US" i="0">
                <a:solidFill>
                  <a:srgbClr val="1C1C1C"/>
                </a:solidFill>
                <a:latin typeface="Arial" panose="020B0604020202020204" pitchFamily="34" charset="0"/>
              </a:rPr>
              <a:pPr/>
              <a:t>80</a:t>
            </a:fld>
            <a:endParaRPr lang="en-US" altLang="en-US" i="0">
              <a:solidFill>
                <a:srgbClr val="1C1C1C"/>
              </a:solidFill>
              <a:latin typeface="Arial" panose="020B0604020202020204" pitchFamily="34" charset="0"/>
            </a:endParaRPr>
          </a:p>
        </p:txBody>
      </p:sp>
      <p:sp>
        <p:nvSpPr>
          <p:cNvPr id="173059" name="Rectangle 2">
            <a:extLst>
              <a:ext uri="{FF2B5EF4-FFF2-40B4-BE49-F238E27FC236}">
                <a16:creationId xmlns:a16="http://schemas.microsoft.com/office/drawing/2014/main" id="{72B71776-6DB2-6D6C-D35F-37B165DD9F2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3060" name="Rectangle 3">
            <a:extLst>
              <a:ext uri="{FF2B5EF4-FFF2-40B4-BE49-F238E27FC236}">
                <a16:creationId xmlns:a16="http://schemas.microsoft.com/office/drawing/2014/main" id="{E7297592-3618-E8C9-2C21-B771E95DECA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3061" name="Rectangle 4">
            <a:extLst>
              <a:ext uri="{FF2B5EF4-FFF2-40B4-BE49-F238E27FC236}">
                <a16:creationId xmlns:a16="http://schemas.microsoft.com/office/drawing/2014/main" id="{78239E24-AF66-BF0D-6D4D-FF4F94054B8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3062" name="Rectangle 5">
            <a:extLst>
              <a:ext uri="{FF2B5EF4-FFF2-40B4-BE49-F238E27FC236}">
                <a16:creationId xmlns:a16="http://schemas.microsoft.com/office/drawing/2014/main" id="{602ACF0D-C4CF-3C95-1A8A-C5A136CB894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3063" name="Rectangle 6">
            <a:extLst>
              <a:ext uri="{FF2B5EF4-FFF2-40B4-BE49-F238E27FC236}">
                <a16:creationId xmlns:a16="http://schemas.microsoft.com/office/drawing/2014/main" id="{A48009DB-5741-2258-559F-9F1CE770ED9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3064" name="Rectangle 7">
            <a:extLst>
              <a:ext uri="{FF2B5EF4-FFF2-40B4-BE49-F238E27FC236}">
                <a16:creationId xmlns:a16="http://schemas.microsoft.com/office/drawing/2014/main" id="{9420BD7E-0143-B8D5-5565-6CE750926B5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3065" name="Rectangle 8">
            <a:extLst>
              <a:ext uri="{FF2B5EF4-FFF2-40B4-BE49-F238E27FC236}">
                <a16:creationId xmlns:a16="http://schemas.microsoft.com/office/drawing/2014/main" id="{8B4DDFB5-60F5-FF44-6DDA-D2D5DD8AC6E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3066" name="Text Box 9">
            <a:extLst>
              <a:ext uri="{FF2B5EF4-FFF2-40B4-BE49-F238E27FC236}">
                <a16:creationId xmlns:a16="http://schemas.microsoft.com/office/drawing/2014/main" id="{AEF3BB31-3F09-60B6-33B0-AA74B2E60CF6}"/>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9.1.5</a:t>
            </a:r>
            <a:r>
              <a:rPr lang="en-US" altLang="en-US" sz="3200">
                <a:solidFill>
                  <a:srgbClr val="FF0000"/>
                </a:solidFill>
              </a:rPr>
              <a:t>     </a:t>
            </a:r>
            <a:r>
              <a:rPr lang="en-US" altLang="en-US" sz="3200">
                <a:solidFill>
                  <a:srgbClr val="000000"/>
                </a:solidFill>
              </a:rPr>
              <a:t>Continued</a:t>
            </a:r>
          </a:p>
        </p:txBody>
      </p:sp>
      <p:sp>
        <p:nvSpPr>
          <p:cNvPr id="173067" name="Rectangle 10">
            <a:extLst>
              <a:ext uri="{FF2B5EF4-FFF2-40B4-BE49-F238E27FC236}">
                <a16:creationId xmlns:a16="http://schemas.microsoft.com/office/drawing/2014/main" id="{626AA323-4C22-96EC-E78D-A536E0284D2F}"/>
              </a:ext>
            </a:extLst>
          </p:cNvPr>
          <p:cNvSpPr>
            <a:spLocks noChangeArrowheads="1"/>
          </p:cNvSpPr>
          <p:nvPr/>
        </p:nvSpPr>
        <p:spPr bwMode="auto">
          <a:xfrm>
            <a:off x="152400" y="15240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Find the result of 6</a:t>
            </a:r>
            <a:r>
              <a:rPr lang="en-US" altLang="en-US" sz="2400" i="0" baseline="30000">
                <a:solidFill>
                  <a:srgbClr val="000000"/>
                </a:solidFill>
              </a:rPr>
              <a:t>10</a:t>
            </a:r>
            <a:r>
              <a:rPr lang="en-US" altLang="en-US" sz="2400" i="0">
                <a:solidFill>
                  <a:srgbClr val="000000"/>
                </a:solidFill>
              </a:rPr>
              <a:t> mod 11.</a:t>
            </a:r>
          </a:p>
        </p:txBody>
      </p:sp>
      <p:sp>
        <p:nvSpPr>
          <p:cNvPr id="173068" name="Text Box 11">
            <a:extLst>
              <a:ext uri="{FF2B5EF4-FFF2-40B4-BE49-F238E27FC236}">
                <a16:creationId xmlns:a16="http://schemas.microsoft.com/office/drawing/2014/main" id="{F24338EA-6F10-3B3A-8C0D-77B1B5AA87D3}"/>
              </a:ext>
            </a:extLst>
          </p:cNvPr>
          <p:cNvSpPr txBox="1">
            <a:spLocks noChangeArrowheads="1"/>
          </p:cNvSpPr>
          <p:nvPr/>
        </p:nvSpPr>
        <p:spPr bwMode="auto">
          <a:xfrm>
            <a:off x="152400" y="9906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9.12</a:t>
            </a:r>
            <a:endParaRPr lang="en-US" altLang="en-US" sz="2000">
              <a:solidFill>
                <a:srgbClr val="FFFFFF"/>
              </a:solidFill>
            </a:endParaRPr>
          </a:p>
        </p:txBody>
      </p:sp>
      <p:sp>
        <p:nvSpPr>
          <p:cNvPr id="173069" name="Rectangle 12">
            <a:extLst>
              <a:ext uri="{FF2B5EF4-FFF2-40B4-BE49-F238E27FC236}">
                <a16:creationId xmlns:a16="http://schemas.microsoft.com/office/drawing/2014/main" id="{E4DAEBAE-DCE9-9110-3179-91F5ED815A7A}"/>
              </a:ext>
            </a:extLst>
          </p:cNvPr>
          <p:cNvSpPr>
            <a:spLocks noChangeArrowheads="1"/>
          </p:cNvSpPr>
          <p:nvPr/>
        </p:nvSpPr>
        <p:spPr bwMode="auto">
          <a:xfrm>
            <a:off x="152400" y="19812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We have 6</a:t>
            </a:r>
            <a:r>
              <a:rPr lang="en-US" altLang="en-US" sz="2400" i="0" baseline="30000">
                <a:solidFill>
                  <a:srgbClr val="000000"/>
                </a:solidFill>
              </a:rPr>
              <a:t>10</a:t>
            </a:r>
            <a:r>
              <a:rPr lang="en-US" altLang="en-US" sz="2400" i="0">
                <a:solidFill>
                  <a:srgbClr val="000000"/>
                </a:solidFill>
              </a:rPr>
              <a:t> mod 11 = 1. This is the first version of Fermat’s little theorem where </a:t>
            </a:r>
            <a:r>
              <a:rPr lang="en-US" altLang="en-US" sz="2400">
                <a:solidFill>
                  <a:srgbClr val="000000"/>
                </a:solidFill>
              </a:rPr>
              <a:t>p</a:t>
            </a:r>
            <a:r>
              <a:rPr lang="en-US" altLang="en-US" sz="2400" i="0">
                <a:solidFill>
                  <a:srgbClr val="000000"/>
                </a:solidFill>
              </a:rPr>
              <a:t> = 11.</a:t>
            </a:r>
          </a:p>
        </p:txBody>
      </p:sp>
      <p:sp>
        <p:nvSpPr>
          <p:cNvPr id="173070" name="Rectangle 13">
            <a:extLst>
              <a:ext uri="{FF2B5EF4-FFF2-40B4-BE49-F238E27FC236}">
                <a16:creationId xmlns:a16="http://schemas.microsoft.com/office/drawing/2014/main" id="{ADF68243-C877-11FB-23E6-0534520D55C8}"/>
              </a:ext>
            </a:extLst>
          </p:cNvPr>
          <p:cNvSpPr>
            <a:spLocks noChangeArrowheads="1"/>
          </p:cNvSpPr>
          <p:nvPr/>
        </p:nvSpPr>
        <p:spPr bwMode="auto">
          <a:xfrm>
            <a:off x="152400" y="37338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Find the result of 3</a:t>
            </a:r>
            <a:r>
              <a:rPr lang="en-US" altLang="en-US" sz="2400" i="0" baseline="30000">
                <a:solidFill>
                  <a:srgbClr val="000000"/>
                </a:solidFill>
              </a:rPr>
              <a:t>12</a:t>
            </a:r>
            <a:r>
              <a:rPr lang="en-US" altLang="en-US" sz="2400" i="0">
                <a:solidFill>
                  <a:srgbClr val="000000"/>
                </a:solidFill>
              </a:rPr>
              <a:t> mod 11.</a:t>
            </a:r>
          </a:p>
        </p:txBody>
      </p:sp>
      <p:sp>
        <p:nvSpPr>
          <p:cNvPr id="173071" name="Text Box 14">
            <a:extLst>
              <a:ext uri="{FF2B5EF4-FFF2-40B4-BE49-F238E27FC236}">
                <a16:creationId xmlns:a16="http://schemas.microsoft.com/office/drawing/2014/main" id="{04D06D67-FA3C-181B-950A-F2685298FCDF}"/>
              </a:ext>
            </a:extLst>
          </p:cNvPr>
          <p:cNvSpPr txBox="1">
            <a:spLocks noChangeArrowheads="1"/>
          </p:cNvSpPr>
          <p:nvPr/>
        </p:nvSpPr>
        <p:spPr bwMode="auto">
          <a:xfrm>
            <a:off x="152400" y="3200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9.13</a:t>
            </a:r>
            <a:endParaRPr lang="en-US" altLang="en-US" sz="2000">
              <a:solidFill>
                <a:srgbClr val="FFFFFF"/>
              </a:solidFill>
            </a:endParaRPr>
          </a:p>
        </p:txBody>
      </p:sp>
      <p:sp>
        <p:nvSpPr>
          <p:cNvPr id="173072" name="Rectangle 15">
            <a:extLst>
              <a:ext uri="{FF2B5EF4-FFF2-40B4-BE49-F238E27FC236}">
                <a16:creationId xmlns:a16="http://schemas.microsoft.com/office/drawing/2014/main" id="{82ECF2A9-61EA-A500-D301-0B2F265570EF}"/>
              </a:ext>
            </a:extLst>
          </p:cNvPr>
          <p:cNvSpPr>
            <a:spLocks noChangeArrowheads="1"/>
          </p:cNvSpPr>
          <p:nvPr/>
        </p:nvSpPr>
        <p:spPr bwMode="auto">
          <a:xfrm>
            <a:off x="152400" y="42672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Here the exponent (12) and the modulus (11) are not the same. With substitution this can be solved using Fermat’s little theorem.</a:t>
            </a:r>
          </a:p>
        </p:txBody>
      </p:sp>
      <p:pic>
        <p:nvPicPr>
          <p:cNvPr id="173073" name="Picture 16">
            <a:extLst>
              <a:ext uri="{FF2B5EF4-FFF2-40B4-BE49-F238E27FC236}">
                <a16:creationId xmlns:a16="http://schemas.microsoft.com/office/drawing/2014/main" id="{7B0FA8F4-FFC5-EB8C-2EB5-312011A5E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5692775"/>
            <a:ext cx="8866188"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Number Placeholder 1">
            <a:extLst>
              <a:ext uri="{FF2B5EF4-FFF2-40B4-BE49-F238E27FC236}">
                <a16:creationId xmlns:a16="http://schemas.microsoft.com/office/drawing/2014/main" id="{31ADC16C-F93D-C4C1-42AD-32120813CFB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500686A1-DF3A-45A4-9DB2-6FC537D39698}" type="slidenum">
              <a:rPr lang="en-US" altLang="en-US" i="0">
                <a:solidFill>
                  <a:srgbClr val="1C1C1C"/>
                </a:solidFill>
                <a:latin typeface="Arial" panose="020B0604020202020204" pitchFamily="34" charset="0"/>
              </a:rPr>
              <a:pPr/>
              <a:t>81</a:t>
            </a:fld>
            <a:endParaRPr lang="en-US" altLang="en-US" i="0">
              <a:solidFill>
                <a:srgbClr val="1C1C1C"/>
              </a:solidFill>
              <a:latin typeface="Arial" panose="020B0604020202020204" pitchFamily="34" charset="0"/>
            </a:endParaRPr>
          </a:p>
        </p:txBody>
      </p:sp>
      <p:sp>
        <p:nvSpPr>
          <p:cNvPr id="175107" name="Rectangle 2">
            <a:extLst>
              <a:ext uri="{FF2B5EF4-FFF2-40B4-BE49-F238E27FC236}">
                <a16:creationId xmlns:a16="http://schemas.microsoft.com/office/drawing/2014/main" id="{418C7467-ECB0-1CDC-E7FC-DD0EEB7FB4C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5108" name="Rectangle 3">
            <a:extLst>
              <a:ext uri="{FF2B5EF4-FFF2-40B4-BE49-F238E27FC236}">
                <a16:creationId xmlns:a16="http://schemas.microsoft.com/office/drawing/2014/main" id="{8D62BC5B-2E89-3E06-8F4D-2BF4A935192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5109" name="Rectangle 4">
            <a:extLst>
              <a:ext uri="{FF2B5EF4-FFF2-40B4-BE49-F238E27FC236}">
                <a16:creationId xmlns:a16="http://schemas.microsoft.com/office/drawing/2014/main" id="{D7FC822D-6612-F631-2AB9-038F7550B55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5110" name="Rectangle 5">
            <a:extLst>
              <a:ext uri="{FF2B5EF4-FFF2-40B4-BE49-F238E27FC236}">
                <a16:creationId xmlns:a16="http://schemas.microsoft.com/office/drawing/2014/main" id="{39A80FC3-4B27-9241-27A1-06CBD6E1EED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5111" name="Rectangle 6">
            <a:extLst>
              <a:ext uri="{FF2B5EF4-FFF2-40B4-BE49-F238E27FC236}">
                <a16:creationId xmlns:a16="http://schemas.microsoft.com/office/drawing/2014/main" id="{F9B8EAA7-5351-59F5-798E-B3F549D42BA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5112" name="Rectangle 7">
            <a:extLst>
              <a:ext uri="{FF2B5EF4-FFF2-40B4-BE49-F238E27FC236}">
                <a16:creationId xmlns:a16="http://schemas.microsoft.com/office/drawing/2014/main" id="{797C39FB-5A05-7F96-3EF6-C5E760DC68E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5113" name="Rectangle 8">
            <a:extLst>
              <a:ext uri="{FF2B5EF4-FFF2-40B4-BE49-F238E27FC236}">
                <a16:creationId xmlns:a16="http://schemas.microsoft.com/office/drawing/2014/main" id="{FAF142A7-F87F-46AE-B592-913CE36BB8D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5114" name="Rectangle 9">
            <a:extLst>
              <a:ext uri="{FF2B5EF4-FFF2-40B4-BE49-F238E27FC236}">
                <a16:creationId xmlns:a16="http://schemas.microsoft.com/office/drawing/2014/main" id="{2BC5E0E8-88ED-9A34-B3BE-4B19504443AF}"/>
              </a:ext>
            </a:extLst>
          </p:cNvPr>
          <p:cNvSpPr>
            <a:spLocks noChangeArrowheads="1"/>
          </p:cNvSpPr>
          <p:nvPr/>
        </p:nvSpPr>
        <p:spPr bwMode="auto">
          <a:xfrm>
            <a:off x="228600" y="9906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Multiplicative Inverses</a:t>
            </a:r>
            <a:r>
              <a:rPr lang="en-US" altLang="en-US" sz="2800">
                <a:solidFill>
                  <a:srgbClr val="000000"/>
                </a:solidFill>
              </a:rPr>
              <a:t> </a:t>
            </a:r>
            <a:endParaRPr lang="en-US" altLang="en-US" sz="2800">
              <a:solidFill>
                <a:srgbClr val="FF0000"/>
              </a:solidFill>
            </a:endParaRPr>
          </a:p>
        </p:txBody>
      </p:sp>
      <p:sp>
        <p:nvSpPr>
          <p:cNvPr id="175115" name="Text Box 10">
            <a:extLst>
              <a:ext uri="{FF2B5EF4-FFF2-40B4-BE49-F238E27FC236}">
                <a16:creationId xmlns:a16="http://schemas.microsoft.com/office/drawing/2014/main" id="{A957DB1C-15E7-513C-37C6-825EF1E108FC}"/>
              </a:ext>
            </a:extLst>
          </p:cNvPr>
          <p:cNvSpPr txBox="1">
            <a:spLocks noChangeArrowheads="1"/>
          </p:cNvSpPr>
          <p:nvPr/>
        </p:nvSpPr>
        <p:spPr bwMode="auto">
          <a:xfrm>
            <a:off x="11430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9.1.5  Continued</a:t>
            </a:r>
          </a:p>
        </p:txBody>
      </p:sp>
      <p:sp>
        <p:nvSpPr>
          <p:cNvPr id="175116" name="Rectangle 12">
            <a:extLst>
              <a:ext uri="{FF2B5EF4-FFF2-40B4-BE49-F238E27FC236}">
                <a16:creationId xmlns:a16="http://schemas.microsoft.com/office/drawing/2014/main" id="{E6BB25D5-E579-1F87-3C4E-E4F974F9D961}"/>
              </a:ext>
            </a:extLst>
          </p:cNvPr>
          <p:cNvSpPr>
            <a:spLocks noChangeArrowheads="1"/>
          </p:cNvSpPr>
          <p:nvPr/>
        </p:nvSpPr>
        <p:spPr bwMode="auto">
          <a:xfrm>
            <a:off x="1905000" y="1752600"/>
            <a:ext cx="5486400" cy="758825"/>
          </a:xfrm>
          <a:prstGeom prst="rect">
            <a:avLst/>
          </a:prstGeom>
          <a:solidFill>
            <a:schemeClr val="bg1"/>
          </a:solidFill>
          <a:ln w="571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4000">
                <a:solidFill>
                  <a:srgbClr val="000000"/>
                </a:solidFill>
              </a:rPr>
              <a:t>a</a:t>
            </a:r>
            <a:r>
              <a:rPr lang="en-US" altLang="en-US" sz="4000" baseline="30000">
                <a:solidFill>
                  <a:srgbClr val="000000"/>
                </a:solidFill>
              </a:rPr>
              <a:t>−1</a:t>
            </a:r>
            <a:r>
              <a:rPr lang="en-US" altLang="en-US" sz="4000">
                <a:solidFill>
                  <a:srgbClr val="000000"/>
                </a:solidFill>
              </a:rPr>
              <a:t> mod p = a </a:t>
            </a:r>
            <a:r>
              <a:rPr lang="en-US" altLang="en-US" sz="4000" baseline="30000">
                <a:solidFill>
                  <a:srgbClr val="000000"/>
                </a:solidFill>
              </a:rPr>
              <a:t>p − 2</a:t>
            </a:r>
            <a:r>
              <a:rPr lang="en-US" altLang="en-US" sz="4000">
                <a:solidFill>
                  <a:srgbClr val="000000"/>
                </a:solidFill>
              </a:rPr>
              <a:t> mod p</a:t>
            </a:r>
          </a:p>
        </p:txBody>
      </p:sp>
      <p:sp>
        <p:nvSpPr>
          <p:cNvPr id="175117" name="Rectangle 13">
            <a:extLst>
              <a:ext uri="{FF2B5EF4-FFF2-40B4-BE49-F238E27FC236}">
                <a16:creationId xmlns:a16="http://schemas.microsoft.com/office/drawing/2014/main" id="{64E9EE4F-0169-0867-D4C6-BEC619734A39}"/>
              </a:ext>
            </a:extLst>
          </p:cNvPr>
          <p:cNvSpPr>
            <a:spLocks noChangeArrowheads="1"/>
          </p:cNvSpPr>
          <p:nvPr/>
        </p:nvSpPr>
        <p:spPr bwMode="auto">
          <a:xfrm>
            <a:off x="76200" y="3221038"/>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answers to multiplicative inverses modulo a prime can be found without using the extended Euclidean algorithm:</a:t>
            </a:r>
          </a:p>
        </p:txBody>
      </p:sp>
      <p:sp>
        <p:nvSpPr>
          <p:cNvPr id="175118" name="Text Box 14">
            <a:extLst>
              <a:ext uri="{FF2B5EF4-FFF2-40B4-BE49-F238E27FC236}">
                <a16:creationId xmlns:a16="http://schemas.microsoft.com/office/drawing/2014/main" id="{45C8538B-1922-710B-4372-8D00FBDE3E90}"/>
              </a:ext>
            </a:extLst>
          </p:cNvPr>
          <p:cNvSpPr txBox="1">
            <a:spLocks noChangeArrowheads="1"/>
          </p:cNvSpPr>
          <p:nvPr/>
        </p:nvSpPr>
        <p:spPr bwMode="auto">
          <a:xfrm>
            <a:off x="152400" y="2747963"/>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9.14</a:t>
            </a:r>
            <a:endParaRPr lang="en-US" altLang="en-US" sz="2000">
              <a:solidFill>
                <a:srgbClr val="FFFFFF"/>
              </a:solidFill>
            </a:endParaRPr>
          </a:p>
        </p:txBody>
      </p:sp>
      <p:pic>
        <p:nvPicPr>
          <p:cNvPr id="175119" name="Picture 15">
            <a:extLst>
              <a:ext uri="{FF2B5EF4-FFF2-40B4-BE49-F238E27FC236}">
                <a16:creationId xmlns:a16="http://schemas.microsoft.com/office/drawing/2014/main" id="{7081351A-F6D1-DD0F-84F1-3C49FF2593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4271963"/>
            <a:ext cx="8547100" cy="182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Number Placeholder 1">
            <a:extLst>
              <a:ext uri="{FF2B5EF4-FFF2-40B4-BE49-F238E27FC236}">
                <a16:creationId xmlns:a16="http://schemas.microsoft.com/office/drawing/2014/main" id="{FBF60C8C-D38A-ADCB-022C-C437C391B4A6}"/>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79C76178-06EE-4CA3-AB94-75D2CBABDEFD}" type="slidenum">
              <a:rPr lang="en-US" altLang="en-US" i="0">
                <a:solidFill>
                  <a:srgbClr val="1C1C1C"/>
                </a:solidFill>
                <a:latin typeface="Arial" panose="020B0604020202020204" pitchFamily="34" charset="0"/>
              </a:rPr>
              <a:pPr/>
              <a:t>82</a:t>
            </a:fld>
            <a:endParaRPr lang="en-US" altLang="en-US" i="0">
              <a:solidFill>
                <a:srgbClr val="1C1C1C"/>
              </a:solidFill>
              <a:latin typeface="Arial" panose="020B0604020202020204" pitchFamily="34" charset="0"/>
            </a:endParaRPr>
          </a:p>
        </p:txBody>
      </p:sp>
      <p:sp>
        <p:nvSpPr>
          <p:cNvPr id="177155" name="Rectangle 2">
            <a:extLst>
              <a:ext uri="{FF2B5EF4-FFF2-40B4-BE49-F238E27FC236}">
                <a16:creationId xmlns:a16="http://schemas.microsoft.com/office/drawing/2014/main" id="{639C68DB-72BE-A739-BBA8-532C912F993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7156" name="Rectangle 3">
            <a:extLst>
              <a:ext uri="{FF2B5EF4-FFF2-40B4-BE49-F238E27FC236}">
                <a16:creationId xmlns:a16="http://schemas.microsoft.com/office/drawing/2014/main" id="{E783B99E-29AA-FCA3-B086-85B9A7CBAE2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7157" name="Rectangle 4">
            <a:extLst>
              <a:ext uri="{FF2B5EF4-FFF2-40B4-BE49-F238E27FC236}">
                <a16:creationId xmlns:a16="http://schemas.microsoft.com/office/drawing/2014/main" id="{C654DF30-BA05-0275-D04F-664B2F4D8A0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7158" name="Rectangle 5">
            <a:extLst>
              <a:ext uri="{FF2B5EF4-FFF2-40B4-BE49-F238E27FC236}">
                <a16:creationId xmlns:a16="http://schemas.microsoft.com/office/drawing/2014/main" id="{75A0AFC2-62FB-67E9-0A28-9F887BAEAE8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7159" name="Rectangle 6">
            <a:extLst>
              <a:ext uri="{FF2B5EF4-FFF2-40B4-BE49-F238E27FC236}">
                <a16:creationId xmlns:a16="http://schemas.microsoft.com/office/drawing/2014/main" id="{3AAE3219-D3F5-E311-C805-7B402CDA137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7160" name="Rectangle 7">
            <a:extLst>
              <a:ext uri="{FF2B5EF4-FFF2-40B4-BE49-F238E27FC236}">
                <a16:creationId xmlns:a16="http://schemas.microsoft.com/office/drawing/2014/main" id="{5C825A3F-9F9B-1DE9-E294-E417F2F5842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7161" name="Rectangle 8">
            <a:extLst>
              <a:ext uri="{FF2B5EF4-FFF2-40B4-BE49-F238E27FC236}">
                <a16:creationId xmlns:a16="http://schemas.microsoft.com/office/drawing/2014/main" id="{EB0032BF-F88B-588C-48EF-620D1334B3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7162" name="Rectangle 9">
            <a:extLst>
              <a:ext uri="{FF2B5EF4-FFF2-40B4-BE49-F238E27FC236}">
                <a16:creationId xmlns:a16="http://schemas.microsoft.com/office/drawing/2014/main" id="{6505B3EB-2048-63C2-B9D1-A660373783A2}"/>
              </a:ext>
            </a:extLst>
          </p:cNvPr>
          <p:cNvSpPr>
            <a:spLocks noChangeArrowheads="1"/>
          </p:cNvSpPr>
          <p:nvPr/>
        </p:nvSpPr>
        <p:spPr bwMode="auto">
          <a:xfrm>
            <a:off x="228600" y="1143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endParaRPr lang="en-US" altLang="en-US" sz="2800">
              <a:solidFill>
                <a:srgbClr val="000000"/>
              </a:solidFill>
            </a:endParaRPr>
          </a:p>
        </p:txBody>
      </p:sp>
      <p:sp>
        <p:nvSpPr>
          <p:cNvPr id="177163" name="Text Box 10">
            <a:extLst>
              <a:ext uri="{FF2B5EF4-FFF2-40B4-BE49-F238E27FC236}">
                <a16:creationId xmlns:a16="http://schemas.microsoft.com/office/drawing/2014/main" id="{56FF3F2E-EC4B-9173-6958-DE6F72DF2C1F}"/>
              </a:ext>
            </a:extLst>
          </p:cNvPr>
          <p:cNvSpPr txBox="1">
            <a:spLocks noChangeArrowheads="1"/>
          </p:cNvSpPr>
          <p:nvPr/>
        </p:nvSpPr>
        <p:spPr bwMode="auto">
          <a:xfrm>
            <a:off x="1143000" y="0"/>
            <a:ext cx="4057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9.1.6  Euler’s Theorem</a:t>
            </a:r>
          </a:p>
        </p:txBody>
      </p:sp>
      <p:sp>
        <p:nvSpPr>
          <p:cNvPr id="177164" name="Rectangle 11">
            <a:extLst>
              <a:ext uri="{FF2B5EF4-FFF2-40B4-BE49-F238E27FC236}">
                <a16:creationId xmlns:a16="http://schemas.microsoft.com/office/drawing/2014/main" id="{4579D691-63E5-5D98-7A66-7062C94BEF83}"/>
              </a:ext>
            </a:extLst>
          </p:cNvPr>
          <p:cNvSpPr>
            <a:spLocks noChangeArrowheads="1"/>
          </p:cNvSpPr>
          <p:nvPr/>
        </p:nvSpPr>
        <p:spPr bwMode="auto">
          <a:xfrm>
            <a:off x="152400" y="11430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First Version</a:t>
            </a:r>
            <a:endParaRPr lang="en-US" altLang="en-US" sz="2800">
              <a:solidFill>
                <a:srgbClr val="FF0000"/>
              </a:solidFill>
            </a:endParaRPr>
          </a:p>
        </p:txBody>
      </p:sp>
      <p:sp>
        <p:nvSpPr>
          <p:cNvPr id="177165" name="Rectangle 13">
            <a:extLst>
              <a:ext uri="{FF2B5EF4-FFF2-40B4-BE49-F238E27FC236}">
                <a16:creationId xmlns:a16="http://schemas.microsoft.com/office/drawing/2014/main" id="{B8722626-2E7C-CAC1-BE8B-C69BA2C4E13E}"/>
              </a:ext>
            </a:extLst>
          </p:cNvPr>
          <p:cNvSpPr>
            <a:spLocks noChangeArrowheads="1"/>
          </p:cNvSpPr>
          <p:nvPr/>
        </p:nvSpPr>
        <p:spPr bwMode="auto">
          <a:xfrm>
            <a:off x="2514600" y="1752600"/>
            <a:ext cx="3962400" cy="758825"/>
          </a:xfrm>
          <a:prstGeom prst="rect">
            <a:avLst/>
          </a:prstGeom>
          <a:solidFill>
            <a:schemeClr val="bg1"/>
          </a:solidFill>
          <a:ln w="571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4000">
                <a:solidFill>
                  <a:srgbClr val="000000"/>
                </a:solidFill>
              </a:rPr>
              <a:t>a</a:t>
            </a:r>
            <a:r>
              <a:rPr lang="en-US" altLang="en-US" sz="4000" baseline="30000">
                <a:solidFill>
                  <a:srgbClr val="000000"/>
                </a:solidFill>
                <a:latin typeface="Symbol" panose="05050102010706020507" pitchFamily="18" charset="2"/>
              </a:rPr>
              <a:t>f</a:t>
            </a:r>
            <a:r>
              <a:rPr lang="en-US" altLang="en-US" sz="4000" baseline="30000">
                <a:solidFill>
                  <a:srgbClr val="000000"/>
                </a:solidFill>
              </a:rPr>
              <a:t>(n)</a:t>
            </a:r>
            <a:r>
              <a:rPr lang="en-US" altLang="en-US" sz="4000">
                <a:solidFill>
                  <a:srgbClr val="000000"/>
                </a:solidFill>
              </a:rPr>
              <a:t> ≡ 1 (mod n)</a:t>
            </a:r>
          </a:p>
        </p:txBody>
      </p:sp>
      <p:sp>
        <p:nvSpPr>
          <p:cNvPr id="177166" name="Rectangle 14">
            <a:extLst>
              <a:ext uri="{FF2B5EF4-FFF2-40B4-BE49-F238E27FC236}">
                <a16:creationId xmlns:a16="http://schemas.microsoft.com/office/drawing/2014/main" id="{803246E1-5972-1B54-7607-797DA9C11BDF}"/>
              </a:ext>
            </a:extLst>
          </p:cNvPr>
          <p:cNvSpPr>
            <a:spLocks noChangeArrowheads="1"/>
          </p:cNvSpPr>
          <p:nvPr/>
        </p:nvSpPr>
        <p:spPr bwMode="auto">
          <a:xfrm>
            <a:off x="228600" y="2819400"/>
            <a:ext cx="8686800"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Second Version</a:t>
            </a:r>
            <a:endParaRPr lang="en-US" altLang="en-US" sz="2800">
              <a:solidFill>
                <a:srgbClr val="FF0000"/>
              </a:solidFill>
            </a:endParaRPr>
          </a:p>
        </p:txBody>
      </p:sp>
      <p:sp>
        <p:nvSpPr>
          <p:cNvPr id="177167" name="Rectangle 15">
            <a:extLst>
              <a:ext uri="{FF2B5EF4-FFF2-40B4-BE49-F238E27FC236}">
                <a16:creationId xmlns:a16="http://schemas.microsoft.com/office/drawing/2014/main" id="{D56E32E0-B087-DCA3-9ED7-DEAC3CCA0E30}"/>
              </a:ext>
            </a:extLst>
          </p:cNvPr>
          <p:cNvSpPr>
            <a:spLocks noChangeArrowheads="1"/>
          </p:cNvSpPr>
          <p:nvPr/>
        </p:nvSpPr>
        <p:spPr bwMode="auto">
          <a:xfrm>
            <a:off x="1981200" y="3581400"/>
            <a:ext cx="5562600" cy="758825"/>
          </a:xfrm>
          <a:prstGeom prst="rect">
            <a:avLst/>
          </a:prstGeom>
          <a:solidFill>
            <a:schemeClr val="bg1"/>
          </a:solidFill>
          <a:ln w="571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4000">
                <a:solidFill>
                  <a:srgbClr val="000000"/>
                </a:solidFill>
              </a:rPr>
              <a:t>a </a:t>
            </a:r>
            <a:r>
              <a:rPr lang="en-US" altLang="en-US" sz="4000" baseline="30000">
                <a:solidFill>
                  <a:srgbClr val="000000"/>
                </a:solidFill>
              </a:rPr>
              <a:t>k × </a:t>
            </a:r>
            <a:r>
              <a:rPr lang="en-US" altLang="en-US" sz="4000" baseline="30000">
                <a:solidFill>
                  <a:srgbClr val="000000"/>
                </a:solidFill>
                <a:latin typeface="Symbol" panose="05050102010706020507" pitchFamily="18" charset="2"/>
              </a:rPr>
              <a:t>f</a:t>
            </a:r>
            <a:r>
              <a:rPr lang="en-US" altLang="en-US" sz="4000" baseline="30000">
                <a:solidFill>
                  <a:srgbClr val="000000"/>
                </a:solidFill>
              </a:rPr>
              <a:t>(n) + 1</a:t>
            </a:r>
            <a:r>
              <a:rPr lang="en-US" altLang="en-US" sz="4000">
                <a:solidFill>
                  <a:srgbClr val="000000"/>
                </a:solidFill>
              </a:rPr>
              <a:t> ≡  a (mod n)</a:t>
            </a:r>
          </a:p>
        </p:txBody>
      </p:sp>
      <p:sp>
        <p:nvSpPr>
          <p:cNvPr id="177168" name="Line 16">
            <a:extLst>
              <a:ext uri="{FF2B5EF4-FFF2-40B4-BE49-F238E27FC236}">
                <a16:creationId xmlns:a16="http://schemas.microsoft.com/office/drawing/2014/main" id="{7D6F33F7-D2E9-16E4-D0D3-66393B5302C0}"/>
              </a:ext>
            </a:extLst>
          </p:cNvPr>
          <p:cNvSpPr>
            <a:spLocks noChangeShapeType="1"/>
          </p:cNvSpPr>
          <p:nvPr/>
        </p:nvSpPr>
        <p:spPr bwMode="auto">
          <a:xfrm>
            <a:off x="457200"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69" name="Line 17">
            <a:extLst>
              <a:ext uri="{FF2B5EF4-FFF2-40B4-BE49-F238E27FC236}">
                <a16:creationId xmlns:a16="http://schemas.microsoft.com/office/drawing/2014/main" id="{81263DFE-A5A2-4D56-2F21-B69DB591758F}"/>
              </a:ext>
            </a:extLst>
          </p:cNvPr>
          <p:cNvSpPr>
            <a:spLocks noChangeShapeType="1"/>
          </p:cNvSpPr>
          <p:nvPr/>
        </p:nvSpPr>
        <p:spPr bwMode="auto">
          <a:xfrm>
            <a:off x="458788" y="6400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7170" name="Rectangle 18">
            <a:extLst>
              <a:ext uri="{FF2B5EF4-FFF2-40B4-BE49-F238E27FC236}">
                <a16:creationId xmlns:a16="http://schemas.microsoft.com/office/drawing/2014/main" id="{6DF8D92E-BC0B-7D84-83C9-F3689B56CD1A}"/>
              </a:ext>
            </a:extLst>
          </p:cNvPr>
          <p:cNvSpPr>
            <a:spLocks noChangeArrowheads="1"/>
          </p:cNvSpPr>
          <p:nvPr/>
        </p:nvSpPr>
        <p:spPr bwMode="auto">
          <a:xfrm>
            <a:off x="495300" y="5349875"/>
            <a:ext cx="8077200" cy="9461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2800" i="0">
                <a:solidFill>
                  <a:srgbClr val="000000"/>
                </a:solidFill>
              </a:rPr>
              <a:t>The second version of Euler’s theorem is used in the RSA cryptosystem.</a:t>
            </a:r>
          </a:p>
        </p:txBody>
      </p:sp>
      <p:grpSp>
        <p:nvGrpSpPr>
          <p:cNvPr id="177171" name="Group 19">
            <a:extLst>
              <a:ext uri="{FF2B5EF4-FFF2-40B4-BE49-F238E27FC236}">
                <a16:creationId xmlns:a16="http://schemas.microsoft.com/office/drawing/2014/main" id="{5E255B8C-0F0A-EDF1-320E-D1B2E3088763}"/>
              </a:ext>
            </a:extLst>
          </p:cNvPr>
          <p:cNvGrpSpPr>
            <a:grpSpLocks/>
          </p:cNvGrpSpPr>
          <p:nvPr/>
        </p:nvGrpSpPr>
        <p:grpSpPr bwMode="auto">
          <a:xfrm>
            <a:off x="457200" y="4648200"/>
            <a:ext cx="1143000" cy="566738"/>
            <a:chOff x="1200" y="1248"/>
            <a:chExt cx="720" cy="357"/>
          </a:xfrm>
        </p:grpSpPr>
        <p:pic>
          <p:nvPicPr>
            <p:cNvPr id="177174" name="Picture 20">
              <a:extLst>
                <a:ext uri="{FF2B5EF4-FFF2-40B4-BE49-F238E27FC236}">
                  <a16:creationId xmlns:a16="http://schemas.microsoft.com/office/drawing/2014/main" id="{CAEF79D6-22B3-D042-CA0A-19322F3C74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7175" name="Text Box 21">
              <a:extLst>
                <a:ext uri="{FF2B5EF4-FFF2-40B4-BE49-F238E27FC236}">
                  <a16:creationId xmlns:a16="http://schemas.microsoft.com/office/drawing/2014/main" id="{7137CEC9-4D78-B9F5-5971-9F1938091D6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pic>
        <p:nvPicPr>
          <p:cNvPr id="177172" name="Picture 2">
            <a:extLst>
              <a:ext uri="{FF2B5EF4-FFF2-40B4-BE49-F238E27FC236}">
                <a16:creationId xmlns:a16="http://schemas.microsoft.com/office/drawing/2014/main" id="{46AB8DB2-DD26-A3C3-6B47-021E2CA96B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143000"/>
            <a:ext cx="8777288" cy="542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73" name="TextBox 21">
            <a:extLst>
              <a:ext uri="{FF2B5EF4-FFF2-40B4-BE49-F238E27FC236}">
                <a16:creationId xmlns:a16="http://schemas.microsoft.com/office/drawing/2014/main" id="{F5F01D00-F795-4415-67BC-C6648E3D9236}"/>
              </a:ext>
            </a:extLst>
          </p:cNvPr>
          <p:cNvSpPr txBox="1">
            <a:spLocks noChangeArrowheads="1"/>
          </p:cNvSpPr>
          <p:nvPr/>
        </p:nvSpPr>
        <p:spPr bwMode="auto">
          <a:xfrm>
            <a:off x="5867400" y="4419600"/>
            <a:ext cx="3379788" cy="646113"/>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a:t>Removes the condition that       </a:t>
            </a:r>
          </a:p>
          <a:p>
            <a:r>
              <a:rPr lang="en-US" altLang="en-US"/>
              <a:t>a and n are co-prime</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Number Placeholder 1">
            <a:extLst>
              <a:ext uri="{FF2B5EF4-FFF2-40B4-BE49-F238E27FC236}">
                <a16:creationId xmlns:a16="http://schemas.microsoft.com/office/drawing/2014/main" id="{DABB284D-3CDE-428C-DA1A-B977F8D73EE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A88F0A37-53E0-45BA-B35B-1356791075E8}" type="slidenum">
              <a:rPr lang="en-US" altLang="en-US" i="0">
                <a:solidFill>
                  <a:srgbClr val="1C1C1C"/>
                </a:solidFill>
                <a:latin typeface="Arial" panose="020B0604020202020204" pitchFamily="34" charset="0"/>
              </a:rPr>
              <a:pPr/>
              <a:t>83</a:t>
            </a:fld>
            <a:endParaRPr lang="en-US" altLang="en-US" i="0">
              <a:solidFill>
                <a:srgbClr val="1C1C1C"/>
              </a:solidFill>
              <a:latin typeface="Arial" panose="020B0604020202020204" pitchFamily="34" charset="0"/>
            </a:endParaRPr>
          </a:p>
        </p:txBody>
      </p:sp>
      <p:sp>
        <p:nvSpPr>
          <p:cNvPr id="179203" name="Rectangle 2">
            <a:extLst>
              <a:ext uri="{FF2B5EF4-FFF2-40B4-BE49-F238E27FC236}">
                <a16:creationId xmlns:a16="http://schemas.microsoft.com/office/drawing/2014/main" id="{3C060A1F-D423-E7D2-487D-E1602A8D98F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9204" name="Rectangle 3">
            <a:extLst>
              <a:ext uri="{FF2B5EF4-FFF2-40B4-BE49-F238E27FC236}">
                <a16:creationId xmlns:a16="http://schemas.microsoft.com/office/drawing/2014/main" id="{9F3FA686-4B8B-EC69-747D-BE014F01E6B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9205" name="Rectangle 4">
            <a:extLst>
              <a:ext uri="{FF2B5EF4-FFF2-40B4-BE49-F238E27FC236}">
                <a16:creationId xmlns:a16="http://schemas.microsoft.com/office/drawing/2014/main" id="{E2EF7885-64E5-EE90-8B16-B8B127F3C46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9206" name="Rectangle 5">
            <a:extLst>
              <a:ext uri="{FF2B5EF4-FFF2-40B4-BE49-F238E27FC236}">
                <a16:creationId xmlns:a16="http://schemas.microsoft.com/office/drawing/2014/main" id="{DDB45055-87FA-F13E-9B14-25BCEA86783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9207" name="Rectangle 6">
            <a:extLst>
              <a:ext uri="{FF2B5EF4-FFF2-40B4-BE49-F238E27FC236}">
                <a16:creationId xmlns:a16="http://schemas.microsoft.com/office/drawing/2014/main" id="{86AA68F2-1DE5-EE1A-D6F5-4E1B62B673D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9208" name="Rectangle 7">
            <a:extLst>
              <a:ext uri="{FF2B5EF4-FFF2-40B4-BE49-F238E27FC236}">
                <a16:creationId xmlns:a16="http://schemas.microsoft.com/office/drawing/2014/main" id="{73C8DA97-51BB-5AB1-0664-D9EF4B8137D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9209" name="Rectangle 8">
            <a:extLst>
              <a:ext uri="{FF2B5EF4-FFF2-40B4-BE49-F238E27FC236}">
                <a16:creationId xmlns:a16="http://schemas.microsoft.com/office/drawing/2014/main" id="{CC81A152-402E-6BE3-3406-60E5011F025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79210" name="Text Box 9">
            <a:extLst>
              <a:ext uri="{FF2B5EF4-FFF2-40B4-BE49-F238E27FC236}">
                <a16:creationId xmlns:a16="http://schemas.microsoft.com/office/drawing/2014/main" id="{E2098BE9-AAC2-F5AD-FF3C-A19A34CC284E}"/>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9.1.5</a:t>
            </a:r>
            <a:r>
              <a:rPr lang="en-US" altLang="en-US" sz="3200">
                <a:solidFill>
                  <a:srgbClr val="FF0000"/>
                </a:solidFill>
              </a:rPr>
              <a:t>     </a:t>
            </a:r>
            <a:r>
              <a:rPr lang="en-US" altLang="en-US" sz="3200">
                <a:solidFill>
                  <a:srgbClr val="000000"/>
                </a:solidFill>
              </a:rPr>
              <a:t>Continued</a:t>
            </a:r>
          </a:p>
        </p:txBody>
      </p:sp>
      <p:sp>
        <p:nvSpPr>
          <p:cNvPr id="179211" name="Rectangle 10">
            <a:extLst>
              <a:ext uri="{FF2B5EF4-FFF2-40B4-BE49-F238E27FC236}">
                <a16:creationId xmlns:a16="http://schemas.microsoft.com/office/drawing/2014/main" id="{98AA6552-5FDE-5596-B4BF-0FCB24A711B4}"/>
              </a:ext>
            </a:extLst>
          </p:cNvPr>
          <p:cNvSpPr>
            <a:spLocks noChangeArrowheads="1"/>
          </p:cNvSpPr>
          <p:nvPr/>
        </p:nvSpPr>
        <p:spPr bwMode="auto">
          <a:xfrm>
            <a:off x="76200" y="1874838"/>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Find the result of 6</a:t>
            </a:r>
            <a:r>
              <a:rPr lang="en-US" altLang="en-US" sz="2400" i="0" baseline="30000">
                <a:solidFill>
                  <a:srgbClr val="000000"/>
                </a:solidFill>
              </a:rPr>
              <a:t>24</a:t>
            </a:r>
            <a:r>
              <a:rPr lang="en-US" altLang="en-US" sz="2400" i="0">
                <a:solidFill>
                  <a:srgbClr val="000000"/>
                </a:solidFill>
              </a:rPr>
              <a:t> mod 35.</a:t>
            </a:r>
          </a:p>
        </p:txBody>
      </p:sp>
      <p:sp>
        <p:nvSpPr>
          <p:cNvPr id="179212" name="Text Box 11">
            <a:extLst>
              <a:ext uri="{FF2B5EF4-FFF2-40B4-BE49-F238E27FC236}">
                <a16:creationId xmlns:a16="http://schemas.microsoft.com/office/drawing/2014/main" id="{6CC8F245-5BDE-C947-B1F6-C84FBE6EAF1C}"/>
              </a:ext>
            </a:extLst>
          </p:cNvPr>
          <p:cNvSpPr txBox="1">
            <a:spLocks noChangeArrowheads="1"/>
          </p:cNvSpPr>
          <p:nvPr/>
        </p:nvSpPr>
        <p:spPr bwMode="auto">
          <a:xfrm>
            <a:off x="152400" y="12192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9.15</a:t>
            </a:r>
            <a:endParaRPr lang="en-US" altLang="en-US" sz="2000">
              <a:solidFill>
                <a:srgbClr val="FFFFFF"/>
              </a:solidFill>
            </a:endParaRPr>
          </a:p>
        </p:txBody>
      </p:sp>
      <p:sp>
        <p:nvSpPr>
          <p:cNvPr id="179213" name="Rectangle 14">
            <a:extLst>
              <a:ext uri="{FF2B5EF4-FFF2-40B4-BE49-F238E27FC236}">
                <a16:creationId xmlns:a16="http://schemas.microsoft.com/office/drawing/2014/main" id="{420FD4CB-A4F2-57EB-9D2D-712EFB0DF1C6}"/>
              </a:ext>
            </a:extLst>
          </p:cNvPr>
          <p:cNvSpPr>
            <a:spLocks noChangeArrowheads="1"/>
          </p:cNvSpPr>
          <p:nvPr/>
        </p:nvSpPr>
        <p:spPr bwMode="auto">
          <a:xfrm>
            <a:off x="76200" y="2484438"/>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We have 6</a:t>
            </a:r>
            <a:r>
              <a:rPr lang="en-US" altLang="en-US" sz="2400" i="0" baseline="30000">
                <a:solidFill>
                  <a:srgbClr val="000000"/>
                </a:solidFill>
              </a:rPr>
              <a:t>24</a:t>
            </a:r>
            <a:r>
              <a:rPr lang="en-US" altLang="en-US" sz="2400" i="0">
                <a:solidFill>
                  <a:srgbClr val="000000"/>
                </a:solidFill>
              </a:rPr>
              <a:t> mod 35 = 6</a:t>
            </a:r>
            <a:r>
              <a:rPr lang="en-US" altLang="en-US" sz="2400" i="0" baseline="30000">
                <a:solidFill>
                  <a:srgbClr val="000000"/>
                </a:solidFill>
                <a:latin typeface="Symbol" panose="05050102010706020507" pitchFamily="18" charset="2"/>
              </a:rPr>
              <a:t>f</a:t>
            </a:r>
            <a:r>
              <a:rPr lang="en-US" altLang="en-US" sz="2400" i="0" baseline="30000">
                <a:solidFill>
                  <a:srgbClr val="000000"/>
                </a:solidFill>
              </a:rPr>
              <a:t>(35)</a:t>
            </a:r>
            <a:r>
              <a:rPr lang="en-US" altLang="en-US" sz="2400" i="0">
                <a:solidFill>
                  <a:srgbClr val="000000"/>
                </a:solidFill>
              </a:rPr>
              <a:t> mod 35 = 1.</a:t>
            </a:r>
          </a:p>
        </p:txBody>
      </p:sp>
      <p:sp>
        <p:nvSpPr>
          <p:cNvPr id="179214" name="Rectangle 15">
            <a:extLst>
              <a:ext uri="{FF2B5EF4-FFF2-40B4-BE49-F238E27FC236}">
                <a16:creationId xmlns:a16="http://schemas.microsoft.com/office/drawing/2014/main" id="{8BDE8C71-1664-B9A6-EF7C-0F837BA40B51}"/>
              </a:ext>
            </a:extLst>
          </p:cNvPr>
          <p:cNvSpPr>
            <a:spLocks noChangeArrowheads="1"/>
          </p:cNvSpPr>
          <p:nvPr/>
        </p:nvSpPr>
        <p:spPr bwMode="auto">
          <a:xfrm>
            <a:off x="152400" y="43434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Find the result of 20</a:t>
            </a:r>
            <a:r>
              <a:rPr lang="en-US" altLang="en-US" sz="2400" i="0" baseline="30000">
                <a:solidFill>
                  <a:srgbClr val="000000"/>
                </a:solidFill>
              </a:rPr>
              <a:t>62</a:t>
            </a:r>
            <a:r>
              <a:rPr lang="en-US" altLang="en-US" sz="2400" i="0">
                <a:solidFill>
                  <a:srgbClr val="000000"/>
                </a:solidFill>
              </a:rPr>
              <a:t> mod 77.</a:t>
            </a:r>
          </a:p>
        </p:txBody>
      </p:sp>
      <p:sp>
        <p:nvSpPr>
          <p:cNvPr id="179215" name="Text Box 16">
            <a:extLst>
              <a:ext uri="{FF2B5EF4-FFF2-40B4-BE49-F238E27FC236}">
                <a16:creationId xmlns:a16="http://schemas.microsoft.com/office/drawing/2014/main" id="{1374CD1C-5735-1D07-6B7D-3E3B266E0A2F}"/>
              </a:ext>
            </a:extLst>
          </p:cNvPr>
          <p:cNvSpPr txBox="1">
            <a:spLocks noChangeArrowheads="1"/>
          </p:cNvSpPr>
          <p:nvPr/>
        </p:nvSpPr>
        <p:spPr bwMode="auto">
          <a:xfrm>
            <a:off x="228600" y="3779838"/>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9.16</a:t>
            </a:r>
            <a:endParaRPr lang="en-US" altLang="en-US" sz="2000">
              <a:solidFill>
                <a:srgbClr val="FFFFFF"/>
              </a:solidFill>
            </a:endParaRPr>
          </a:p>
        </p:txBody>
      </p:sp>
      <p:sp>
        <p:nvSpPr>
          <p:cNvPr id="179216" name="Rectangle 17">
            <a:extLst>
              <a:ext uri="{FF2B5EF4-FFF2-40B4-BE49-F238E27FC236}">
                <a16:creationId xmlns:a16="http://schemas.microsoft.com/office/drawing/2014/main" id="{3881E65D-E776-438A-62D4-975422189DBC}"/>
              </a:ext>
            </a:extLst>
          </p:cNvPr>
          <p:cNvSpPr>
            <a:spLocks noChangeArrowheads="1"/>
          </p:cNvSpPr>
          <p:nvPr/>
        </p:nvSpPr>
        <p:spPr bwMode="auto">
          <a:xfrm>
            <a:off x="152400" y="4924425"/>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a:p>
            <a:pPr algn="just" eaLnBrk="1" hangingPunct="1"/>
            <a:r>
              <a:rPr lang="en-US" altLang="en-US" sz="2400" i="0">
                <a:solidFill>
                  <a:srgbClr val="000000"/>
                </a:solidFill>
              </a:rPr>
              <a:t>If we let </a:t>
            </a:r>
            <a:r>
              <a:rPr lang="en-US" altLang="en-US" sz="2400">
                <a:solidFill>
                  <a:srgbClr val="000000"/>
                </a:solidFill>
              </a:rPr>
              <a:t>k</a:t>
            </a:r>
            <a:r>
              <a:rPr lang="en-US" altLang="en-US" sz="2400" i="0">
                <a:solidFill>
                  <a:srgbClr val="000000"/>
                </a:solidFill>
              </a:rPr>
              <a:t> = 1 on the second version, we have </a:t>
            </a:r>
          </a:p>
          <a:p>
            <a:pPr algn="just" eaLnBrk="1" hangingPunct="1"/>
            <a:r>
              <a:rPr lang="en-US" altLang="en-US" sz="2400" i="0">
                <a:solidFill>
                  <a:srgbClr val="000000"/>
                </a:solidFill>
              </a:rPr>
              <a:t>          20</a:t>
            </a:r>
            <a:r>
              <a:rPr lang="en-US" altLang="en-US" sz="2400" i="0" baseline="30000">
                <a:solidFill>
                  <a:srgbClr val="000000"/>
                </a:solidFill>
              </a:rPr>
              <a:t>62</a:t>
            </a:r>
            <a:r>
              <a:rPr lang="en-US" altLang="en-US" sz="2400" i="0">
                <a:solidFill>
                  <a:srgbClr val="000000"/>
                </a:solidFill>
              </a:rPr>
              <a:t> mod 77 = (20 mod 77) (20</a:t>
            </a:r>
            <a:r>
              <a:rPr lang="en-US" altLang="en-US" sz="2400" i="0" baseline="30000">
                <a:solidFill>
                  <a:srgbClr val="000000"/>
                </a:solidFill>
                <a:latin typeface="Symbol" panose="05050102010706020507" pitchFamily="18" charset="2"/>
              </a:rPr>
              <a:t>f</a:t>
            </a:r>
            <a:r>
              <a:rPr lang="en-US" altLang="en-US" sz="2400" i="0" baseline="30000">
                <a:solidFill>
                  <a:srgbClr val="000000"/>
                </a:solidFill>
              </a:rPr>
              <a:t>(77)</a:t>
            </a:r>
            <a:r>
              <a:rPr lang="en-US" altLang="en-US" sz="2400" i="0">
                <a:solidFill>
                  <a:srgbClr val="000000"/>
                </a:solidFill>
              </a:rPr>
              <a:t> </a:t>
            </a:r>
            <a:r>
              <a:rPr lang="en-US" altLang="en-US" sz="2400" i="0" baseline="30000">
                <a:solidFill>
                  <a:srgbClr val="000000"/>
                </a:solidFill>
              </a:rPr>
              <a:t>+ 1</a:t>
            </a:r>
            <a:r>
              <a:rPr lang="en-US" altLang="en-US" sz="2400" i="0">
                <a:solidFill>
                  <a:srgbClr val="000000"/>
                </a:solidFill>
              </a:rPr>
              <a:t> mod 77) mod 77 </a:t>
            </a:r>
          </a:p>
          <a:p>
            <a:pPr algn="just" eaLnBrk="1" hangingPunct="1"/>
            <a:r>
              <a:rPr lang="en-US" altLang="en-US" sz="2400" i="0">
                <a:solidFill>
                  <a:srgbClr val="000000"/>
                </a:solidFill>
              </a:rPr>
              <a:t>                               = (20)(20) mod 77 = 15.</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1">
            <a:extLst>
              <a:ext uri="{FF2B5EF4-FFF2-40B4-BE49-F238E27FC236}">
                <a16:creationId xmlns:a16="http://schemas.microsoft.com/office/drawing/2014/main" id="{AA0B8D68-5DF9-9D3A-A200-9EE0859123F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C30CE752-E3EB-48DB-AC4A-DE85EC2B910D}" type="slidenum">
              <a:rPr lang="en-US" altLang="en-US" i="0">
                <a:solidFill>
                  <a:srgbClr val="1C1C1C"/>
                </a:solidFill>
                <a:latin typeface="Arial" panose="020B0604020202020204" pitchFamily="34" charset="0"/>
              </a:rPr>
              <a:pPr/>
              <a:t>84</a:t>
            </a:fld>
            <a:endParaRPr lang="en-US" altLang="en-US" i="0">
              <a:solidFill>
                <a:srgbClr val="1C1C1C"/>
              </a:solidFill>
              <a:latin typeface="Arial" panose="020B0604020202020204" pitchFamily="34" charset="0"/>
            </a:endParaRPr>
          </a:p>
        </p:txBody>
      </p:sp>
      <p:sp>
        <p:nvSpPr>
          <p:cNvPr id="181251" name="Rectangle 2">
            <a:extLst>
              <a:ext uri="{FF2B5EF4-FFF2-40B4-BE49-F238E27FC236}">
                <a16:creationId xmlns:a16="http://schemas.microsoft.com/office/drawing/2014/main" id="{A1ADFD0A-619E-DAAA-7CCB-F126144190C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1252" name="Rectangle 3">
            <a:extLst>
              <a:ext uri="{FF2B5EF4-FFF2-40B4-BE49-F238E27FC236}">
                <a16:creationId xmlns:a16="http://schemas.microsoft.com/office/drawing/2014/main" id="{EDCFFF9B-3874-1D33-0BE1-8699C1E839A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1253" name="Rectangle 4">
            <a:extLst>
              <a:ext uri="{FF2B5EF4-FFF2-40B4-BE49-F238E27FC236}">
                <a16:creationId xmlns:a16="http://schemas.microsoft.com/office/drawing/2014/main" id="{A1F41647-CFBD-1AC3-F06E-F6D8C95F603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1254" name="Rectangle 5">
            <a:extLst>
              <a:ext uri="{FF2B5EF4-FFF2-40B4-BE49-F238E27FC236}">
                <a16:creationId xmlns:a16="http://schemas.microsoft.com/office/drawing/2014/main" id="{1BDC95D8-C278-2DF8-D1E6-6AC687ACF43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1255" name="Rectangle 6">
            <a:extLst>
              <a:ext uri="{FF2B5EF4-FFF2-40B4-BE49-F238E27FC236}">
                <a16:creationId xmlns:a16="http://schemas.microsoft.com/office/drawing/2014/main" id="{88684F09-0987-11C0-9C39-18E4C236D37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1256" name="Rectangle 7">
            <a:extLst>
              <a:ext uri="{FF2B5EF4-FFF2-40B4-BE49-F238E27FC236}">
                <a16:creationId xmlns:a16="http://schemas.microsoft.com/office/drawing/2014/main" id="{D9E4E750-2C18-D3ED-AA25-86168477EF1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1257" name="Rectangle 8">
            <a:extLst>
              <a:ext uri="{FF2B5EF4-FFF2-40B4-BE49-F238E27FC236}">
                <a16:creationId xmlns:a16="http://schemas.microsoft.com/office/drawing/2014/main" id="{BFCDA7BA-6F84-D52A-CB98-371AC9BE68B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1258" name="Rectangle 9">
            <a:extLst>
              <a:ext uri="{FF2B5EF4-FFF2-40B4-BE49-F238E27FC236}">
                <a16:creationId xmlns:a16="http://schemas.microsoft.com/office/drawing/2014/main" id="{73D58BC5-7BEF-9303-29B6-D1A382A1E39C}"/>
              </a:ext>
            </a:extLst>
          </p:cNvPr>
          <p:cNvSpPr>
            <a:spLocks noChangeArrowheads="1"/>
          </p:cNvSpPr>
          <p:nvPr/>
        </p:nvSpPr>
        <p:spPr bwMode="auto">
          <a:xfrm>
            <a:off x="228600" y="1143000"/>
            <a:ext cx="86868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2800">
                <a:solidFill>
                  <a:srgbClr val="3333CC"/>
                </a:solidFill>
              </a:rPr>
              <a:t>Multiplicative Inverses </a:t>
            </a:r>
          </a:p>
          <a:p>
            <a:pPr algn="just"/>
            <a:r>
              <a:rPr lang="en-US" altLang="en-US" sz="2800">
                <a:solidFill>
                  <a:srgbClr val="000000"/>
                </a:solidFill>
              </a:rPr>
              <a:t>Euler’s theorem can be used to find multiplicative inverses modulo a composite. </a:t>
            </a:r>
          </a:p>
        </p:txBody>
      </p:sp>
      <p:sp>
        <p:nvSpPr>
          <p:cNvPr id="181259" name="Text Box 10">
            <a:extLst>
              <a:ext uri="{FF2B5EF4-FFF2-40B4-BE49-F238E27FC236}">
                <a16:creationId xmlns:a16="http://schemas.microsoft.com/office/drawing/2014/main" id="{1895A7E8-3EC0-5417-FAE9-05F77E22E687}"/>
              </a:ext>
            </a:extLst>
          </p:cNvPr>
          <p:cNvSpPr txBox="1">
            <a:spLocks noChangeArrowheads="1"/>
          </p:cNvSpPr>
          <p:nvPr/>
        </p:nvSpPr>
        <p:spPr bwMode="auto">
          <a:xfrm>
            <a:off x="11430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9.1.6  Continued</a:t>
            </a:r>
          </a:p>
        </p:txBody>
      </p:sp>
      <p:sp>
        <p:nvSpPr>
          <p:cNvPr id="181260" name="Rectangle 19">
            <a:extLst>
              <a:ext uri="{FF2B5EF4-FFF2-40B4-BE49-F238E27FC236}">
                <a16:creationId xmlns:a16="http://schemas.microsoft.com/office/drawing/2014/main" id="{80645E3A-8CA4-2B56-F92F-CD0276BDE8D8}"/>
              </a:ext>
            </a:extLst>
          </p:cNvPr>
          <p:cNvSpPr>
            <a:spLocks noChangeArrowheads="1"/>
          </p:cNvSpPr>
          <p:nvPr/>
        </p:nvSpPr>
        <p:spPr bwMode="auto">
          <a:xfrm>
            <a:off x="1905000" y="2971800"/>
            <a:ext cx="5562600" cy="758825"/>
          </a:xfrm>
          <a:prstGeom prst="rect">
            <a:avLst/>
          </a:prstGeom>
          <a:solidFill>
            <a:schemeClr val="bg1"/>
          </a:solidFill>
          <a:ln w="5715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a:r>
              <a:rPr lang="en-US" altLang="en-US" sz="4000">
                <a:solidFill>
                  <a:srgbClr val="000000"/>
                </a:solidFill>
              </a:rPr>
              <a:t>a</a:t>
            </a:r>
            <a:r>
              <a:rPr lang="en-US" altLang="en-US" sz="4000" baseline="30000">
                <a:solidFill>
                  <a:srgbClr val="000000"/>
                </a:solidFill>
              </a:rPr>
              <a:t>−1</a:t>
            </a:r>
            <a:r>
              <a:rPr lang="en-US" altLang="en-US" sz="4000">
                <a:solidFill>
                  <a:srgbClr val="000000"/>
                </a:solidFill>
              </a:rPr>
              <a:t> mod n = a</a:t>
            </a:r>
            <a:r>
              <a:rPr lang="en-US" altLang="en-US" sz="4000" baseline="30000">
                <a:solidFill>
                  <a:srgbClr val="000000"/>
                </a:solidFill>
                <a:latin typeface="Symbol" panose="05050102010706020507" pitchFamily="18" charset="2"/>
              </a:rPr>
              <a:t>f</a:t>
            </a:r>
            <a:r>
              <a:rPr lang="en-US" altLang="en-US" sz="4000" baseline="30000">
                <a:solidFill>
                  <a:srgbClr val="000000"/>
                </a:solidFill>
              </a:rPr>
              <a:t>(n)−1</a:t>
            </a:r>
            <a:r>
              <a:rPr lang="en-US" altLang="en-US" sz="4000">
                <a:solidFill>
                  <a:srgbClr val="000000"/>
                </a:solidFill>
              </a:rPr>
              <a:t> mod 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Number Placeholder 1">
            <a:extLst>
              <a:ext uri="{FF2B5EF4-FFF2-40B4-BE49-F238E27FC236}">
                <a16:creationId xmlns:a16="http://schemas.microsoft.com/office/drawing/2014/main" id="{5A2BA21D-CBA4-10B1-BD58-549FF09C35DA}"/>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84D88307-2E7E-467B-A3BC-D461D0D64BF9}" type="slidenum">
              <a:rPr lang="en-US" altLang="en-US" i="0">
                <a:solidFill>
                  <a:srgbClr val="1C1C1C"/>
                </a:solidFill>
                <a:latin typeface="Arial" panose="020B0604020202020204" pitchFamily="34" charset="0"/>
              </a:rPr>
              <a:pPr/>
              <a:t>85</a:t>
            </a:fld>
            <a:endParaRPr lang="en-US" altLang="en-US" i="0">
              <a:solidFill>
                <a:srgbClr val="1C1C1C"/>
              </a:solidFill>
              <a:latin typeface="Arial" panose="020B0604020202020204" pitchFamily="34" charset="0"/>
            </a:endParaRPr>
          </a:p>
        </p:txBody>
      </p:sp>
      <p:sp>
        <p:nvSpPr>
          <p:cNvPr id="183299" name="Rectangle 2">
            <a:extLst>
              <a:ext uri="{FF2B5EF4-FFF2-40B4-BE49-F238E27FC236}">
                <a16:creationId xmlns:a16="http://schemas.microsoft.com/office/drawing/2014/main" id="{EB129BEE-3175-6E43-01FC-2CF443190CD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3300" name="Rectangle 3">
            <a:extLst>
              <a:ext uri="{FF2B5EF4-FFF2-40B4-BE49-F238E27FC236}">
                <a16:creationId xmlns:a16="http://schemas.microsoft.com/office/drawing/2014/main" id="{F72017CD-0090-F496-A892-6356B9687EF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3301" name="Rectangle 4">
            <a:extLst>
              <a:ext uri="{FF2B5EF4-FFF2-40B4-BE49-F238E27FC236}">
                <a16:creationId xmlns:a16="http://schemas.microsoft.com/office/drawing/2014/main" id="{3A824238-942D-6529-7C4B-587DDF23E1F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3302" name="Rectangle 5">
            <a:extLst>
              <a:ext uri="{FF2B5EF4-FFF2-40B4-BE49-F238E27FC236}">
                <a16:creationId xmlns:a16="http://schemas.microsoft.com/office/drawing/2014/main" id="{CE66D7B3-F6A5-FE18-406D-F6F262964B6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3303" name="Rectangle 6">
            <a:extLst>
              <a:ext uri="{FF2B5EF4-FFF2-40B4-BE49-F238E27FC236}">
                <a16:creationId xmlns:a16="http://schemas.microsoft.com/office/drawing/2014/main" id="{2180555F-6216-2A60-A659-6C3AC2B3CE8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3304" name="Rectangle 7">
            <a:extLst>
              <a:ext uri="{FF2B5EF4-FFF2-40B4-BE49-F238E27FC236}">
                <a16:creationId xmlns:a16="http://schemas.microsoft.com/office/drawing/2014/main" id="{C7FE31C8-6C2F-2477-044B-465FE6A5DC6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3305" name="Rectangle 8">
            <a:extLst>
              <a:ext uri="{FF2B5EF4-FFF2-40B4-BE49-F238E27FC236}">
                <a16:creationId xmlns:a16="http://schemas.microsoft.com/office/drawing/2014/main" id="{09C0A166-1E5E-D0A9-E8E4-8376687BC94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183306" name="Text Box 9">
            <a:extLst>
              <a:ext uri="{FF2B5EF4-FFF2-40B4-BE49-F238E27FC236}">
                <a16:creationId xmlns:a16="http://schemas.microsoft.com/office/drawing/2014/main" id="{838E430A-EFAD-12EB-3ADB-7AAFEF13905C}"/>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9.1.5</a:t>
            </a:r>
            <a:r>
              <a:rPr lang="en-US" altLang="en-US" sz="3200">
                <a:solidFill>
                  <a:srgbClr val="FF0000"/>
                </a:solidFill>
              </a:rPr>
              <a:t>     </a:t>
            </a:r>
            <a:r>
              <a:rPr lang="en-US" altLang="en-US" sz="3200">
                <a:solidFill>
                  <a:srgbClr val="000000"/>
                </a:solidFill>
              </a:rPr>
              <a:t>Continued</a:t>
            </a:r>
          </a:p>
        </p:txBody>
      </p:sp>
      <p:sp>
        <p:nvSpPr>
          <p:cNvPr id="183307" name="Rectangle 10">
            <a:extLst>
              <a:ext uri="{FF2B5EF4-FFF2-40B4-BE49-F238E27FC236}">
                <a16:creationId xmlns:a16="http://schemas.microsoft.com/office/drawing/2014/main" id="{6104D15A-F054-5494-BBA4-A7CCDA02E002}"/>
              </a:ext>
            </a:extLst>
          </p:cNvPr>
          <p:cNvSpPr>
            <a:spLocks noChangeArrowheads="1"/>
          </p:cNvSpPr>
          <p:nvPr/>
        </p:nvSpPr>
        <p:spPr bwMode="auto">
          <a:xfrm>
            <a:off x="76200" y="17526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answers to multiplicative inverses modulo a composite can be found without using the extended Euclidean algorithm if we know the factorization of the composite:</a:t>
            </a:r>
          </a:p>
        </p:txBody>
      </p:sp>
      <p:sp>
        <p:nvSpPr>
          <p:cNvPr id="183308" name="Text Box 11">
            <a:extLst>
              <a:ext uri="{FF2B5EF4-FFF2-40B4-BE49-F238E27FC236}">
                <a16:creationId xmlns:a16="http://schemas.microsoft.com/office/drawing/2014/main" id="{3BBD91D0-6BF9-7D8D-1356-C461C499C231}"/>
              </a:ext>
            </a:extLst>
          </p:cNvPr>
          <p:cNvSpPr txBox="1">
            <a:spLocks noChangeArrowheads="1"/>
          </p:cNvSpPr>
          <p:nvPr/>
        </p:nvSpPr>
        <p:spPr bwMode="auto">
          <a:xfrm>
            <a:off x="152400" y="12192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9.17</a:t>
            </a:r>
            <a:endParaRPr lang="en-US" altLang="en-US" sz="2000">
              <a:solidFill>
                <a:srgbClr val="FFFFFF"/>
              </a:solidFill>
            </a:endParaRPr>
          </a:p>
        </p:txBody>
      </p:sp>
      <p:pic>
        <p:nvPicPr>
          <p:cNvPr id="183309" name="Picture 16">
            <a:extLst>
              <a:ext uri="{FF2B5EF4-FFF2-40B4-BE49-F238E27FC236}">
                <a16:creationId xmlns:a16="http://schemas.microsoft.com/office/drawing/2014/main" id="{411A7ABE-6911-9888-BBEB-BB74DFAC3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141663"/>
            <a:ext cx="7851775" cy="158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5B83D8-1F59-0966-A0BA-F1E15FE22922}"/>
              </a:ext>
            </a:extLst>
          </p:cNvPr>
          <p:cNvSpPr>
            <a:spLocks noGrp="1"/>
          </p:cNvSpPr>
          <p:nvPr>
            <p:ph idx="1"/>
          </p:nvPr>
        </p:nvSpPr>
        <p:spPr>
          <a:xfrm>
            <a:off x="457200" y="2308225"/>
            <a:ext cx="8229600" cy="3692525"/>
          </a:xfrm>
        </p:spPr>
        <p:txBody>
          <a:bodyPr>
            <a:normAutofit fontScale="92500" lnSpcReduction="10000"/>
          </a:bodyPr>
          <a:lstStyle/>
          <a:p>
            <a:pPr marL="205740" indent="-205740" algn="just" fontAlgn="auto">
              <a:spcAft>
                <a:spcPts val="0"/>
              </a:spcAft>
              <a:buClr>
                <a:schemeClr val="accent3"/>
              </a:buClr>
              <a:buFont typeface="Wingdings 2"/>
              <a:buChar char=""/>
              <a:defRPr/>
            </a:pPr>
            <a:endParaRPr lang="en-US" sz="1950" dirty="0"/>
          </a:p>
          <a:p>
            <a:pPr marL="205740" indent="-205740" algn="just" fontAlgn="auto">
              <a:spcAft>
                <a:spcPts val="0"/>
              </a:spcAft>
              <a:buClr>
                <a:schemeClr val="accent3"/>
              </a:buClr>
              <a:buFont typeface="Wingdings 2"/>
              <a:buChar char=""/>
              <a:defRPr/>
            </a:pPr>
            <a:endParaRPr lang="en-US" sz="1950" dirty="0"/>
          </a:p>
          <a:p>
            <a:pPr marL="205740" indent="-205740" algn="just" fontAlgn="auto">
              <a:spcAft>
                <a:spcPts val="0"/>
              </a:spcAft>
              <a:buClr>
                <a:schemeClr val="accent3"/>
              </a:buClr>
              <a:buFont typeface="Wingdings 2"/>
              <a:buChar char=""/>
              <a:defRPr/>
            </a:pPr>
            <a:endParaRPr lang="en-US" sz="1950" dirty="0"/>
          </a:p>
          <a:p>
            <a:pPr marL="205740" indent="-205740" algn="just" fontAlgn="auto">
              <a:spcAft>
                <a:spcPts val="0"/>
              </a:spcAft>
              <a:buClr>
                <a:schemeClr val="accent3"/>
              </a:buClr>
              <a:buFont typeface="Wingdings 2"/>
              <a:buChar char=""/>
              <a:defRPr/>
            </a:pPr>
            <a:endParaRPr lang="en-US" sz="1950" dirty="0"/>
          </a:p>
          <a:p>
            <a:pPr marL="205740" indent="-205740" algn="just" fontAlgn="auto">
              <a:spcAft>
                <a:spcPts val="0"/>
              </a:spcAft>
              <a:buClr>
                <a:schemeClr val="accent3"/>
              </a:buClr>
              <a:buFont typeface="Wingdings 2"/>
              <a:buChar char=""/>
              <a:defRPr/>
            </a:pPr>
            <a:endParaRPr lang="en-US" sz="1800" dirty="0"/>
          </a:p>
          <a:p>
            <a:pPr marL="205740" indent="-205740" algn="just" fontAlgn="auto">
              <a:spcAft>
                <a:spcPts val="0"/>
              </a:spcAft>
              <a:buClr>
                <a:schemeClr val="accent3"/>
              </a:buClr>
              <a:buFont typeface="Wingdings 2"/>
              <a:buChar char=""/>
              <a:defRPr/>
            </a:pPr>
            <a:r>
              <a:rPr lang="en-US" sz="1800" dirty="0"/>
              <a:t>In cryptography, common modular operation is exponentiation.</a:t>
            </a:r>
          </a:p>
          <a:p>
            <a:pPr marL="205740" indent="-205740" algn="just" fontAlgn="auto">
              <a:spcAft>
                <a:spcPts val="0"/>
              </a:spcAft>
              <a:buClr>
                <a:schemeClr val="accent3"/>
              </a:buClr>
              <a:buFont typeface="Wingdings 2"/>
              <a:buChar char=""/>
              <a:defRPr/>
            </a:pPr>
            <a:r>
              <a:rPr lang="en-US" sz="1800" dirty="0"/>
              <a:t>Often we need to calculate y = a</a:t>
            </a:r>
            <a:r>
              <a:rPr lang="en-US" sz="1800" baseline="30000" dirty="0"/>
              <a:t>x</a:t>
            </a:r>
            <a:r>
              <a:rPr lang="en-US" sz="1800" dirty="0"/>
              <a:t> mod n</a:t>
            </a:r>
          </a:p>
          <a:p>
            <a:pPr marL="205740" indent="-205740" algn="just" fontAlgn="auto">
              <a:spcAft>
                <a:spcPts val="0"/>
              </a:spcAft>
              <a:buClr>
                <a:schemeClr val="accent3"/>
              </a:buClr>
              <a:buFont typeface="Wingdings 2"/>
              <a:buChar char=""/>
              <a:defRPr/>
            </a:pPr>
            <a:r>
              <a:rPr lang="en-US" sz="1800" dirty="0"/>
              <a:t>RSA cryptosystem uses modular exponentiation for both encryption/decryption with very large exponents.</a:t>
            </a:r>
          </a:p>
          <a:p>
            <a:pPr marL="205740" indent="-205740" algn="just" fontAlgn="auto">
              <a:spcAft>
                <a:spcPts val="0"/>
              </a:spcAft>
              <a:buClr>
                <a:schemeClr val="accent3"/>
              </a:buClr>
              <a:buFont typeface="Wingdings 2"/>
              <a:buChar char=""/>
              <a:defRPr/>
            </a:pPr>
            <a:r>
              <a:rPr lang="en-US" sz="1800" dirty="0"/>
              <a:t>Adversary can use logarithm to attack. It is hard to reverse the exponentiation for larger modulus</a:t>
            </a:r>
          </a:p>
          <a:p>
            <a:pPr marL="205740" indent="-205740" algn="just" fontAlgn="auto">
              <a:spcAft>
                <a:spcPts val="0"/>
              </a:spcAft>
              <a:buClr>
                <a:schemeClr val="accent3"/>
              </a:buClr>
              <a:buFont typeface="Wingdings 2"/>
              <a:buChar char=""/>
              <a:defRPr/>
            </a:pPr>
            <a:r>
              <a:rPr lang="en-US" sz="1800" dirty="0"/>
              <a:t>Most computer have no operator to efficiently compute exponentiation and need for efficient algorithms</a:t>
            </a:r>
          </a:p>
        </p:txBody>
      </p:sp>
      <p:sp>
        <p:nvSpPr>
          <p:cNvPr id="3" name="Title 2">
            <a:extLst>
              <a:ext uri="{FF2B5EF4-FFF2-40B4-BE49-F238E27FC236}">
                <a16:creationId xmlns:a16="http://schemas.microsoft.com/office/drawing/2014/main" id="{8C2DDE07-F588-D25A-C637-4F39B8B544A3}"/>
              </a:ext>
            </a:extLst>
          </p:cNvPr>
          <p:cNvSpPr>
            <a:spLocks noGrp="1"/>
          </p:cNvSpPr>
          <p:nvPr>
            <p:ph type="title"/>
          </p:nvPr>
        </p:nvSpPr>
        <p:spPr/>
        <p:txBody>
          <a:bodyPr/>
          <a:lstStyle/>
          <a:p>
            <a:pPr fontAlgn="auto">
              <a:spcAft>
                <a:spcPts val="0"/>
              </a:spcAft>
              <a:defRPr/>
            </a:pPr>
            <a:r>
              <a:rPr lang="en-US" sz="3750" dirty="0"/>
              <a:t>Exponentiation and Logarithm</a:t>
            </a:r>
          </a:p>
        </p:txBody>
      </p:sp>
      <p:pic>
        <p:nvPicPr>
          <p:cNvPr id="185348" name="Picture 2">
            <a:extLst>
              <a:ext uri="{FF2B5EF4-FFF2-40B4-BE49-F238E27FC236}">
                <a16:creationId xmlns:a16="http://schemas.microsoft.com/office/drawing/2014/main" id="{2BA95A76-1395-C5FD-0CE3-012757532C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788" y="2432050"/>
            <a:ext cx="7718425"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42AABA-95DB-C124-43CB-DA3492D0FB59}"/>
              </a:ext>
            </a:extLst>
          </p:cNvPr>
          <p:cNvSpPr>
            <a:spLocks noGrp="1"/>
          </p:cNvSpPr>
          <p:nvPr>
            <p:ph idx="1"/>
          </p:nvPr>
        </p:nvSpPr>
        <p:spPr/>
        <p:txBody>
          <a:bodyPr/>
          <a:lstStyle/>
          <a:p>
            <a:pPr marL="205740" indent="-205740" fontAlgn="auto">
              <a:spcAft>
                <a:spcPts val="0"/>
              </a:spcAft>
              <a:buClr>
                <a:schemeClr val="accent3"/>
              </a:buClr>
              <a:buFont typeface="Wingdings 2"/>
              <a:buChar char=""/>
              <a:defRPr/>
            </a:pPr>
            <a:endParaRPr lang="en-US" sz="1950" dirty="0"/>
          </a:p>
        </p:txBody>
      </p:sp>
      <p:sp>
        <p:nvSpPr>
          <p:cNvPr id="3" name="Title 2">
            <a:extLst>
              <a:ext uri="{FF2B5EF4-FFF2-40B4-BE49-F238E27FC236}">
                <a16:creationId xmlns:a16="http://schemas.microsoft.com/office/drawing/2014/main" id="{291A1DA7-6EC0-A045-06F4-55A0BE89A46E}"/>
              </a:ext>
            </a:extLst>
          </p:cNvPr>
          <p:cNvSpPr>
            <a:spLocks noGrp="1"/>
          </p:cNvSpPr>
          <p:nvPr>
            <p:ph type="title"/>
          </p:nvPr>
        </p:nvSpPr>
        <p:spPr/>
        <p:txBody>
          <a:bodyPr/>
          <a:lstStyle/>
          <a:p>
            <a:pPr fontAlgn="auto">
              <a:spcAft>
                <a:spcPts val="0"/>
              </a:spcAft>
              <a:defRPr/>
            </a:pPr>
            <a:endParaRPr lang="en-US" sz="3750"/>
          </a:p>
        </p:txBody>
      </p:sp>
      <p:pic>
        <p:nvPicPr>
          <p:cNvPr id="186372" name="Picture 2">
            <a:extLst>
              <a:ext uri="{FF2B5EF4-FFF2-40B4-BE49-F238E27FC236}">
                <a16:creationId xmlns:a16="http://schemas.microsoft.com/office/drawing/2014/main" id="{DFED755E-EDAE-50DA-15B5-FF7EFBAF39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3" y="1320800"/>
            <a:ext cx="7323137"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A629201-2FE9-7D54-6798-F42081451588}"/>
              </a:ext>
            </a:extLst>
          </p:cNvPr>
          <p:cNvSpPr txBox="1"/>
          <p:nvPr/>
        </p:nvSpPr>
        <p:spPr>
          <a:xfrm>
            <a:off x="3968750" y="1595438"/>
            <a:ext cx="4718050" cy="300037"/>
          </a:xfrm>
          <a:prstGeom prst="rect">
            <a:avLst/>
          </a:prstGeom>
          <a:noFill/>
          <a:ln>
            <a:solidFill>
              <a:schemeClr val="bg2"/>
            </a:solidFill>
          </a:ln>
        </p:spPr>
        <p:txBody>
          <a:bodyPr>
            <a:spAutoFit/>
          </a:bodyPr>
          <a:lstStyle/>
          <a:p>
            <a:pPr defTabSz="685800" eaLnBrk="1" fontAlgn="auto" hangingPunct="1">
              <a:spcBef>
                <a:spcPts val="0"/>
              </a:spcBef>
              <a:spcAft>
                <a:spcPts val="0"/>
              </a:spcAft>
              <a:defRPr/>
            </a:pPr>
            <a:r>
              <a:rPr lang="en-US" sz="1350" b="0" i="0" dirty="0">
                <a:solidFill>
                  <a:prstClr val="black"/>
                </a:solidFill>
                <a:latin typeface="Palatino Linotype"/>
              </a:rPr>
              <a:t>Unlike traditional algorithms which uses multiplication </a:t>
            </a:r>
          </a:p>
        </p:txBody>
      </p:sp>
      <p:sp>
        <p:nvSpPr>
          <p:cNvPr id="7" name="TextBox 6">
            <a:extLst>
              <a:ext uri="{FF2B5EF4-FFF2-40B4-BE49-F238E27FC236}">
                <a16:creationId xmlns:a16="http://schemas.microsoft.com/office/drawing/2014/main" id="{7043C56E-2491-30C0-8C89-A206875B7987}"/>
              </a:ext>
            </a:extLst>
          </p:cNvPr>
          <p:cNvSpPr txBox="1"/>
          <p:nvPr/>
        </p:nvSpPr>
        <p:spPr>
          <a:xfrm>
            <a:off x="4302125" y="2603500"/>
            <a:ext cx="4716463" cy="300038"/>
          </a:xfrm>
          <a:prstGeom prst="rect">
            <a:avLst/>
          </a:prstGeom>
          <a:noFill/>
          <a:ln>
            <a:solidFill>
              <a:schemeClr val="bg2"/>
            </a:solidFill>
          </a:ln>
        </p:spPr>
        <p:txBody>
          <a:bodyPr>
            <a:spAutoFit/>
          </a:bodyPr>
          <a:lstStyle/>
          <a:p>
            <a:pPr defTabSz="685800" eaLnBrk="1" fontAlgn="auto" hangingPunct="1">
              <a:spcBef>
                <a:spcPts val="0"/>
              </a:spcBef>
              <a:spcAft>
                <a:spcPts val="0"/>
              </a:spcAft>
              <a:defRPr/>
            </a:pPr>
            <a:r>
              <a:rPr lang="en-US" sz="1350" b="0" i="0" dirty="0">
                <a:solidFill>
                  <a:prstClr val="black"/>
                </a:solidFill>
                <a:latin typeface="Palatino Linotype"/>
              </a:rPr>
              <a:t>Treat exponents as binary number of </a:t>
            </a:r>
            <a:r>
              <a:rPr lang="en-US" sz="1350" b="0" i="0" dirty="0" err="1">
                <a:solidFill>
                  <a:prstClr val="black"/>
                </a:solidFill>
                <a:latin typeface="Palatino Linotype"/>
              </a:rPr>
              <a:t>n</a:t>
            </a:r>
            <a:r>
              <a:rPr lang="en-US" sz="1350" b="0" i="0" baseline="-25000" dirty="0" err="1">
                <a:solidFill>
                  <a:prstClr val="black"/>
                </a:solidFill>
                <a:latin typeface="Palatino Linotype"/>
              </a:rPr>
              <a:t>b</a:t>
            </a:r>
            <a:r>
              <a:rPr lang="en-US" sz="1350" b="0" i="0" baseline="-25000" dirty="0">
                <a:solidFill>
                  <a:prstClr val="black"/>
                </a:solidFill>
                <a:latin typeface="Palatino Linotype"/>
              </a:rPr>
              <a:t> </a:t>
            </a:r>
            <a:r>
              <a:rPr lang="en-US" sz="1350" b="0" i="0" dirty="0">
                <a:solidFill>
                  <a:prstClr val="black"/>
                </a:solidFill>
                <a:latin typeface="Palatino Linotype"/>
              </a:rPr>
              <a:t> bits.</a:t>
            </a:r>
            <a:endParaRPr lang="en-US" sz="1350" b="0" i="0" baseline="-25000" dirty="0">
              <a:solidFill>
                <a:prstClr val="black"/>
              </a:solidFill>
              <a:latin typeface="Palatino Linotype"/>
            </a:endParaRPr>
          </a:p>
        </p:txBody>
      </p:sp>
      <p:sp>
        <p:nvSpPr>
          <p:cNvPr id="10" name="TextBox 9">
            <a:extLst>
              <a:ext uri="{FF2B5EF4-FFF2-40B4-BE49-F238E27FC236}">
                <a16:creationId xmlns:a16="http://schemas.microsoft.com/office/drawing/2014/main" id="{D64CC4D5-41F2-4AF1-884F-088C59B3EBC3}"/>
              </a:ext>
            </a:extLst>
          </p:cNvPr>
          <p:cNvSpPr txBox="1"/>
          <p:nvPr/>
        </p:nvSpPr>
        <p:spPr>
          <a:xfrm>
            <a:off x="3979863" y="5097463"/>
            <a:ext cx="4718050" cy="300037"/>
          </a:xfrm>
          <a:prstGeom prst="rect">
            <a:avLst/>
          </a:prstGeom>
          <a:noFill/>
          <a:ln>
            <a:solidFill>
              <a:schemeClr val="bg2"/>
            </a:solidFill>
          </a:ln>
        </p:spPr>
        <p:txBody>
          <a:bodyPr>
            <a:spAutoFit/>
          </a:bodyPr>
          <a:lstStyle/>
          <a:p>
            <a:pPr defTabSz="685800" eaLnBrk="1" fontAlgn="auto" hangingPunct="1">
              <a:spcBef>
                <a:spcPts val="0"/>
              </a:spcBef>
              <a:spcAft>
                <a:spcPts val="0"/>
              </a:spcAft>
              <a:defRPr/>
            </a:pPr>
            <a:r>
              <a:rPr lang="en-US" sz="1350" b="0" i="0" dirty="0">
                <a:solidFill>
                  <a:prstClr val="black"/>
                </a:solidFill>
                <a:latin typeface="Palatino Linotype"/>
              </a:rPr>
              <a:t>y is product of </a:t>
            </a:r>
            <a:r>
              <a:rPr lang="en-US" sz="1350" b="0" i="0" dirty="0" err="1">
                <a:solidFill>
                  <a:prstClr val="black"/>
                </a:solidFill>
                <a:latin typeface="Palatino Linotype"/>
              </a:rPr>
              <a:t>n</a:t>
            </a:r>
            <a:r>
              <a:rPr lang="en-US" sz="1350" b="0" i="0" baseline="-25000" dirty="0" err="1">
                <a:solidFill>
                  <a:prstClr val="black"/>
                </a:solidFill>
                <a:latin typeface="Palatino Linotype"/>
              </a:rPr>
              <a:t>b</a:t>
            </a:r>
            <a:r>
              <a:rPr lang="en-US" sz="1350" b="0" i="0" dirty="0">
                <a:solidFill>
                  <a:prstClr val="black"/>
                </a:solidFill>
                <a:latin typeface="Palatino Linotype"/>
              </a:rPr>
              <a:t> terms, square of bases if bit is 1.</a:t>
            </a:r>
            <a:endParaRPr lang="en-US" sz="1350" b="0" i="0" baseline="-25000" dirty="0">
              <a:solidFill>
                <a:prstClr val="black"/>
              </a:solidFill>
              <a:latin typeface="Palatino Linotype"/>
            </a:endParaRPr>
          </a:p>
        </p:txBody>
      </p:sp>
    </p:spTree>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02E5B0-BC7A-7998-22AE-B03E2B2FBF40}"/>
              </a:ext>
            </a:extLst>
          </p:cNvPr>
          <p:cNvSpPr>
            <a:spLocks noGrp="1"/>
          </p:cNvSpPr>
          <p:nvPr>
            <p:ph idx="1"/>
          </p:nvPr>
        </p:nvSpPr>
        <p:spPr/>
        <p:txBody>
          <a:bodyPr/>
          <a:lstStyle/>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None/>
              <a:defRPr/>
            </a:pPr>
            <a:r>
              <a:rPr lang="en-US" sz="1950" dirty="0"/>
              <a:t>Value of bit is 1, multiples current base with previous value of result.</a:t>
            </a:r>
          </a:p>
          <a:p>
            <a:pPr marL="205740" indent="-205740" fontAlgn="auto">
              <a:spcAft>
                <a:spcPts val="0"/>
              </a:spcAft>
              <a:buClr>
                <a:schemeClr val="accent3"/>
              </a:buClr>
              <a:buFont typeface="Wingdings 2"/>
              <a:buNone/>
              <a:defRPr/>
            </a:pPr>
            <a:r>
              <a:rPr lang="en-US" sz="1950" dirty="0"/>
              <a:t>It then squares the base for the next iteration.	</a:t>
            </a:r>
          </a:p>
        </p:txBody>
      </p:sp>
      <p:sp>
        <p:nvSpPr>
          <p:cNvPr id="3" name="Title 2">
            <a:extLst>
              <a:ext uri="{FF2B5EF4-FFF2-40B4-BE49-F238E27FC236}">
                <a16:creationId xmlns:a16="http://schemas.microsoft.com/office/drawing/2014/main" id="{35A207D2-A690-F153-F535-A452922134B9}"/>
              </a:ext>
            </a:extLst>
          </p:cNvPr>
          <p:cNvSpPr>
            <a:spLocks noGrp="1"/>
          </p:cNvSpPr>
          <p:nvPr>
            <p:ph type="title"/>
          </p:nvPr>
        </p:nvSpPr>
        <p:spPr/>
        <p:txBody>
          <a:bodyPr/>
          <a:lstStyle/>
          <a:p>
            <a:pPr fontAlgn="auto">
              <a:spcAft>
                <a:spcPts val="0"/>
              </a:spcAft>
              <a:defRPr/>
            </a:pPr>
            <a:endParaRPr lang="en-US" sz="3750"/>
          </a:p>
        </p:txBody>
      </p:sp>
      <p:pic>
        <p:nvPicPr>
          <p:cNvPr id="187396" name="Picture 2">
            <a:extLst>
              <a:ext uri="{FF2B5EF4-FFF2-40B4-BE49-F238E27FC236}">
                <a16:creationId xmlns:a16="http://schemas.microsoft.com/office/drawing/2014/main" id="{36987E66-F0EC-479E-500B-08B202C59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889000"/>
            <a:ext cx="8420100" cy="387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452B0B-3A43-5EE3-E683-D9D9E6C52B0A}"/>
              </a:ext>
            </a:extLst>
          </p:cNvPr>
          <p:cNvSpPr>
            <a:spLocks noGrp="1"/>
          </p:cNvSpPr>
          <p:nvPr>
            <p:ph idx="1"/>
          </p:nvPr>
        </p:nvSpPr>
        <p:spPr>
          <a:xfrm>
            <a:off x="457200" y="2308225"/>
            <a:ext cx="8229600" cy="3692525"/>
          </a:xfrm>
        </p:spPr>
        <p:txBody>
          <a:bodyPr/>
          <a:lstStyle/>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r>
              <a:rPr lang="en-US" sz="1800" dirty="0"/>
              <a:t>Value of y is gradually built until y=a</a:t>
            </a:r>
            <a:r>
              <a:rPr lang="en-US" sz="1800" baseline="30000" dirty="0"/>
              <a:t>22</a:t>
            </a:r>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p:txBody>
      </p:sp>
      <p:sp>
        <p:nvSpPr>
          <p:cNvPr id="3" name="Title 2">
            <a:extLst>
              <a:ext uri="{FF2B5EF4-FFF2-40B4-BE49-F238E27FC236}">
                <a16:creationId xmlns:a16="http://schemas.microsoft.com/office/drawing/2014/main" id="{8BF4D7AC-666C-3B9C-F80D-6935408B758A}"/>
              </a:ext>
            </a:extLst>
          </p:cNvPr>
          <p:cNvSpPr>
            <a:spLocks noGrp="1"/>
          </p:cNvSpPr>
          <p:nvPr>
            <p:ph type="title"/>
          </p:nvPr>
        </p:nvSpPr>
        <p:spPr/>
        <p:txBody>
          <a:bodyPr/>
          <a:lstStyle/>
          <a:p>
            <a:pPr fontAlgn="auto">
              <a:spcAft>
                <a:spcPts val="0"/>
              </a:spcAft>
              <a:defRPr/>
            </a:pPr>
            <a:endParaRPr lang="en-US" sz="3750" dirty="0"/>
          </a:p>
        </p:txBody>
      </p:sp>
      <p:pic>
        <p:nvPicPr>
          <p:cNvPr id="188420" name="Picture 2">
            <a:extLst>
              <a:ext uri="{FF2B5EF4-FFF2-40B4-BE49-F238E27FC236}">
                <a16:creationId xmlns:a16="http://schemas.microsoft.com/office/drawing/2014/main" id="{19095316-BC86-0ADE-ACB1-B21FD45E7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438" y="1036638"/>
            <a:ext cx="6951662" cy="449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741349-9A7F-0676-8F1C-CE23F13D4ACC}"/>
              </a:ext>
            </a:extLst>
          </p:cNvPr>
          <p:cNvSpPr>
            <a:spLocks noGrp="1"/>
          </p:cNvSpPr>
          <p:nvPr>
            <p:ph idx="1"/>
          </p:nvPr>
        </p:nvSpPr>
        <p:spPr>
          <a:xfrm>
            <a:off x="457200" y="2308225"/>
            <a:ext cx="8229600" cy="3692525"/>
          </a:xfrm>
        </p:spPr>
        <p:txBody>
          <a:bodyPr/>
          <a:lstStyle/>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950" dirty="0"/>
          </a:p>
          <a:p>
            <a:pPr marL="205740" indent="-205740" fontAlgn="auto">
              <a:spcAft>
                <a:spcPts val="0"/>
              </a:spcAft>
              <a:buClr>
                <a:schemeClr val="accent3"/>
              </a:buClr>
              <a:buFont typeface="Wingdings 2"/>
              <a:buChar char=""/>
              <a:defRPr/>
            </a:pPr>
            <a:endParaRPr lang="en-US" sz="1500" dirty="0"/>
          </a:p>
          <a:p>
            <a:pPr marL="205740" indent="-205740" fontAlgn="auto">
              <a:spcAft>
                <a:spcPts val="0"/>
              </a:spcAft>
              <a:buClr>
                <a:schemeClr val="accent3"/>
              </a:buClr>
              <a:buFont typeface="Wingdings 2"/>
              <a:buChar char=""/>
              <a:defRPr/>
            </a:pPr>
            <a:r>
              <a:rPr lang="en-US" sz="1650" dirty="0"/>
              <a:t>Bit operation complexity is O(</a:t>
            </a:r>
            <a:r>
              <a:rPr lang="en-US" sz="1650" dirty="0" err="1"/>
              <a:t>n</a:t>
            </a:r>
            <a:r>
              <a:rPr lang="en-US" sz="1650" baseline="-25000" dirty="0" err="1"/>
              <a:t>b</a:t>
            </a:r>
            <a:r>
              <a:rPr lang="en-US" sz="1650" dirty="0"/>
              <a:t>) as maximum of 2n</a:t>
            </a:r>
            <a:r>
              <a:rPr lang="en-US" sz="1650" baseline="-25000" dirty="0"/>
              <a:t>b </a:t>
            </a:r>
            <a:r>
              <a:rPr lang="en-US" sz="1650" dirty="0"/>
              <a:t>arithmetic operations</a:t>
            </a:r>
          </a:p>
          <a:p>
            <a:pPr marL="205740" indent="-205740" fontAlgn="auto">
              <a:spcAft>
                <a:spcPts val="0"/>
              </a:spcAft>
              <a:buClr>
                <a:schemeClr val="accent3"/>
              </a:buClr>
              <a:buFont typeface="Wingdings 2"/>
              <a:buChar char=""/>
              <a:defRPr/>
            </a:pPr>
            <a:endParaRPr lang="en-US" sz="1950" dirty="0"/>
          </a:p>
        </p:txBody>
      </p:sp>
      <p:sp>
        <p:nvSpPr>
          <p:cNvPr id="3" name="Title 2">
            <a:extLst>
              <a:ext uri="{FF2B5EF4-FFF2-40B4-BE49-F238E27FC236}">
                <a16:creationId xmlns:a16="http://schemas.microsoft.com/office/drawing/2014/main" id="{F277F3EA-B51C-EEC5-1F86-D640EFAF8C35}"/>
              </a:ext>
            </a:extLst>
          </p:cNvPr>
          <p:cNvSpPr>
            <a:spLocks noGrp="1"/>
          </p:cNvSpPr>
          <p:nvPr>
            <p:ph type="title"/>
          </p:nvPr>
        </p:nvSpPr>
        <p:spPr/>
        <p:txBody>
          <a:bodyPr/>
          <a:lstStyle/>
          <a:p>
            <a:pPr fontAlgn="auto">
              <a:spcAft>
                <a:spcPts val="0"/>
              </a:spcAft>
              <a:defRPr/>
            </a:pPr>
            <a:endParaRPr lang="en-US" sz="3750"/>
          </a:p>
        </p:txBody>
      </p:sp>
      <p:pic>
        <p:nvPicPr>
          <p:cNvPr id="189444" name="Picture 2">
            <a:extLst>
              <a:ext uri="{FF2B5EF4-FFF2-40B4-BE49-F238E27FC236}">
                <a16:creationId xmlns:a16="http://schemas.microsoft.com/office/drawing/2014/main" id="{45A1FFA2-C084-AD83-6FD0-E0B484EDC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176338"/>
            <a:ext cx="6683375" cy="428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Slide Number Placeholder 1">
            <a:extLst>
              <a:ext uri="{FF2B5EF4-FFF2-40B4-BE49-F238E27FC236}">
                <a16:creationId xmlns:a16="http://schemas.microsoft.com/office/drawing/2014/main" id="{863D3C78-AB92-CBAE-59F4-6825A30B6ED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55F0A8B0-824E-4F3F-8FD3-982E3CD5905F}" type="slidenum">
              <a:rPr lang="en-US" altLang="en-US" i="0">
                <a:solidFill>
                  <a:srgbClr val="1C1C1C"/>
                </a:solidFill>
                <a:latin typeface="Arial" panose="020B0604020202020204" pitchFamily="34" charset="0"/>
              </a:rPr>
              <a:pPr/>
              <a:t>91</a:t>
            </a:fld>
            <a:endParaRPr lang="en-US" altLang="en-US" i="0">
              <a:solidFill>
                <a:srgbClr val="1C1C1C"/>
              </a:solidFill>
              <a:latin typeface="Arial" panose="020B0604020202020204" pitchFamily="34" charset="0"/>
            </a:endParaRPr>
          </a:p>
        </p:txBody>
      </p:sp>
      <p:sp>
        <p:nvSpPr>
          <p:cNvPr id="947202" name="Rectangle 2">
            <a:extLst>
              <a:ext uri="{FF2B5EF4-FFF2-40B4-BE49-F238E27FC236}">
                <a16:creationId xmlns:a16="http://schemas.microsoft.com/office/drawing/2014/main" id="{EEFA0AB9-0912-8F1E-8319-246DA30C5A2A}"/>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947203" name="Text Box 3">
            <a:extLst>
              <a:ext uri="{FF2B5EF4-FFF2-40B4-BE49-F238E27FC236}">
                <a16:creationId xmlns:a16="http://schemas.microsoft.com/office/drawing/2014/main" id="{221ADF1B-DC62-71A1-B3C1-633B275338DB}"/>
              </a:ext>
            </a:extLst>
          </p:cNvPr>
          <p:cNvSpPr txBox="1">
            <a:spLocks noChangeArrowheads="1"/>
          </p:cNvSpPr>
          <p:nvPr/>
        </p:nvSpPr>
        <p:spPr bwMode="auto">
          <a:xfrm>
            <a:off x="228600" y="406400"/>
            <a:ext cx="7742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9-4   CHINESE REMAINDER THEOREM</a:t>
            </a:r>
          </a:p>
        </p:txBody>
      </p:sp>
      <p:sp>
        <p:nvSpPr>
          <p:cNvPr id="190469" name="Text Box 4">
            <a:extLst>
              <a:ext uri="{FF2B5EF4-FFF2-40B4-BE49-F238E27FC236}">
                <a16:creationId xmlns:a16="http://schemas.microsoft.com/office/drawing/2014/main" id="{F89617E5-86C6-B0F3-FC88-3A09FC75F308}"/>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947205" name="Rectangle 5">
            <a:extLst>
              <a:ext uri="{FF2B5EF4-FFF2-40B4-BE49-F238E27FC236}">
                <a16:creationId xmlns:a16="http://schemas.microsoft.com/office/drawing/2014/main" id="{2239DECE-1245-F2E1-EE88-886ABD0F970E}"/>
              </a:ext>
            </a:extLst>
          </p:cNvPr>
          <p:cNvSpPr>
            <a:spLocks noChangeArrowheads="1"/>
          </p:cNvSpPr>
          <p:nvPr/>
        </p:nvSpPr>
        <p:spPr bwMode="auto">
          <a:xfrm>
            <a:off x="304800" y="1524000"/>
            <a:ext cx="82296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dirty="0">
                <a:solidFill>
                  <a:srgbClr val="000000"/>
                </a:solidFill>
                <a:effectLst>
                  <a:outerShdw blurRad="38100" dist="38100" dir="2700000" algn="tl">
                    <a:srgbClr val="C0C0C0"/>
                  </a:outerShdw>
                </a:effectLst>
              </a:rPr>
              <a:t>The Chinese remainder theorem (CRT) is used to solve a set of congruent equations with one variable but different moduli, which are relatively prime, as shown</a:t>
            </a:r>
          </a:p>
          <a:p>
            <a:pPr algn="just" eaLnBrk="1" hangingPunct="1">
              <a:defRPr/>
            </a:pPr>
            <a:r>
              <a:rPr lang="en-US" altLang="en-US" sz="2800" dirty="0">
                <a:solidFill>
                  <a:srgbClr val="000000"/>
                </a:solidFill>
                <a:effectLst>
                  <a:outerShdw blurRad="38100" dist="38100" dir="2700000" algn="tl">
                    <a:srgbClr val="C0C0C0"/>
                  </a:outerShdw>
                </a:effectLst>
              </a:rPr>
              <a:t>below:</a:t>
            </a:r>
          </a:p>
        </p:txBody>
      </p:sp>
      <p:pic>
        <p:nvPicPr>
          <p:cNvPr id="947208" name="Picture 8">
            <a:extLst>
              <a:ext uri="{FF2B5EF4-FFF2-40B4-BE49-F238E27FC236}">
                <a16:creationId xmlns:a16="http://schemas.microsoft.com/office/drawing/2014/main" id="{B1A962CD-1CF1-B4F6-2E28-89746F470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497263"/>
            <a:ext cx="4095750" cy="24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72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47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7205" grpId="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2514" name="Slide Number Placeholder 1">
            <a:extLst>
              <a:ext uri="{FF2B5EF4-FFF2-40B4-BE49-F238E27FC236}">
                <a16:creationId xmlns:a16="http://schemas.microsoft.com/office/drawing/2014/main" id="{3FA68DF5-772E-90D3-56DB-38E5CA9CA4A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66859630-767C-47AE-90F8-2DC8EAA33C9D}" type="slidenum">
              <a:rPr lang="en-US" altLang="en-US" i="0">
                <a:solidFill>
                  <a:srgbClr val="1C1C1C"/>
                </a:solidFill>
                <a:latin typeface="Arial" panose="020B0604020202020204" pitchFamily="34" charset="0"/>
              </a:rPr>
              <a:pPr/>
              <a:t>92</a:t>
            </a:fld>
            <a:endParaRPr lang="en-US" altLang="en-US" i="0">
              <a:solidFill>
                <a:srgbClr val="1C1C1C"/>
              </a:solidFill>
              <a:latin typeface="Arial" panose="020B0604020202020204" pitchFamily="34" charset="0"/>
            </a:endParaRPr>
          </a:p>
        </p:txBody>
      </p:sp>
      <p:sp>
        <p:nvSpPr>
          <p:cNvPr id="1254402" name="Rectangle 2">
            <a:extLst>
              <a:ext uri="{FF2B5EF4-FFF2-40B4-BE49-F238E27FC236}">
                <a16:creationId xmlns:a16="http://schemas.microsoft.com/office/drawing/2014/main" id="{34DDC742-9176-7197-7A76-CCFE5567328B}"/>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1254403" name="Text Box 3">
            <a:extLst>
              <a:ext uri="{FF2B5EF4-FFF2-40B4-BE49-F238E27FC236}">
                <a16:creationId xmlns:a16="http://schemas.microsoft.com/office/drawing/2014/main" id="{CA9F5D61-8AFE-5BDD-90C3-661BDD67919F}"/>
              </a:ext>
            </a:extLst>
          </p:cNvPr>
          <p:cNvSpPr txBox="1">
            <a:spLocks noChangeArrowheads="1"/>
          </p:cNvSpPr>
          <p:nvPr/>
        </p:nvSpPr>
        <p:spPr bwMode="auto">
          <a:xfrm>
            <a:off x="228600" y="152400"/>
            <a:ext cx="2857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9-4   Continued</a:t>
            </a:r>
          </a:p>
        </p:txBody>
      </p:sp>
      <p:sp>
        <p:nvSpPr>
          <p:cNvPr id="192517" name="Text Box 4">
            <a:extLst>
              <a:ext uri="{FF2B5EF4-FFF2-40B4-BE49-F238E27FC236}">
                <a16:creationId xmlns:a16="http://schemas.microsoft.com/office/drawing/2014/main" id="{4BAAD653-4A1D-7FEC-1BB7-17C91B9032A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1254408" name="Rectangle 8">
            <a:extLst>
              <a:ext uri="{FF2B5EF4-FFF2-40B4-BE49-F238E27FC236}">
                <a16:creationId xmlns:a16="http://schemas.microsoft.com/office/drawing/2014/main" id="{E45FA252-E724-5A3D-9B84-79723FE02957}"/>
              </a:ext>
            </a:extLst>
          </p:cNvPr>
          <p:cNvSpPr>
            <a:spLocks noChangeArrowheads="1"/>
          </p:cNvSpPr>
          <p:nvPr/>
        </p:nvSpPr>
        <p:spPr bwMode="auto">
          <a:xfrm>
            <a:off x="76200" y="1676400"/>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following is an example of a set of equations with different moduli:</a:t>
            </a:r>
          </a:p>
        </p:txBody>
      </p:sp>
      <p:sp>
        <p:nvSpPr>
          <p:cNvPr id="192519" name="Text Box 9">
            <a:extLst>
              <a:ext uri="{FF2B5EF4-FFF2-40B4-BE49-F238E27FC236}">
                <a16:creationId xmlns:a16="http://schemas.microsoft.com/office/drawing/2014/main" id="{D46CB98F-CC1D-5684-25CB-D3076F00C2F6}"/>
              </a:ext>
            </a:extLst>
          </p:cNvPr>
          <p:cNvSpPr txBox="1">
            <a:spLocks noChangeArrowheads="1"/>
          </p:cNvSpPr>
          <p:nvPr/>
        </p:nvSpPr>
        <p:spPr bwMode="auto">
          <a:xfrm>
            <a:off x="152400" y="10668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9.35</a:t>
            </a:r>
            <a:endParaRPr lang="en-US" altLang="en-US" sz="2000">
              <a:solidFill>
                <a:srgbClr val="FFFFFF"/>
              </a:solidFill>
            </a:endParaRPr>
          </a:p>
        </p:txBody>
      </p:sp>
      <p:sp>
        <p:nvSpPr>
          <p:cNvPr id="1254410" name="Rectangle 10">
            <a:extLst>
              <a:ext uri="{FF2B5EF4-FFF2-40B4-BE49-F238E27FC236}">
                <a16:creationId xmlns:a16="http://schemas.microsoft.com/office/drawing/2014/main" id="{55C7EC66-A205-7E19-6BDB-B111AC031270}"/>
              </a:ext>
            </a:extLst>
          </p:cNvPr>
          <p:cNvSpPr>
            <a:spLocks noChangeArrowheads="1"/>
          </p:cNvSpPr>
          <p:nvPr/>
        </p:nvSpPr>
        <p:spPr bwMode="auto">
          <a:xfrm>
            <a:off x="228600" y="4675188"/>
            <a:ext cx="88392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solution to this set of equations is given in the next section; for the moment, note that the answer to this set of equations is x =?</a:t>
            </a:r>
          </a:p>
        </p:txBody>
      </p:sp>
      <p:pic>
        <p:nvPicPr>
          <p:cNvPr id="1254411" name="Picture 11">
            <a:extLst>
              <a:ext uri="{FF2B5EF4-FFF2-40B4-BE49-F238E27FC236}">
                <a16:creationId xmlns:a16="http://schemas.microsoft.com/office/drawing/2014/main" id="{AFD6654D-5825-B4BB-1021-8E93BCE3DE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8463" y="2514600"/>
            <a:ext cx="32670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44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5441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54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408" grpId="0"/>
      <p:bldP spid="1254410" grpId="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62" name="Slide Number Placeholder 1">
            <a:extLst>
              <a:ext uri="{FF2B5EF4-FFF2-40B4-BE49-F238E27FC236}">
                <a16:creationId xmlns:a16="http://schemas.microsoft.com/office/drawing/2014/main" id="{7DA7C945-9D20-614A-1B5E-2DBAEE0B12F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D4FACFA1-72E8-4B20-BA94-23D6D58A50F0}" type="slidenum">
              <a:rPr lang="en-US" altLang="en-US" i="0">
                <a:solidFill>
                  <a:srgbClr val="1C1C1C"/>
                </a:solidFill>
                <a:latin typeface="Arial" panose="020B0604020202020204" pitchFamily="34" charset="0"/>
              </a:rPr>
              <a:pPr/>
              <a:t>93</a:t>
            </a:fld>
            <a:endParaRPr lang="en-US" altLang="en-US" i="0">
              <a:solidFill>
                <a:srgbClr val="1C1C1C"/>
              </a:solidFill>
              <a:latin typeface="Arial" panose="020B0604020202020204" pitchFamily="34" charset="0"/>
            </a:endParaRPr>
          </a:p>
        </p:txBody>
      </p:sp>
      <p:sp>
        <p:nvSpPr>
          <p:cNvPr id="1256450" name="Rectangle 2">
            <a:extLst>
              <a:ext uri="{FF2B5EF4-FFF2-40B4-BE49-F238E27FC236}">
                <a16:creationId xmlns:a16="http://schemas.microsoft.com/office/drawing/2014/main" id="{EC6051B2-CCB1-8F99-AF94-F55D263DAA0E}"/>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1256451" name="Text Box 3">
            <a:extLst>
              <a:ext uri="{FF2B5EF4-FFF2-40B4-BE49-F238E27FC236}">
                <a16:creationId xmlns:a16="http://schemas.microsoft.com/office/drawing/2014/main" id="{4FD7D243-1FE6-70EA-647B-94F7076E434A}"/>
              </a:ext>
            </a:extLst>
          </p:cNvPr>
          <p:cNvSpPr txBox="1">
            <a:spLocks noChangeArrowheads="1"/>
          </p:cNvSpPr>
          <p:nvPr/>
        </p:nvSpPr>
        <p:spPr bwMode="auto">
          <a:xfrm>
            <a:off x="228600" y="152400"/>
            <a:ext cx="2857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9-4   Continued</a:t>
            </a:r>
          </a:p>
        </p:txBody>
      </p:sp>
      <p:sp>
        <p:nvSpPr>
          <p:cNvPr id="194565" name="Text Box 4">
            <a:extLst>
              <a:ext uri="{FF2B5EF4-FFF2-40B4-BE49-F238E27FC236}">
                <a16:creationId xmlns:a16="http://schemas.microsoft.com/office/drawing/2014/main" id="{F4623B69-8FFE-DBA1-58FD-2A4EBC16B081}"/>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1256453" name="Rectangle 5">
            <a:extLst>
              <a:ext uri="{FF2B5EF4-FFF2-40B4-BE49-F238E27FC236}">
                <a16:creationId xmlns:a16="http://schemas.microsoft.com/office/drawing/2014/main" id="{D621A27A-935F-F7EA-D915-5451AD9AE887}"/>
              </a:ext>
            </a:extLst>
          </p:cNvPr>
          <p:cNvSpPr>
            <a:spLocks noChangeArrowheads="1"/>
          </p:cNvSpPr>
          <p:nvPr/>
        </p:nvSpPr>
        <p:spPr bwMode="auto">
          <a:xfrm>
            <a:off x="76200" y="1600200"/>
            <a:ext cx="88392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3333CC"/>
                </a:solidFill>
              </a:rPr>
              <a:t>Solution To Chinese Remainder Theorem</a:t>
            </a:r>
          </a:p>
          <a:p>
            <a:pPr algn="just" eaLnBrk="1" hangingPunct="1"/>
            <a:endParaRPr lang="en-US" altLang="en-US" sz="2400" i="0">
              <a:solidFill>
                <a:srgbClr val="000000"/>
              </a:solidFill>
            </a:endParaRPr>
          </a:p>
          <a:p>
            <a:pPr algn="just" eaLnBrk="1" hangingPunct="1"/>
            <a:r>
              <a:rPr lang="en-US" altLang="en-US" sz="2400" i="0">
                <a:solidFill>
                  <a:srgbClr val="000000"/>
                </a:solidFill>
              </a:rPr>
              <a:t>       1. Find M = m</a:t>
            </a:r>
            <a:r>
              <a:rPr lang="en-US" altLang="en-US" sz="2400" i="0" baseline="-25000">
                <a:solidFill>
                  <a:srgbClr val="000000"/>
                </a:solidFill>
              </a:rPr>
              <a:t>1</a:t>
            </a:r>
            <a:r>
              <a:rPr lang="en-US" altLang="en-US" sz="2400" i="0">
                <a:solidFill>
                  <a:srgbClr val="000000"/>
                </a:solidFill>
              </a:rPr>
              <a:t> × m</a:t>
            </a:r>
            <a:r>
              <a:rPr lang="en-US" altLang="en-US" sz="2400" i="0" baseline="-25000">
                <a:solidFill>
                  <a:srgbClr val="000000"/>
                </a:solidFill>
              </a:rPr>
              <a:t>2</a:t>
            </a:r>
            <a:r>
              <a:rPr lang="en-US" altLang="en-US" sz="2400" i="0">
                <a:solidFill>
                  <a:srgbClr val="000000"/>
                </a:solidFill>
              </a:rPr>
              <a:t> × … × m</a:t>
            </a:r>
            <a:r>
              <a:rPr lang="en-US" altLang="en-US" sz="2400" i="0" baseline="-25000">
                <a:solidFill>
                  <a:srgbClr val="000000"/>
                </a:solidFill>
              </a:rPr>
              <a:t>k</a:t>
            </a:r>
            <a:r>
              <a:rPr lang="en-US" altLang="en-US" sz="2400" i="0">
                <a:solidFill>
                  <a:srgbClr val="000000"/>
                </a:solidFill>
              </a:rPr>
              <a:t>. This is the common modulus.</a:t>
            </a:r>
          </a:p>
          <a:p>
            <a:pPr algn="just" eaLnBrk="1" hangingPunct="1"/>
            <a:r>
              <a:rPr lang="en-US" altLang="en-US" sz="2400" i="0">
                <a:solidFill>
                  <a:srgbClr val="000000"/>
                </a:solidFill>
              </a:rPr>
              <a:t>       2. Find M</a:t>
            </a:r>
            <a:r>
              <a:rPr lang="en-US" altLang="en-US" sz="2400" i="0" baseline="-25000">
                <a:solidFill>
                  <a:srgbClr val="000000"/>
                </a:solidFill>
              </a:rPr>
              <a:t>1</a:t>
            </a:r>
            <a:r>
              <a:rPr lang="en-US" altLang="en-US" sz="2400" i="0">
                <a:solidFill>
                  <a:srgbClr val="000000"/>
                </a:solidFill>
              </a:rPr>
              <a:t> = M/m</a:t>
            </a:r>
            <a:r>
              <a:rPr lang="en-US" altLang="en-US" sz="2400" i="0" baseline="-25000">
                <a:solidFill>
                  <a:srgbClr val="000000"/>
                </a:solidFill>
              </a:rPr>
              <a:t>1</a:t>
            </a:r>
            <a:r>
              <a:rPr lang="en-US" altLang="en-US" sz="2400" i="0">
                <a:solidFill>
                  <a:srgbClr val="000000"/>
                </a:solidFill>
              </a:rPr>
              <a:t>, M</a:t>
            </a:r>
            <a:r>
              <a:rPr lang="en-US" altLang="en-US" sz="2400" i="0" baseline="-25000">
                <a:solidFill>
                  <a:srgbClr val="000000"/>
                </a:solidFill>
              </a:rPr>
              <a:t>2</a:t>
            </a:r>
            <a:r>
              <a:rPr lang="en-US" altLang="en-US" sz="2400" i="0">
                <a:solidFill>
                  <a:srgbClr val="000000"/>
                </a:solidFill>
              </a:rPr>
              <a:t> = M/m</a:t>
            </a:r>
            <a:r>
              <a:rPr lang="en-US" altLang="en-US" sz="2400" i="0" baseline="-25000">
                <a:solidFill>
                  <a:srgbClr val="000000"/>
                </a:solidFill>
              </a:rPr>
              <a:t>2</a:t>
            </a:r>
            <a:r>
              <a:rPr lang="en-US" altLang="en-US" sz="2400" i="0">
                <a:solidFill>
                  <a:srgbClr val="000000"/>
                </a:solidFill>
              </a:rPr>
              <a:t>, …, M</a:t>
            </a:r>
            <a:r>
              <a:rPr lang="en-US" altLang="en-US" sz="2400" i="0" baseline="-25000">
                <a:solidFill>
                  <a:srgbClr val="000000"/>
                </a:solidFill>
              </a:rPr>
              <a:t>k</a:t>
            </a:r>
            <a:r>
              <a:rPr lang="en-US" altLang="en-US" sz="2400" i="0">
                <a:solidFill>
                  <a:srgbClr val="000000"/>
                </a:solidFill>
              </a:rPr>
              <a:t> = M/m</a:t>
            </a:r>
            <a:r>
              <a:rPr lang="en-US" altLang="en-US" sz="2400" i="0" baseline="-25000">
                <a:solidFill>
                  <a:srgbClr val="000000"/>
                </a:solidFill>
              </a:rPr>
              <a:t>k</a:t>
            </a:r>
            <a:r>
              <a:rPr lang="en-US" altLang="en-US" sz="2400" i="0">
                <a:solidFill>
                  <a:srgbClr val="000000"/>
                </a:solidFill>
              </a:rPr>
              <a:t>.</a:t>
            </a:r>
          </a:p>
          <a:p>
            <a:pPr algn="just" eaLnBrk="1" hangingPunct="1"/>
            <a:r>
              <a:rPr lang="en-US" altLang="en-US" sz="2400" i="0">
                <a:solidFill>
                  <a:srgbClr val="000000"/>
                </a:solidFill>
              </a:rPr>
              <a:t>       3. Find the multiplicative inverse of M</a:t>
            </a:r>
            <a:r>
              <a:rPr lang="en-US" altLang="en-US" sz="2400" i="0" baseline="-25000">
                <a:solidFill>
                  <a:srgbClr val="000000"/>
                </a:solidFill>
              </a:rPr>
              <a:t>1</a:t>
            </a:r>
            <a:r>
              <a:rPr lang="en-US" altLang="en-US" sz="2400" i="0">
                <a:solidFill>
                  <a:srgbClr val="000000"/>
                </a:solidFill>
              </a:rPr>
              <a:t>, M</a:t>
            </a:r>
            <a:r>
              <a:rPr lang="en-US" altLang="en-US" sz="2400" i="0" baseline="-25000">
                <a:solidFill>
                  <a:srgbClr val="000000"/>
                </a:solidFill>
              </a:rPr>
              <a:t>2</a:t>
            </a:r>
            <a:r>
              <a:rPr lang="en-US" altLang="en-US" sz="2400" i="0">
                <a:solidFill>
                  <a:srgbClr val="000000"/>
                </a:solidFill>
              </a:rPr>
              <a:t>, …, M</a:t>
            </a:r>
            <a:r>
              <a:rPr lang="en-US" altLang="en-US" sz="2400" i="0" baseline="-25000">
                <a:solidFill>
                  <a:srgbClr val="000000"/>
                </a:solidFill>
              </a:rPr>
              <a:t>k</a:t>
            </a:r>
            <a:r>
              <a:rPr lang="en-US" altLang="en-US" sz="2400" i="0">
                <a:solidFill>
                  <a:srgbClr val="000000"/>
                </a:solidFill>
              </a:rPr>
              <a:t> using the</a:t>
            </a:r>
            <a:br>
              <a:rPr lang="en-US" altLang="en-US" sz="2400" i="0">
                <a:solidFill>
                  <a:srgbClr val="000000"/>
                </a:solidFill>
              </a:rPr>
            </a:br>
            <a:r>
              <a:rPr lang="en-US" altLang="en-US" sz="2400" i="0">
                <a:solidFill>
                  <a:srgbClr val="000000"/>
                </a:solidFill>
              </a:rPr>
              <a:t>           corresponding moduli (m</a:t>
            </a:r>
            <a:r>
              <a:rPr lang="en-US" altLang="en-US" sz="2400" i="0" baseline="-25000">
                <a:solidFill>
                  <a:srgbClr val="000000"/>
                </a:solidFill>
              </a:rPr>
              <a:t>1</a:t>
            </a:r>
            <a:r>
              <a:rPr lang="en-US" altLang="en-US" sz="2400" i="0">
                <a:solidFill>
                  <a:srgbClr val="000000"/>
                </a:solidFill>
              </a:rPr>
              <a:t>, m</a:t>
            </a:r>
            <a:r>
              <a:rPr lang="en-US" altLang="en-US" sz="2400" i="0" baseline="-25000">
                <a:solidFill>
                  <a:srgbClr val="000000"/>
                </a:solidFill>
              </a:rPr>
              <a:t>2</a:t>
            </a:r>
            <a:r>
              <a:rPr lang="en-US" altLang="en-US" sz="2400" i="0">
                <a:solidFill>
                  <a:srgbClr val="000000"/>
                </a:solidFill>
              </a:rPr>
              <a:t>, …, m</a:t>
            </a:r>
            <a:r>
              <a:rPr lang="en-US" altLang="en-US" sz="2400" i="0" baseline="-25000">
                <a:solidFill>
                  <a:srgbClr val="000000"/>
                </a:solidFill>
              </a:rPr>
              <a:t>k</a:t>
            </a:r>
            <a:r>
              <a:rPr lang="en-US" altLang="en-US" sz="2400" i="0">
                <a:solidFill>
                  <a:srgbClr val="000000"/>
                </a:solidFill>
              </a:rPr>
              <a:t>). Call the inverses</a:t>
            </a:r>
            <a:br>
              <a:rPr lang="en-US" altLang="en-US" sz="2400" i="0">
                <a:solidFill>
                  <a:srgbClr val="000000"/>
                </a:solidFill>
              </a:rPr>
            </a:br>
            <a:r>
              <a:rPr lang="en-US" altLang="en-US" sz="2400" i="0">
                <a:solidFill>
                  <a:srgbClr val="000000"/>
                </a:solidFill>
              </a:rPr>
              <a:t>          M</a:t>
            </a:r>
            <a:r>
              <a:rPr lang="en-US" altLang="en-US" sz="2400" i="0" baseline="-25000">
                <a:solidFill>
                  <a:srgbClr val="000000"/>
                </a:solidFill>
              </a:rPr>
              <a:t>1</a:t>
            </a:r>
            <a:r>
              <a:rPr lang="en-US" altLang="en-US" sz="2400" i="0" baseline="30000">
                <a:solidFill>
                  <a:srgbClr val="000000"/>
                </a:solidFill>
              </a:rPr>
              <a:t>−1</a:t>
            </a:r>
            <a:r>
              <a:rPr lang="en-US" altLang="en-US" sz="2400" i="0">
                <a:solidFill>
                  <a:srgbClr val="000000"/>
                </a:solidFill>
              </a:rPr>
              <a:t>, M</a:t>
            </a:r>
            <a:r>
              <a:rPr lang="en-US" altLang="en-US" sz="2400" i="0" baseline="-25000">
                <a:solidFill>
                  <a:srgbClr val="000000"/>
                </a:solidFill>
              </a:rPr>
              <a:t>2</a:t>
            </a:r>
            <a:r>
              <a:rPr lang="en-US" altLang="en-US" sz="2400" i="0" baseline="30000">
                <a:solidFill>
                  <a:srgbClr val="000000"/>
                </a:solidFill>
              </a:rPr>
              <a:t>−1</a:t>
            </a:r>
            <a:r>
              <a:rPr lang="en-US" altLang="en-US" sz="2400" i="0">
                <a:solidFill>
                  <a:srgbClr val="000000"/>
                </a:solidFill>
              </a:rPr>
              <a:t>, …, M</a:t>
            </a:r>
            <a:r>
              <a:rPr lang="en-US" altLang="en-US" sz="2400" i="0" baseline="-25000">
                <a:solidFill>
                  <a:srgbClr val="000000"/>
                </a:solidFill>
              </a:rPr>
              <a:t>k</a:t>
            </a:r>
            <a:r>
              <a:rPr lang="en-US" altLang="en-US" sz="2400" i="0">
                <a:solidFill>
                  <a:srgbClr val="000000"/>
                </a:solidFill>
              </a:rPr>
              <a:t> </a:t>
            </a:r>
            <a:r>
              <a:rPr lang="en-US" altLang="en-US" sz="2400" i="0" baseline="30000">
                <a:solidFill>
                  <a:srgbClr val="000000"/>
                </a:solidFill>
              </a:rPr>
              <a:t>−1</a:t>
            </a:r>
            <a:r>
              <a:rPr lang="en-US" altLang="en-US" sz="2400" i="0">
                <a:solidFill>
                  <a:srgbClr val="000000"/>
                </a:solidFill>
              </a:rPr>
              <a:t>.</a:t>
            </a:r>
          </a:p>
          <a:p>
            <a:pPr algn="just" eaLnBrk="1" hangingPunct="1"/>
            <a:r>
              <a:rPr lang="en-US" altLang="en-US" sz="2400" i="0">
                <a:solidFill>
                  <a:srgbClr val="000000"/>
                </a:solidFill>
              </a:rPr>
              <a:t>       4. The solution to the simultaneous equations is</a:t>
            </a:r>
          </a:p>
        </p:txBody>
      </p:sp>
      <p:pic>
        <p:nvPicPr>
          <p:cNvPr id="1256458" name="Picture 10">
            <a:extLst>
              <a:ext uri="{FF2B5EF4-FFF2-40B4-BE49-F238E27FC236}">
                <a16:creationId xmlns:a16="http://schemas.microsoft.com/office/drawing/2014/main" id="{B6E9B04C-8B0D-99D1-2666-EA48E4FF3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2488" y="5486400"/>
            <a:ext cx="7605712" cy="506413"/>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5645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5645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5645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5645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256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Slide Number Placeholder 1">
            <a:extLst>
              <a:ext uri="{FF2B5EF4-FFF2-40B4-BE49-F238E27FC236}">
                <a16:creationId xmlns:a16="http://schemas.microsoft.com/office/drawing/2014/main" id="{898E006C-CDCA-7A98-B58E-9DCFB2F4463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518FFAC5-2D66-4F6E-AA17-D4918C5EAD10}" type="slidenum">
              <a:rPr lang="en-US" altLang="en-US" i="0">
                <a:solidFill>
                  <a:srgbClr val="1C1C1C"/>
                </a:solidFill>
                <a:latin typeface="Arial" panose="020B0604020202020204" pitchFamily="34" charset="0"/>
              </a:rPr>
              <a:pPr/>
              <a:t>94</a:t>
            </a:fld>
            <a:endParaRPr lang="en-US" altLang="en-US" i="0">
              <a:solidFill>
                <a:srgbClr val="1C1C1C"/>
              </a:solidFill>
              <a:latin typeface="Arial" panose="020B0604020202020204" pitchFamily="34" charset="0"/>
            </a:endParaRPr>
          </a:p>
        </p:txBody>
      </p:sp>
      <p:sp>
        <p:nvSpPr>
          <p:cNvPr id="1264642" name="Rectangle 2">
            <a:extLst>
              <a:ext uri="{FF2B5EF4-FFF2-40B4-BE49-F238E27FC236}">
                <a16:creationId xmlns:a16="http://schemas.microsoft.com/office/drawing/2014/main" id="{DBC8D13A-811D-2EC5-2B3F-39155F72A3BF}"/>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1264643" name="Text Box 3">
            <a:extLst>
              <a:ext uri="{FF2B5EF4-FFF2-40B4-BE49-F238E27FC236}">
                <a16:creationId xmlns:a16="http://schemas.microsoft.com/office/drawing/2014/main" id="{33B56D5B-3BBD-6E3F-3FF4-29142F4668F3}"/>
              </a:ext>
            </a:extLst>
          </p:cNvPr>
          <p:cNvSpPr txBox="1">
            <a:spLocks noChangeArrowheads="1"/>
          </p:cNvSpPr>
          <p:nvPr/>
        </p:nvSpPr>
        <p:spPr bwMode="auto">
          <a:xfrm>
            <a:off x="228600" y="152400"/>
            <a:ext cx="2857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9-4   Continued</a:t>
            </a:r>
          </a:p>
        </p:txBody>
      </p:sp>
      <p:sp>
        <p:nvSpPr>
          <p:cNvPr id="196613" name="Text Box 4">
            <a:extLst>
              <a:ext uri="{FF2B5EF4-FFF2-40B4-BE49-F238E27FC236}">
                <a16:creationId xmlns:a16="http://schemas.microsoft.com/office/drawing/2014/main" id="{2C8974A6-8AA7-F16A-CC60-488C44130EC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196614" name="Rectangle 5">
            <a:extLst>
              <a:ext uri="{FF2B5EF4-FFF2-40B4-BE49-F238E27FC236}">
                <a16:creationId xmlns:a16="http://schemas.microsoft.com/office/drawing/2014/main" id="{A5CD4D11-59AB-E060-A98D-CD3DC069F2E0}"/>
              </a:ext>
            </a:extLst>
          </p:cNvPr>
          <p:cNvSpPr>
            <a:spLocks noChangeArrowheads="1"/>
          </p:cNvSpPr>
          <p:nvPr/>
        </p:nvSpPr>
        <p:spPr bwMode="auto">
          <a:xfrm>
            <a:off x="76200" y="16764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Find the solution to the simultaneous equations:</a:t>
            </a:r>
          </a:p>
        </p:txBody>
      </p:sp>
      <p:sp>
        <p:nvSpPr>
          <p:cNvPr id="196615" name="Text Box 6">
            <a:extLst>
              <a:ext uri="{FF2B5EF4-FFF2-40B4-BE49-F238E27FC236}">
                <a16:creationId xmlns:a16="http://schemas.microsoft.com/office/drawing/2014/main" id="{7D4EE1F3-F3D7-70BD-A25D-198EA24621C2}"/>
              </a:ext>
            </a:extLst>
          </p:cNvPr>
          <p:cNvSpPr txBox="1">
            <a:spLocks noChangeArrowheads="1"/>
          </p:cNvSpPr>
          <p:nvPr/>
        </p:nvSpPr>
        <p:spPr bwMode="auto">
          <a:xfrm>
            <a:off x="152400" y="10668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9.36</a:t>
            </a:r>
            <a:endParaRPr lang="en-US" altLang="en-US" sz="2000">
              <a:solidFill>
                <a:srgbClr val="FFFFFF"/>
              </a:solidFill>
            </a:endParaRPr>
          </a:p>
        </p:txBody>
      </p:sp>
      <p:sp>
        <p:nvSpPr>
          <p:cNvPr id="1264647" name="Rectangle 7">
            <a:extLst>
              <a:ext uri="{FF2B5EF4-FFF2-40B4-BE49-F238E27FC236}">
                <a16:creationId xmlns:a16="http://schemas.microsoft.com/office/drawing/2014/main" id="{683AAAB6-DFC3-6AC0-DE91-C6820BBFDE75}"/>
              </a:ext>
            </a:extLst>
          </p:cNvPr>
          <p:cNvSpPr>
            <a:spLocks noChangeArrowheads="1"/>
          </p:cNvSpPr>
          <p:nvPr/>
        </p:nvSpPr>
        <p:spPr bwMode="auto">
          <a:xfrm>
            <a:off x="269875" y="2438400"/>
            <a:ext cx="88392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r>
              <a:rPr lang="en-US" altLang="en-US" sz="2400" i="0">
                <a:solidFill>
                  <a:srgbClr val="000000"/>
                </a:solidFill>
              </a:rPr>
              <a:t/>
            </a:r>
            <a:br>
              <a:rPr lang="en-US" altLang="en-US" sz="2400" i="0">
                <a:solidFill>
                  <a:srgbClr val="000000"/>
                </a:solidFill>
              </a:rPr>
            </a:br>
            <a:r>
              <a:rPr lang="en-US" altLang="en-US" sz="2400" i="0">
                <a:solidFill>
                  <a:srgbClr val="000000"/>
                </a:solidFill>
              </a:rPr>
              <a:t>We follow the four steps.</a:t>
            </a:r>
          </a:p>
          <a:p>
            <a:pPr algn="just" eaLnBrk="1" hangingPunct="1"/>
            <a:endParaRPr lang="en-US" altLang="en-US" sz="2400" i="0">
              <a:solidFill>
                <a:srgbClr val="000000"/>
              </a:solidFill>
            </a:endParaRPr>
          </a:p>
          <a:p>
            <a:pPr algn="just" eaLnBrk="1" hangingPunct="1"/>
            <a:r>
              <a:rPr lang="en-US" altLang="en-US" sz="2400" i="0">
                <a:solidFill>
                  <a:srgbClr val="000000"/>
                </a:solidFill>
              </a:rPr>
              <a:t>   1. M = 3 × 5 × 7 = 105</a:t>
            </a:r>
          </a:p>
          <a:p>
            <a:pPr algn="just" eaLnBrk="1" hangingPunct="1"/>
            <a:endParaRPr lang="en-US" altLang="en-US" sz="2400" i="0">
              <a:solidFill>
                <a:srgbClr val="000000"/>
              </a:solidFill>
            </a:endParaRPr>
          </a:p>
          <a:p>
            <a:pPr algn="just" eaLnBrk="1" hangingPunct="1"/>
            <a:r>
              <a:rPr lang="en-US" altLang="en-US" sz="2400" i="0">
                <a:solidFill>
                  <a:srgbClr val="000000"/>
                </a:solidFill>
              </a:rPr>
              <a:t>   2. M</a:t>
            </a:r>
            <a:r>
              <a:rPr lang="en-US" altLang="en-US" sz="2400" i="0" baseline="-25000">
                <a:solidFill>
                  <a:srgbClr val="000000"/>
                </a:solidFill>
              </a:rPr>
              <a:t>1</a:t>
            </a:r>
            <a:r>
              <a:rPr lang="en-US" altLang="en-US" sz="2400" i="0">
                <a:solidFill>
                  <a:srgbClr val="000000"/>
                </a:solidFill>
              </a:rPr>
              <a:t> = 105 / 3 = 35, M</a:t>
            </a:r>
            <a:r>
              <a:rPr lang="en-US" altLang="en-US" sz="2400" i="0" baseline="-25000">
                <a:solidFill>
                  <a:srgbClr val="000000"/>
                </a:solidFill>
              </a:rPr>
              <a:t>2</a:t>
            </a:r>
            <a:r>
              <a:rPr lang="en-US" altLang="en-US" sz="2400" i="0">
                <a:solidFill>
                  <a:srgbClr val="000000"/>
                </a:solidFill>
              </a:rPr>
              <a:t> = 105 / 5 = 21, M</a:t>
            </a:r>
            <a:r>
              <a:rPr lang="en-US" altLang="en-US" sz="2400" i="0" baseline="-25000">
                <a:solidFill>
                  <a:srgbClr val="000000"/>
                </a:solidFill>
              </a:rPr>
              <a:t>3</a:t>
            </a:r>
            <a:r>
              <a:rPr lang="en-US" altLang="en-US" sz="2400" i="0">
                <a:solidFill>
                  <a:srgbClr val="000000"/>
                </a:solidFill>
              </a:rPr>
              <a:t> = 105 / 7 = 15</a:t>
            </a:r>
          </a:p>
          <a:p>
            <a:pPr algn="just" eaLnBrk="1" hangingPunct="1"/>
            <a:endParaRPr lang="en-US" altLang="en-US" sz="2400" i="0">
              <a:solidFill>
                <a:srgbClr val="000000"/>
              </a:solidFill>
            </a:endParaRPr>
          </a:p>
          <a:p>
            <a:pPr algn="just" eaLnBrk="1" hangingPunct="1"/>
            <a:r>
              <a:rPr lang="en-US" altLang="en-US" sz="2400" i="0">
                <a:solidFill>
                  <a:srgbClr val="000000"/>
                </a:solidFill>
              </a:rPr>
              <a:t>   3. The inverses are M</a:t>
            </a:r>
            <a:r>
              <a:rPr lang="en-US" altLang="en-US" sz="2400" i="0" baseline="-25000">
                <a:solidFill>
                  <a:srgbClr val="000000"/>
                </a:solidFill>
              </a:rPr>
              <a:t>1</a:t>
            </a:r>
            <a:r>
              <a:rPr lang="en-US" altLang="en-US" sz="2400" i="0" baseline="30000">
                <a:solidFill>
                  <a:srgbClr val="000000"/>
                </a:solidFill>
              </a:rPr>
              <a:t>−1</a:t>
            </a:r>
            <a:r>
              <a:rPr lang="en-US" altLang="en-US" sz="2400" i="0">
                <a:solidFill>
                  <a:srgbClr val="000000"/>
                </a:solidFill>
              </a:rPr>
              <a:t> = 2, M</a:t>
            </a:r>
            <a:r>
              <a:rPr lang="en-US" altLang="en-US" sz="2400" i="0" baseline="-25000">
                <a:solidFill>
                  <a:srgbClr val="000000"/>
                </a:solidFill>
              </a:rPr>
              <a:t>2</a:t>
            </a:r>
            <a:r>
              <a:rPr lang="en-US" altLang="en-US" sz="2400" i="0" baseline="30000">
                <a:solidFill>
                  <a:srgbClr val="000000"/>
                </a:solidFill>
              </a:rPr>
              <a:t>−1</a:t>
            </a:r>
            <a:r>
              <a:rPr lang="en-US" altLang="en-US" sz="2400" i="0">
                <a:solidFill>
                  <a:srgbClr val="000000"/>
                </a:solidFill>
              </a:rPr>
              <a:t> = 1, M</a:t>
            </a:r>
            <a:r>
              <a:rPr lang="en-US" altLang="en-US" sz="2400" i="0" baseline="-25000">
                <a:solidFill>
                  <a:srgbClr val="000000"/>
                </a:solidFill>
              </a:rPr>
              <a:t>3</a:t>
            </a:r>
            <a:r>
              <a:rPr lang="en-US" altLang="en-US" sz="2400" i="0">
                <a:solidFill>
                  <a:srgbClr val="000000"/>
                </a:solidFill>
              </a:rPr>
              <a:t> </a:t>
            </a:r>
            <a:r>
              <a:rPr lang="en-US" altLang="en-US" sz="2400" i="0" baseline="30000">
                <a:solidFill>
                  <a:srgbClr val="000000"/>
                </a:solidFill>
              </a:rPr>
              <a:t>−1</a:t>
            </a:r>
            <a:r>
              <a:rPr lang="en-US" altLang="en-US" sz="2400" i="0">
                <a:solidFill>
                  <a:srgbClr val="000000"/>
                </a:solidFill>
              </a:rPr>
              <a:t> = 1</a:t>
            </a:r>
          </a:p>
          <a:p>
            <a:pPr algn="just" eaLnBrk="1" hangingPunct="1"/>
            <a:endParaRPr lang="en-US" altLang="en-US" sz="2400" i="0">
              <a:solidFill>
                <a:srgbClr val="000000"/>
              </a:solidFill>
            </a:endParaRPr>
          </a:p>
          <a:p>
            <a:pPr algn="just" eaLnBrk="1" hangingPunct="1"/>
            <a:r>
              <a:rPr lang="en-US" altLang="en-US" sz="2400" i="0">
                <a:solidFill>
                  <a:srgbClr val="000000"/>
                </a:solidFill>
              </a:rPr>
              <a:t>   4. x = (2 × 35 × 2 + 3 × 21 × 1 + 2 × 15 × 1) mod 105 = 23 mod 105</a:t>
            </a:r>
          </a:p>
        </p:txBody>
      </p:sp>
      <p:pic>
        <p:nvPicPr>
          <p:cNvPr id="196617" name="Picture 8">
            <a:extLst>
              <a:ext uri="{FF2B5EF4-FFF2-40B4-BE49-F238E27FC236}">
                <a16:creationId xmlns:a16="http://schemas.microsoft.com/office/drawing/2014/main" id="{91258810-FE8D-4803-B6C4-56DB41A92B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1447800"/>
            <a:ext cx="2614613"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6464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64647">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64647">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646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Slide Number Placeholder 1">
            <a:extLst>
              <a:ext uri="{FF2B5EF4-FFF2-40B4-BE49-F238E27FC236}">
                <a16:creationId xmlns:a16="http://schemas.microsoft.com/office/drawing/2014/main" id="{CCBB419C-C582-E6E6-5480-1348284743D3}"/>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9B6A99F4-030B-4B10-A0E4-1C3B47BD5EB8}" type="slidenum">
              <a:rPr lang="en-US" altLang="en-US" i="0">
                <a:solidFill>
                  <a:srgbClr val="1C1C1C"/>
                </a:solidFill>
                <a:latin typeface="Arial" panose="020B0604020202020204" pitchFamily="34" charset="0"/>
              </a:rPr>
              <a:pPr/>
              <a:t>95</a:t>
            </a:fld>
            <a:endParaRPr lang="en-US" altLang="en-US" i="0">
              <a:solidFill>
                <a:srgbClr val="1C1C1C"/>
              </a:solidFill>
              <a:latin typeface="Arial" panose="020B0604020202020204" pitchFamily="34" charset="0"/>
            </a:endParaRPr>
          </a:p>
        </p:txBody>
      </p:sp>
      <p:sp>
        <p:nvSpPr>
          <p:cNvPr id="1254402" name="Rectangle 2">
            <a:extLst>
              <a:ext uri="{FF2B5EF4-FFF2-40B4-BE49-F238E27FC236}">
                <a16:creationId xmlns:a16="http://schemas.microsoft.com/office/drawing/2014/main" id="{0089B8FC-257D-C817-3B18-36B2AC973EC2}"/>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1254403" name="Text Box 3">
            <a:extLst>
              <a:ext uri="{FF2B5EF4-FFF2-40B4-BE49-F238E27FC236}">
                <a16:creationId xmlns:a16="http://schemas.microsoft.com/office/drawing/2014/main" id="{9E7038D3-A0A9-AE05-7951-15175E612A31}"/>
              </a:ext>
            </a:extLst>
          </p:cNvPr>
          <p:cNvSpPr txBox="1">
            <a:spLocks noChangeArrowheads="1"/>
          </p:cNvSpPr>
          <p:nvPr/>
        </p:nvSpPr>
        <p:spPr bwMode="auto">
          <a:xfrm>
            <a:off x="228600" y="152400"/>
            <a:ext cx="2857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9-4   Continued</a:t>
            </a:r>
          </a:p>
        </p:txBody>
      </p:sp>
      <p:sp>
        <p:nvSpPr>
          <p:cNvPr id="198661" name="Text Box 4">
            <a:extLst>
              <a:ext uri="{FF2B5EF4-FFF2-40B4-BE49-F238E27FC236}">
                <a16:creationId xmlns:a16="http://schemas.microsoft.com/office/drawing/2014/main" id="{B5AFA31E-EC78-9BFD-9D6D-2F39E3596F0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1254408" name="Rectangle 8">
            <a:extLst>
              <a:ext uri="{FF2B5EF4-FFF2-40B4-BE49-F238E27FC236}">
                <a16:creationId xmlns:a16="http://schemas.microsoft.com/office/drawing/2014/main" id="{C27686CF-8431-856E-EA52-3F92982318E9}"/>
              </a:ext>
            </a:extLst>
          </p:cNvPr>
          <p:cNvSpPr>
            <a:spLocks noChangeArrowheads="1"/>
          </p:cNvSpPr>
          <p:nvPr/>
        </p:nvSpPr>
        <p:spPr bwMode="auto">
          <a:xfrm>
            <a:off x="76200" y="1676400"/>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following is an example of a set of equations with different moduli:</a:t>
            </a:r>
          </a:p>
        </p:txBody>
      </p:sp>
      <p:sp>
        <p:nvSpPr>
          <p:cNvPr id="198663" name="Text Box 9">
            <a:extLst>
              <a:ext uri="{FF2B5EF4-FFF2-40B4-BE49-F238E27FC236}">
                <a16:creationId xmlns:a16="http://schemas.microsoft.com/office/drawing/2014/main" id="{BDF79F27-DD10-FD4A-7CF2-60FA60B2EA1F}"/>
              </a:ext>
            </a:extLst>
          </p:cNvPr>
          <p:cNvSpPr txBox="1">
            <a:spLocks noChangeArrowheads="1"/>
          </p:cNvSpPr>
          <p:nvPr/>
        </p:nvSpPr>
        <p:spPr bwMode="auto">
          <a:xfrm>
            <a:off x="152400" y="10668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9.35</a:t>
            </a:r>
            <a:endParaRPr lang="en-US" altLang="en-US" sz="2000">
              <a:solidFill>
                <a:srgbClr val="FFFFFF"/>
              </a:solidFill>
            </a:endParaRPr>
          </a:p>
        </p:txBody>
      </p:sp>
      <p:sp>
        <p:nvSpPr>
          <p:cNvPr id="198664" name="Rectangle 10">
            <a:extLst>
              <a:ext uri="{FF2B5EF4-FFF2-40B4-BE49-F238E27FC236}">
                <a16:creationId xmlns:a16="http://schemas.microsoft.com/office/drawing/2014/main" id="{176CC6E4-0ED6-D0E3-67B3-EA23DEB24AD1}"/>
              </a:ext>
            </a:extLst>
          </p:cNvPr>
          <p:cNvSpPr>
            <a:spLocks noChangeArrowheads="1"/>
          </p:cNvSpPr>
          <p:nvPr/>
        </p:nvSpPr>
        <p:spPr bwMode="auto">
          <a:xfrm>
            <a:off x="228600" y="4314825"/>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solution to this set of equations is given in the next section; for the moment, note that the answer to this set of equations is x = 23. This value satisfies all equations: 23 ≡ 2 (mod 3), 23 ≡ 3 (mod 5), and 23 ≡ 2 (mod 7).</a:t>
            </a:r>
          </a:p>
        </p:txBody>
      </p:sp>
      <p:pic>
        <p:nvPicPr>
          <p:cNvPr id="1254411" name="Picture 11">
            <a:extLst>
              <a:ext uri="{FF2B5EF4-FFF2-40B4-BE49-F238E27FC236}">
                <a16:creationId xmlns:a16="http://schemas.microsoft.com/office/drawing/2014/main" id="{15D6B203-A428-E9BD-D8DC-CD678AE0A0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8463" y="2514600"/>
            <a:ext cx="326707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44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544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4408" grpId="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0706" name="Slide Number Placeholder 1">
            <a:extLst>
              <a:ext uri="{FF2B5EF4-FFF2-40B4-BE49-F238E27FC236}">
                <a16:creationId xmlns:a16="http://schemas.microsoft.com/office/drawing/2014/main" id="{326195F8-7CCA-9964-A834-029B7CF4C5C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9.</a:t>
            </a:r>
            <a:fld id="{6AAC6FC6-E436-4FCF-9759-25EA1E566536}" type="slidenum">
              <a:rPr lang="en-US" altLang="en-US" i="0">
                <a:solidFill>
                  <a:srgbClr val="1C1C1C"/>
                </a:solidFill>
                <a:latin typeface="Arial" panose="020B0604020202020204" pitchFamily="34" charset="0"/>
              </a:rPr>
              <a:pPr/>
              <a:t>96</a:t>
            </a:fld>
            <a:endParaRPr lang="en-US" altLang="en-US" i="0">
              <a:solidFill>
                <a:srgbClr val="1C1C1C"/>
              </a:solidFill>
              <a:latin typeface="Arial" panose="020B0604020202020204" pitchFamily="34" charset="0"/>
            </a:endParaRPr>
          </a:p>
        </p:txBody>
      </p:sp>
      <p:sp>
        <p:nvSpPr>
          <p:cNvPr id="1266690" name="Rectangle 2">
            <a:extLst>
              <a:ext uri="{FF2B5EF4-FFF2-40B4-BE49-F238E27FC236}">
                <a16:creationId xmlns:a16="http://schemas.microsoft.com/office/drawing/2014/main" id="{44A69817-CA6E-B44C-2D30-7CA1D60C6FC8}"/>
              </a:ext>
            </a:extLst>
          </p:cNvPr>
          <p:cNvSpPr>
            <a:spLocks noChangeArrowheads="1"/>
          </p:cNvSpPr>
          <p:nvPr/>
        </p:nvSpPr>
        <p:spPr bwMode="auto">
          <a:xfrm>
            <a:off x="0" y="0"/>
            <a:ext cx="9144000" cy="8382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1266691" name="Text Box 3">
            <a:extLst>
              <a:ext uri="{FF2B5EF4-FFF2-40B4-BE49-F238E27FC236}">
                <a16:creationId xmlns:a16="http://schemas.microsoft.com/office/drawing/2014/main" id="{180B0F35-8959-EA95-C71B-97B710BF4BB5}"/>
              </a:ext>
            </a:extLst>
          </p:cNvPr>
          <p:cNvSpPr txBox="1">
            <a:spLocks noChangeArrowheads="1"/>
          </p:cNvSpPr>
          <p:nvPr/>
        </p:nvSpPr>
        <p:spPr bwMode="auto">
          <a:xfrm>
            <a:off x="228600" y="152400"/>
            <a:ext cx="28575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9-4   Continued</a:t>
            </a:r>
          </a:p>
        </p:txBody>
      </p:sp>
      <p:sp>
        <p:nvSpPr>
          <p:cNvPr id="200709" name="Text Box 4">
            <a:extLst>
              <a:ext uri="{FF2B5EF4-FFF2-40B4-BE49-F238E27FC236}">
                <a16:creationId xmlns:a16="http://schemas.microsoft.com/office/drawing/2014/main" id="{04170F8B-92E1-05A3-B5FE-D0064D36E6A5}"/>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200710" name="Rectangle 5">
            <a:extLst>
              <a:ext uri="{FF2B5EF4-FFF2-40B4-BE49-F238E27FC236}">
                <a16:creationId xmlns:a16="http://schemas.microsoft.com/office/drawing/2014/main" id="{012EC8F4-A9EE-D78F-4361-DA80452A8367}"/>
              </a:ext>
            </a:extLst>
          </p:cNvPr>
          <p:cNvSpPr>
            <a:spLocks noChangeArrowheads="1"/>
          </p:cNvSpPr>
          <p:nvPr/>
        </p:nvSpPr>
        <p:spPr bwMode="auto">
          <a:xfrm>
            <a:off x="76200" y="1493838"/>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Find an integer that has a remainder of 3 when divided by 7 and 13, but is divisible by 12.</a:t>
            </a:r>
          </a:p>
        </p:txBody>
      </p:sp>
      <p:sp>
        <p:nvSpPr>
          <p:cNvPr id="200711" name="Text Box 6">
            <a:extLst>
              <a:ext uri="{FF2B5EF4-FFF2-40B4-BE49-F238E27FC236}">
                <a16:creationId xmlns:a16="http://schemas.microsoft.com/office/drawing/2014/main" id="{9F9D6692-AC3D-AAAF-9D65-8DC0BCAC8868}"/>
              </a:ext>
            </a:extLst>
          </p:cNvPr>
          <p:cNvSpPr txBox="1">
            <a:spLocks noChangeArrowheads="1"/>
          </p:cNvSpPr>
          <p:nvPr/>
        </p:nvSpPr>
        <p:spPr bwMode="auto">
          <a:xfrm>
            <a:off x="152400" y="10668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9.37</a:t>
            </a:r>
            <a:endParaRPr lang="en-US" altLang="en-US" sz="2000">
              <a:solidFill>
                <a:srgbClr val="FFFFFF"/>
              </a:solidFill>
            </a:endParaRPr>
          </a:p>
        </p:txBody>
      </p:sp>
      <p:sp>
        <p:nvSpPr>
          <p:cNvPr id="1266695" name="Rectangle 7">
            <a:extLst>
              <a:ext uri="{FF2B5EF4-FFF2-40B4-BE49-F238E27FC236}">
                <a16:creationId xmlns:a16="http://schemas.microsoft.com/office/drawing/2014/main" id="{53D034E3-3EE1-ACEC-AAF5-9575D877B29D}"/>
              </a:ext>
            </a:extLst>
          </p:cNvPr>
          <p:cNvSpPr>
            <a:spLocks noChangeArrowheads="1"/>
          </p:cNvSpPr>
          <p:nvPr/>
        </p:nvSpPr>
        <p:spPr bwMode="auto">
          <a:xfrm>
            <a:off x="228600" y="24384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r>
              <a:rPr lang="en-US" altLang="en-US" sz="2400" i="0">
                <a:solidFill>
                  <a:srgbClr val="000000"/>
                </a:solidFill>
              </a:rPr>
              <a:t/>
            </a:r>
            <a:br>
              <a:rPr lang="en-US" altLang="en-US" sz="2400" i="0">
                <a:solidFill>
                  <a:srgbClr val="000000"/>
                </a:solidFill>
              </a:rPr>
            </a:br>
            <a:r>
              <a:rPr lang="en-US" altLang="en-US" sz="2400" i="0">
                <a:solidFill>
                  <a:srgbClr val="000000"/>
                </a:solidFill>
              </a:rPr>
              <a:t>This is a CRT problem. We can form three equations and solve them to find the value of x.</a:t>
            </a:r>
          </a:p>
        </p:txBody>
      </p:sp>
      <p:pic>
        <p:nvPicPr>
          <p:cNvPr id="1266697" name="Picture 9">
            <a:extLst>
              <a:ext uri="{FF2B5EF4-FFF2-40B4-BE49-F238E27FC236}">
                <a16:creationId xmlns:a16="http://schemas.microsoft.com/office/drawing/2014/main" id="{4589016C-623B-A2EA-B361-B7095BC962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5188" y="3729038"/>
            <a:ext cx="2332037" cy="137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66698" name="Rectangle 10">
            <a:extLst>
              <a:ext uri="{FF2B5EF4-FFF2-40B4-BE49-F238E27FC236}">
                <a16:creationId xmlns:a16="http://schemas.microsoft.com/office/drawing/2014/main" id="{95546332-CBCE-599B-227B-0FC30A713DDC}"/>
              </a:ext>
            </a:extLst>
          </p:cNvPr>
          <p:cNvSpPr>
            <a:spLocks noChangeArrowheads="1"/>
          </p:cNvSpPr>
          <p:nvPr/>
        </p:nvSpPr>
        <p:spPr bwMode="auto">
          <a:xfrm>
            <a:off x="228600" y="5319713"/>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If we follow the four steps, we find x = 276. We can check that </a:t>
            </a:r>
            <a:br>
              <a:rPr lang="en-US" altLang="en-US" sz="2400" i="0">
                <a:solidFill>
                  <a:srgbClr val="000000"/>
                </a:solidFill>
              </a:rPr>
            </a:br>
            <a:r>
              <a:rPr lang="en-US" altLang="en-US" sz="2400" i="0">
                <a:solidFill>
                  <a:srgbClr val="000000"/>
                </a:solidFill>
              </a:rPr>
              <a:t>276 = 3 mod 7, 276 = 3 mod 13 and 276 is divisible by 12 (the quotient is 23 and the remainder is zero).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666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6669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666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6695" grpId="0"/>
      <p:bldP spid="126669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Number Placeholder 4">
            <a:extLst>
              <a:ext uri="{FF2B5EF4-FFF2-40B4-BE49-F238E27FC236}">
                <a16:creationId xmlns:a16="http://schemas.microsoft.com/office/drawing/2014/main" id="{0CEC4A12-48E6-D0AA-25F4-2A1F856A423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201BEAE1-BA33-44E1-BB4F-B32CEB74F5A2}" type="slidenum">
              <a:rPr lang="en-US" altLang="en-US" i="0">
                <a:solidFill>
                  <a:srgbClr val="1C1C1C"/>
                </a:solidFill>
                <a:latin typeface="Arial" panose="020B0604020202020204" pitchFamily="34" charset="0"/>
              </a:rPr>
              <a:pPr/>
              <a:t>97</a:t>
            </a:fld>
            <a:endParaRPr lang="en-US" altLang="en-US" i="0">
              <a:solidFill>
                <a:srgbClr val="1C1C1C"/>
              </a:solidFill>
              <a:latin typeface="Arial" panose="020B0604020202020204" pitchFamily="34" charset="0"/>
            </a:endParaRPr>
          </a:p>
        </p:txBody>
      </p:sp>
      <p:sp>
        <p:nvSpPr>
          <p:cNvPr id="202755" name="Text Box 2">
            <a:extLst>
              <a:ext uri="{FF2B5EF4-FFF2-40B4-BE49-F238E27FC236}">
                <a16:creationId xmlns:a16="http://schemas.microsoft.com/office/drawing/2014/main" id="{B3A42FF4-3800-1894-3878-17B7FE1669F3}"/>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r>
              <a:rPr lang="en-US" altLang="en-US" sz="1200" b="0" i="0">
                <a:solidFill>
                  <a:srgbClr val="000000"/>
                </a:solidFill>
              </a:rPr>
              <a:t>Copyright © The McGraw-Hill Companies, Inc. Permission required for reproduction or display.</a:t>
            </a:r>
          </a:p>
        </p:txBody>
      </p:sp>
      <p:pic>
        <p:nvPicPr>
          <p:cNvPr id="202756" name="Picture 3" descr="Forouzan1e08dh_OLC">
            <a:extLst>
              <a:ext uri="{FF2B5EF4-FFF2-40B4-BE49-F238E27FC236}">
                <a16:creationId xmlns:a16="http://schemas.microsoft.com/office/drawing/2014/main" id="{EB1C2482-7B2E-7180-072F-8D3750DEF72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81000" y="0"/>
            <a:ext cx="8763000" cy="10509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2757" name="Rectangle 7">
            <a:extLst>
              <a:ext uri="{FF2B5EF4-FFF2-40B4-BE49-F238E27FC236}">
                <a16:creationId xmlns:a16="http://schemas.microsoft.com/office/drawing/2014/main" id="{F6766260-6084-14B4-4008-58E8A3D37A95}"/>
              </a:ext>
            </a:extLst>
          </p:cNvPr>
          <p:cNvSpPr>
            <a:spLocks noChangeArrowheads="1"/>
          </p:cNvSpPr>
          <p:nvPr/>
        </p:nvSpPr>
        <p:spPr bwMode="auto">
          <a:xfrm>
            <a:off x="381000" y="2514600"/>
            <a:ext cx="8229600"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endParaRPr lang="en-US" altLang="en-US" sz="2000" i="0">
              <a:solidFill>
                <a:srgbClr val="333399"/>
              </a:solidFill>
              <a:latin typeface="Arial" panose="020B0604020202020204" pitchFamily="34" charset="0"/>
            </a:endParaRPr>
          </a:p>
          <a:p>
            <a:pPr algn="ctr"/>
            <a:r>
              <a:rPr lang="en-US" altLang="en-US" sz="4400" i="0">
                <a:solidFill>
                  <a:srgbClr val="000000"/>
                </a:solidFill>
              </a:rPr>
              <a:t>Mathematics of Cryptography</a:t>
            </a:r>
            <a:r>
              <a:rPr lang="en-US" altLang="en-US" sz="4400" i="0">
                <a:solidFill>
                  <a:srgbClr val="000000"/>
                </a:solidFill>
                <a:latin typeface="Arial" panose="020B0604020202020204" pitchFamily="34" charset="0"/>
              </a:rPr>
              <a:t/>
            </a:r>
            <a:br>
              <a:rPr lang="en-US" altLang="en-US" sz="4400" i="0">
                <a:solidFill>
                  <a:srgbClr val="000000"/>
                </a:solidFill>
                <a:latin typeface="Arial" panose="020B0604020202020204" pitchFamily="34" charset="0"/>
              </a:rPr>
            </a:br>
            <a:r>
              <a:rPr lang="en-US" altLang="en-US" sz="4400">
                <a:solidFill>
                  <a:srgbClr val="000000"/>
                </a:solidFill>
              </a:rPr>
              <a:t>Algebraic Structures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Number Placeholder 1">
            <a:extLst>
              <a:ext uri="{FF2B5EF4-FFF2-40B4-BE49-F238E27FC236}">
                <a16:creationId xmlns:a16="http://schemas.microsoft.com/office/drawing/2014/main" id="{88DD4D82-3148-1C32-2E23-624519549C4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7E58A56D-6429-41AA-B25B-12C2402B4D00}" type="slidenum">
              <a:rPr lang="en-US" altLang="en-US" i="0">
                <a:solidFill>
                  <a:srgbClr val="1C1C1C"/>
                </a:solidFill>
                <a:latin typeface="Arial" panose="020B0604020202020204" pitchFamily="34" charset="0"/>
              </a:rPr>
              <a:pPr/>
              <a:t>98</a:t>
            </a:fld>
            <a:endParaRPr lang="en-US" altLang="en-US" i="0">
              <a:solidFill>
                <a:srgbClr val="1C1C1C"/>
              </a:solidFill>
              <a:latin typeface="Arial" panose="020B0604020202020204" pitchFamily="34" charset="0"/>
            </a:endParaRPr>
          </a:p>
        </p:txBody>
      </p:sp>
      <p:sp>
        <p:nvSpPr>
          <p:cNvPr id="204803" name="Rectangle 2">
            <a:extLst>
              <a:ext uri="{FF2B5EF4-FFF2-40B4-BE49-F238E27FC236}">
                <a16:creationId xmlns:a16="http://schemas.microsoft.com/office/drawing/2014/main" id="{5AAB0E0B-68DB-33B0-7271-D57282516363}"/>
              </a:ext>
            </a:extLst>
          </p:cNvPr>
          <p:cNvSpPr>
            <a:spLocks noChangeArrowheads="1"/>
          </p:cNvSpPr>
          <p:nvPr/>
        </p:nvSpPr>
        <p:spPr bwMode="auto">
          <a:xfrm>
            <a:off x="304800" y="1219200"/>
            <a:ext cx="8534400" cy="43656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spcAft>
                <a:spcPct val="50000"/>
              </a:spcAft>
            </a:pPr>
            <a:r>
              <a:rPr lang="en-US" altLang="en-US" sz="2800" i="0">
                <a:solidFill>
                  <a:srgbClr val="000000"/>
                </a:solidFill>
              </a:rPr>
              <a:t>❏  To review the concept of algebraic structures</a:t>
            </a:r>
          </a:p>
          <a:p>
            <a:pPr>
              <a:spcAft>
                <a:spcPct val="50000"/>
              </a:spcAft>
            </a:pPr>
            <a:r>
              <a:rPr lang="en-US" altLang="en-US" sz="2800" i="0">
                <a:solidFill>
                  <a:srgbClr val="000000"/>
                </a:solidFill>
              </a:rPr>
              <a:t>❏  To define and give some examples of groups</a:t>
            </a:r>
          </a:p>
          <a:p>
            <a:pPr>
              <a:spcAft>
                <a:spcPct val="50000"/>
              </a:spcAft>
            </a:pPr>
            <a:r>
              <a:rPr lang="en-US" altLang="en-US" sz="2800" i="0">
                <a:solidFill>
                  <a:srgbClr val="000000"/>
                </a:solidFill>
              </a:rPr>
              <a:t>❏  To define and give some examples of rings</a:t>
            </a:r>
          </a:p>
          <a:p>
            <a:pPr>
              <a:spcAft>
                <a:spcPct val="50000"/>
              </a:spcAft>
            </a:pPr>
            <a:r>
              <a:rPr lang="en-US" altLang="en-US" sz="2800" i="0">
                <a:solidFill>
                  <a:srgbClr val="000000"/>
                </a:solidFill>
              </a:rPr>
              <a:t>❏  To define and give some examples of fields</a:t>
            </a:r>
          </a:p>
          <a:p>
            <a:pPr>
              <a:spcAft>
                <a:spcPct val="50000"/>
              </a:spcAft>
            </a:pPr>
            <a:r>
              <a:rPr lang="en-US" altLang="en-US" sz="2800" i="0">
                <a:solidFill>
                  <a:srgbClr val="000000"/>
                </a:solidFill>
              </a:rPr>
              <a:t>❏  To emphasize the finite fields of type GF(2</a:t>
            </a:r>
            <a:r>
              <a:rPr lang="en-US" altLang="en-US" sz="3200" baseline="30000">
                <a:solidFill>
                  <a:srgbClr val="000000"/>
                </a:solidFill>
              </a:rPr>
              <a:t>n</a:t>
            </a:r>
            <a:r>
              <a:rPr lang="en-US" altLang="en-US" sz="2800" i="0">
                <a:solidFill>
                  <a:srgbClr val="000000"/>
                </a:solidFill>
              </a:rPr>
              <a:t>)</a:t>
            </a:r>
            <a:br>
              <a:rPr lang="en-US" altLang="en-US" sz="2800" i="0">
                <a:solidFill>
                  <a:srgbClr val="000000"/>
                </a:solidFill>
              </a:rPr>
            </a:br>
            <a:r>
              <a:rPr lang="en-US" altLang="en-US" sz="2800" i="0">
                <a:solidFill>
                  <a:srgbClr val="000000"/>
                </a:solidFill>
              </a:rPr>
              <a:t>      that make it possible to perform operations such</a:t>
            </a:r>
            <a:br>
              <a:rPr lang="en-US" altLang="en-US" sz="2800" i="0">
                <a:solidFill>
                  <a:srgbClr val="000000"/>
                </a:solidFill>
              </a:rPr>
            </a:br>
            <a:r>
              <a:rPr lang="en-US" altLang="en-US" sz="2800" i="0">
                <a:solidFill>
                  <a:srgbClr val="000000"/>
                </a:solidFill>
              </a:rPr>
              <a:t>      as addition, subtraction, multiplication, and</a:t>
            </a:r>
            <a:br>
              <a:rPr lang="en-US" altLang="en-US" sz="2800" i="0">
                <a:solidFill>
                  <a:srgbClr val="000000"/>
                </a:solidFill>
              </a:rPr>
            </a:br>
            <a:r>
              <a:rPr lang="en-US" altLang="en-US" sz="2800" i="0">
                <a:solidFill>
                  <a:srgbClr val="000000"/>
                </a:solidFill>
              </a:rPr>
              <a:t>      division on </a:t>
            </a:r>
            <a:r>
              <a:rPr lang="en-US" altLang="en-US" sz="2800">
                <a:solidFill>
                  <a:srgbClr val="000000"/>
                </a:solidFill>
              </a:rPr>
              <a:t>n</a:t>
            </a:r>
            <a:r>
              <a:rPr lang="en-US" altLang="en-US" sz="2800" i="0">
                <a:solidFill>
                  <a:srgbClr val="000000"/>
                </a:solidFill>
              </a:rPr>
              <a:t>-bit words in modern block ciphers</a:t>
            </a:r>
          </a:p>
        </p:txBody>
      </p:sp>
      <p:sp>
        <p:nvSpPr>
          <p:cNvPr id="204804" name="Rectangle 3">
            <a:extLst>
              <a:ext uri="{FF2B5EF4-FFF2-40B4-BE49-F238E27FC236}">
                <a16:creationId xmlns:a16="http://schemas.microsoft.com/office/drawing/2014/main" id="{CC292A80-AB25-5275-B378-8A3D5BEC18F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04805" name="Rectangle 4">
            <a:extLst>
              <a:ext uri="{FF2B5EF4-FFF2-40B4-BE49-F238E27FC236}">
                <a16:creationId xmlns:a16="http://schemas.microsoft.com/office/drawing/2014/main" id="{CE74C020-8297-88F2-F717-4B689F1090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04806" name="Rectangle 5">
            <a:extLst>
              <a:ext uri="{FF2B5EF4-FFF2-40B4-BE49-F238E27FC236}">
                <a16:creationId xmlns:a16="http://schemas.microsoft.com/office/drawing/2014/main" id="{C39DAB0F-ECBD-AAFE-A93E-95DE2280B00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04807" name="Rectangle 6">
            <a:extLst>
              <a:ext uri="{FF2B5EF4-FFF2-40B4-BE49-F238E27FC236}">
                <a16:creationId xmlns:a16="http://schemas.microsoft.com/office/drawing/2014/main" id="{9130C9D7-C95D-5D8D-B47A-719835A7688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04808" name="Rectangle 7">
            <a:extLst>
              <a:ext uri="{FF2B5EF4-FFF2-40B4-BE49-F238E27FC236}">
                <a16:creationId xmlns:a16="http://schemas.microsoft.com/office/drawing/2014/main" id="{8EC350A1-D172-D93D-21A6-16C84CA084C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04809" name="Rectangle 8">
            <a:extLst>
              <a:ext uri="{FF2B5EF4-FFF2-40B4-BE49-F238E27FC236}">
                <a16:creationId xmlns:a16="http://schemas.microsoft.com/office/drawing/2014/main" id="{2615D411-1624-BDC2-632C-CA3F4B59A5C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04810" name="Rectangle 9">
            <a:extLst>
              <a:ext uri="{FF2B5EF4-FFF2-40B4-BE49-F238E27FC236}">
                <a16:creationId xmlns:a16="http://schemas.microsoft.com/office/drawing/2014/main" id="{6D4D62EE-408D-25E8-BC35-F0C01181895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04811" name="Rectangle 10">
            <a:extLst>
              <a:ext uri="{FF2B5EF4-FFF2-40B4-BE49-F238E27FC236}">
                <a16:creationId xmlns:a16="http://schemas.microsoft.com/office/drawing/2014/main" id="{0617D8D6-0944-B8D2-6FC4-7BABE9D498C7}"/>
              </a:ext>
            </a:extLst>
          </p:cNvPr>
          <p:cNvSpPr>
            <a:spLocks noChangeArrowheads="1"/>
          </p:cNvSpPr>
          <p:nvPr/>
        </p:nvSpPr>
        <p:spPr bwMode="auto">
          <a:xfrm>
            <a:off x="1066800" y="547688"/>
            <a:ext cx="2209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rgbClr val="FF0000"/>
                </a:solidFill>
              </a:rPr>
              <a:t>Objectives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6850" name="Slide Number Placeholder 1">
            <a:extLst>
              <a:ext uri="{FF2B5EF4-FFF2-40B4-BE49-F238E27FC236}">
                <a16:creationId xmlns:a16="http://schemas.microsoft.com/office/drawing/2014/main" id="{88B177CB-C3CD-C84A-003F-EAE95901371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3CFED911-2408-473E-8F30-419303751007}" type="slidenum">
              <a:rPr lang="en-US" altLang="en-US" i="0">
                <a:solidFill>
                  <a:srgbClr val="1C1C1C"/>
                </a:solidFill>
                <a:latin typeface="Arial" panose="020B0604020202020204" pitchFamily="34" charset="0"/>
              </a:rPr>
              <a:pPr/>
              <a:t>99</a:t>
            </a:fld>
            <a:endParaRPr lang="en-US" altLang="en-US" i="0">
              <a:solidFill>
                <a:srgbClr val="1C1C1C"/>
              </a:solidFill>
              <a:latin typeface="Arial" panose="020B0604020202020204" pitchFamily="34" charset="0"/>
            </a:endParaRPr>
          </a:p>
        </p:txBody>
      </p:sp>
      <p:sp>
        <p:nvSpPr>
          <p:cNvPr id="565250" name="Rectangle 2">
            <a:extLst>
              <a:ext uri="{FF2B5EF4-FFF2-40B4-BE49-F238E27FC236}">
                <a16:creationId xmlns:a16="http://schemas.microsoft.com/office/drawing/2014/main" id="{009DA128-B926-222A-F000-EE6C1970C639}"/>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879E80E1-14DE-AE60-26EF-49E1E84CC36C}"/>
              </a:ext>
            </a:extLst>
          </p:cNvPr>
          <p:cNvSpPr txBox="1">
            <a:spLocks noChangeArrowheads="1"/>
          </p:cNvSpPr>
          <p:nvPr/>
        </p:nvSpPr>
        <p:spPr bwMode="auto">
          <a:xfrm>
            <a:off x="228600" y="406400"/>
            <a:ext cx="63293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4-1   ALGEBRAIC STRUCTURES</a:t>
            </a:r>
          </a:p>
        </p:txBody>
      </p:sp>
      <p:sp>
        <p:nvSpPr>
          <p:cNvPr id="206853" name="Text Box 4">
            <a:extLst>
              <a:ext uri="{FF2B5EF4-FFF2-40B4-BE49-F238E27FC236}">
                <a16:creationId xmlns:a16="http://schemas.microsoft.com/office/drawing/2014/main" id="{3536AF93-FF13-1FD7-3ABF-32D50918A58F}"/>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565253" name="Rectangle 5">
            <a:extLst>
              <a:ext uri="{FF2B5EF4-FFF2-40B4-BE49-F238E27FC236}">
                <a16:creationId xmlns:a16="http://schemas.microsoft.com/office/drawing/2014/main" id="{4BDE7A8E-AE85-BB0F-866B-99A95BAB2809}"/>
              </a:ext>
            </a:extLst>
          </p:cNvPr>
          <p:cNvSpPr>
            <a:spLocks noChangeArrowheads="1"/>
          </p:cNvSpPr>
          <p:nvPr/>
        </p:nvSpPr>
        <p:spPr bwMode="auto">
          <a:xfrm>
            <a:off x="304800" y="1600200"/>
            <a:ext cx="8229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a:solidFill>
                  <a:srgbClr val="000000"/>
                </a:solidFill>
                <a:effectLst>
                  <a:outerShdw blurRad="38100" dist="38100" dir="2700000" algn="tl">
                    <a:srgbClr val="C0C0C0"/>
                  </a:outerShdw>
                </a:effectLst>
              </a:rPr>
              <a:t>Cryptography requires sets of integers and specific operations that are defined for those sets. The combination of the set and the operations that are applied to the elements of the set is called an </a:t>
            </a:r>
            <a:r>
              <a:rPr lang="en-US" altLang="en-US" sz="2800">
                <a:solidFill>
                  <a:srgbClr val="FF0000"/>
                </a:solidFill>
                <a:effectLst>
                  <a:outerShdw blurRad="38100" dist="38100" dir="2700000" algn="tl">
                    <a:srgbClr val="C0C0C0"/>
                  </a:outerShdw>
                </a:effectLst>
              </a:rPr>
              <a:t>algebraic structure</a:t>
            </a:r>
            <a:r>
              <a:rPr lang="en-US" altLang="en-US" sz="2800">
                <a:solidFill>
                  <a:srgbClr val="000000"/>
                </a:solidFill>
                <a:effectLst>
                  <a:outerShdw blurRad="38100" dist="38100" dir="2700000" algn="tl">
                    <a:srgbClr val="C0C0C0"/>
                  </a:outerShdw>
                </a:effectLst>
              </a:rPr>
              <a:t>. In this chapter, we will define three common algebraic structures: groups, rings, and fields.</a:t>
            </a:r>
          </a:p>
        </p:txBody>
      </p:sp>
      <p:sp>
        <p:nvSpPr>
          <p:cNvPr id="565278" name="Text Box 30">
            <a:extLst>
              <a:ext uri="{FF2B5EF4-FFF2-40B4-BE49-F238E27FC236}">
                <a16:creationId xmlns:a16="http://schemas.microsoft.com/office/drawing/2014/main" id="{6E47E5DC-2C2A-914F-59B3-3CBCCC005399}"/>
              </a:ext>
            </a:extLst>
          </p:cNvPr>
          <p:cNvSpPr txBox="1">
            <a:spLocks noChangeArrowheads="1"/>
          </p:cNvSpPr>
          <p:nvPr/>
        </p:nvSpPr>
        <p:spPr bwMode="auto">
          <a:xfrm>
            <a:off x="165100" y="4738688"/>
            <a:ext cx="48625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u="sng">
                <a:solidFill>
                  <a:srgbClr val="FF0000"/>
                </a:solidFill>
                <a:effectLst>
                  <a:outerShdw blurRad="38100" dist="38100" dir="2700000" algn="tl">
                    <a:srgbClr val="C0C0C0"/>
                  </a:outerShdw>
                </a:effectLst>
              </a:rPr>
              <a:t>Topics discussed in this section:</a:t>
            </a:r>
          </a:p>
        </p:txBody>
      </p:sp>
      <p:sp>
        <p:nvSpPr>
          <p:cNvPr id="206856" name="Rectangle 31">
            <a:extLst>
              <a:ext uri="{FF2B5EF4-FFF2-40B4-BE49-F238E27FC236}">
                <a16:creationId xmlns:a16="http://schemas.microsoft.com/office/drawing/2014/main" id="{F6351C37-540F-535E-1FF2-C979E6B1D45E}"/>
              </a:ext>
            </a:extLst>
          </p:cNvPr>
          <p:cNvSpPr>
            <a:spLocks noChangeArrowheads="1"/>
          </p:cNvSpPr>
          <p:nvPr/>
        </p:nvSpPr>
        <p:spPr bwMode="auto">
          <a:xfrm>
            <a:off x="381000" y="52895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Clr>
                <a:srgbClr val="000000"/>
              </a:buClr>
              <a:buSzPct val="117000"/>
              <a:buFont typeface="Arial Unicode MS" panose="020B0604020202020204" pitchFamily="34" charset="-128"/>
              <a:buNone/>
            </a:pPr>
            <a:r>
              <a:rPr lang="en-US" altLang="en-US" sz="2400" i="0">
                <a:solidFill>
                  <a:srgbClr val="FF0000"/>
                </a:solidFill>
              </a:rPr>
              <a:t>4.1.1</a:t>
            </a:r>
            <a:r>
              <a:rPr lang="en-US" altLang="en-US" sz="2400" i="0">
                <a:solidFill>
                  <a:srgbClr val="0033CC"/>
                </a:solidFill>
              </a:rPr>
              <a:t>  Groups</a:t>
            </a:r>
            <a:r>
              <a:rPr lang="fr-FR" altLang="en-US" sz="2400" i="0">
                <a:solidFill>
                  <a:srgbClr val="0033CC"/>
                </a:solidFill>
              </a:rPr>
              <a:t/>
            </a:r>
            <a:br>
              <a:rPr lang="fr-FR" altLang="en-US" sz="2400" i="0">
                <a:solidFill>
                  <a:srgbClr val="0033CC"/>
                </a:solidFill>
              </a:rPr>
            </a:br>
            <a:r>
              <a:rPr lang="fr-FR" altLang="en-US" sz="2400" i="0">
                <a:solidFill>
                  <a:srgbClr val="FF0000"/>
                </a:solidFill>
              </a:rPr>
              <a:t>4.1.2</a:t>
            </a:r>
            <a:r>
              <a:rPr lang="fr-FR" altLang="en-US" sz="2400" i="0">
                <a:solidFill>
                  <a:srgbClr val="0033CC"/>
                </a:solidFill>
              </a:rPr>
              <a:t>  Rings</a:t>
            </a:r>
            <a:br>
              <a:rPr lang="fr-FR" altLang="en-US" sz="2400" i="0">
                <a:solidFill>
                  <a:srgbClr val="0033CC"/>
                </a:solidFill>
              </a:rPr>
            </a:br>
            <a:r>
              <a:rPr lang="fr-FR" altLang="en-US" sz="2400" i="0">
                <a:solidFill>
                  <a:srgbClr val="FF0000"/>
                </a:solidFill>
              </a:rPr>
              <a:t>4.1.3</a:t>
            </a:r>
            <a:r>
              <a:rPr lang="fr-FR" altLang="en-US" sz="2400" i="0">
                <a:solidFill>
                  <a:srgbClr val="0033CC"/>
                </a:solidFill>
              </a:rPr>
              <a:t>  Fields</a:t>
            </a:r>
            <a:endParaRPr lang="en-US" altLang="en-US" sz="2400" i="0">
              <a:solidFill>
                <a:srgbClr val="0033CC"/>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Slide Number Placeholder 1">
            <a:extLst>
              <a:ext uri="{FF2B5EF4-FFF2-40B4-BE49-F238E27FC236}">
                <a16:creationId xmlns:a16="http://schemas.microsoft.com/office/drawing/2014/main" id="{02D0AD6C-F022-105D-3DCD-DAA95B739E2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5B4EF1F6-2F27-4CB5-A675-6C8C45F38F9E}" type="slidenum">
              <a:rPr lang="en-US" altLang="en-US" i="0">
                <a:solidFill>
                  <a:srgbClr val="1C1C1C"/>
                </a:solidFill>
                <a:latin typeface="Arial" panose="020B0604020202020204" pitchFamily="34" charset="0"/>
              </a:rPr>
              <a:pPr/>
              <a:t>100</a:t>
            </a:fld>
            <a:endParaRPr lang="en-US" altLang="en-US" i="0">
              <a:solidFill>
                <a:srgbClr val="1C1C1C"/>
              </a:solidFill>
              <a:latin typeface="Arial" panose="020B0604020202020204" pitchFamily="34" charset="0"/>
            </a:endParaRPr>
          </a:p>
        </p:txBody>
      </p:sp>
      <p:sp>
        <p:nvSpPr>
          <p:cNvPr id="1007629" name="Rectangle 13">
            <a:extLst>
              <a:ext uri="{FF2B5EF4-FFF2-40B4-BE49-F238E27FC236}">
                <a16:creationId xmlns:a16="http://schemas.microsoft.com/office/drawing/2014/main" id="{C6D14082-C5B1-30EE-BA31-9A651CFA9B17}"/>
              </a:ext>
            </a:extLst>
          </p:cNvPr>
          <p:cNvSpPr>
            <a:spLocks noChangeArrowheads="1"/>
          </p:cNvSpPr>
          <p:nvPr/>
        </p:nvSpPr>
        <p:spPr bwMode="auto">
          <a:xfrm>
            <a:off x="0" y="0"/>
            <a:ext cx="9144000" cy="533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208900" name="Text Box 9">
            <a:extLst>
              <a:ext uri="{FF2B5EF4-FFF2-40B4-BE49-F238E27FC236}">
                <a16:creationId xmlns:a16="http://schemas.microsoft.com/office/drawing/2014/main" id="{6A7A44F7-03A9-BB43-017E-648AFBE825AD}"/>
              </a:ext>
            </a:extLst>
          </p:cNvPr>
          <p:cNvSpPr txBox="1">
            <a:spLocks noChangeArrowheads="1"/>
          </p:cNvSpPr>
          <p:nvPr/>
        </p:nvSpPr>
        <p:spPr bwMode="auto">
          <a:xfrm>
            <a:off x="76200" y="0"/>
            <a:ext cx="2960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a:t>
            </a:r>
            <a:r>
              <a:rPr lang="en-US" altLang="en-US" sz="3200">
                <a:solidFill>
                  <a:srgbClr val="FF0000"/>
                </a:solidFill>
              </a:rPr>
              <a:t>     </a:t>
            </a:r>
            <a:r>
              <a:rPr lang="en-US" altLang="en-US" sz="3200">
                <a:solidFill>
                  <a:srgbClr val="000000"/>
                </a:solidFill>
              </a:rPr>
              <a:t>Continued</a:t>
            </a:r>
          </a:p>
        </p:txBody>
      </p:sp>
      <p:pic>
        <p:nvPicPr>
          <p:cNvPr id="208901" name="Picture 11">
            <a:extLst>
              <a:ext uri="{FF2B5EF4-FFF2-40B4-BE49-F238E27FC236}">
                <a16:creationId xmlns:a16="http://schemas.microsoft.com/office/drawing/2014/main" id="{C2C41946-AC9F-1EFD-0FEA-2EA646AD2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 y="2378075"/>
            <a:ext cx="7651750" cy="211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8902" name="Text Box 12">
            <a:extLst>
              <a:ext uri="{FF2B5EF4-FFF2-40B4-BE49-F238E27FC236}">
                <a16:creationId xmlns:a16="http://schemas.microsoft.com/office/drawing/2014/main" id="{31831745-4657-E2FA-17B4-C9823C56DE5F}"/>
              </a:ext>
            </a:extLst>
          </p:cNvPr>
          <p:cNvSpPr txBox="1">
            <a:spLocks noChangeArrowheads="1"/>
          </p:cNvSpPr>
          <p:nvPr/>
        </p:nvSpPr>
        <p:spPr bwMode="auto">
          <a:xfrm>
            <a:off x="1973263" y="1524000"/>
            <a:ext cx="4656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4.1  </a:t>
            </a:r>
            <a:r>
              <a:rPr lang="en-US" altLang="en-US" sz="2000">
                <a:solidFill>
                  <a:srgbClr val="000000"/>
                </a:solidFill>
              </a:rPr>
              <a:t>Common algebraic structure</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Number Placeholder 1">
            <a:extLst>
              <a:ext uri="{FF2B5EF4-FFF2-40B4-BE49-F238E27FC236}">
                <a16:creationId xmlns:a16="http://schemas.microsoft.com/office/drawing/2014/main" id="{663013EC-B472-470E-FA7A-248BE3F0E0D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93D62B2A-AE9D-42F5-A8D9-0CE2F294D45D}" type="slidenum">
              <a:rPr lang="en-US" altLang="en-US" i="0">
                <a:solidFill>
                  <a:srgbClr val="1C1C1C"/>
                </a:solidFill>
                <a:latin typeface="Arial" panose="020B0604020202020204" pitchFamily="34" charset="0"/>
              </a:rPr>
              <a:pPr/>
              <a:t>101</a:t>
            </a:fld>
            <a:endParaRPr lang="en-US" altLang="en-US" i="0">
              <a:solidFill>
                <a:srgbClr val="1C1C1C"/>
              </a:solidFill>
              <a:latin typeface="Arial" panose="020B0604020202020204" pitchFamily="34" charset="0"/>
            </a:endParaRPr>
          </a:p>
        </p:txBody>
      </p:sp>
      <p:sp>
        <p:nvSpPr>
          <p:cNvPr id="210947" name="Rectangle 2">
            <a:extLst>
              <a:ext uri="{FF2B5EF4-FFF2-40B4-BE49-F238E27FC236}">
                <a16:creationId xmlns:a16="http://schemas.microsoft.com/office/drawing/2014/main" id="{E94F45ED-2A9A-B2B3-97FC-9D4CAD48D94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0948" name="Rectangle 3">
            <a:extLst>
              <a:ext uri="{FF2B5EF4-FFF2-40B4-BE49-F238E27FC236}">
                <a16:creationId xmlns:a16="http://schemas.microsoft.com/office/drawing/2014/main" id="{02BA4747-58FC-E533-371C-260E7CFDB9F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0949" name="Rectangle 4">
            <a:extLst>
              <a:ext uri="{FF2B5EF4-FFF2-40B4-BE49-F238E27FC236}">
                <a16:creationId xmlns:a16="http://schemas.microsoft.com/office/drawing/2014/main" id="{C43BA234-268A-C3DB-0F1D-56B8A5F4312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0950" name="Rectangle 5">
            <a:extLst>
              <a:ext uri="{FF2B5EF4-FFF2-40B4-BE49-F238E27FC236}">
                <a16:creationId xmlns:a16="http://schemas.microsoft.com/office/drawing/2014/main" id="{5C53630E-802D-D574-5F51-ED6BB6B0092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0951" name="Rectangle 6">
            <a:extLst>
              <a:ext uri="{FF2B5EF4-FFF2-40B4-BE49-F238E27FC236}">
                <a16:creationId xmlns:a16="http://schemas.microsoft.com/office/drawing/2014/main" id="{22E9DD9C-B75E-DF8F-B68D-841C38F3713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0952" name="Rectangle 7">
            <a:extLst>
              <a:ext uri="{FF2B5EF4-FFF2-40B4-BE49-F238E27FC236}">
                <a16:creationId xmlns:a16="http://schemas.microsoft.com/office/drawing/2014/main" id="{15AD6816-FFBA-1262-899F-4E1CC3402E3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0953" name="Rectangle 8">
            <a:extLst>
              <a:ext uri="{FF2B5EF4-FFF2-40B4-BE49-F238E27FC236}">
                <a16:creationId xmlns:a16="http://schemas.microsoft.com/office/drawing/2014/main" id="{DCF85BCE-F546-E62D-15D4-8BB89ED7211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0954" name="Text Box 9">
            <a:extLst>
              <a:ext uri="{FF2B5EF4-FFF2-40B4-BE49-F238E27FC236}">
                <a16:creationId xmlns:a16="http://schemas.microsoft.com/office/drawing/2014/main" id="{5A083E2C-D39F-ACF0-AC84-0E1C1A9E5B7B}"/>
              </a:ext>
            </a:extLst>
          </p:cNvPr>
          <p:cNvSpPr txBox="1">
            <a:spLocks noChangeArrowheads="1"/>
          </p:cNvSpPr>
          <p:nvPr/>
        </p:nvSpPr>
        <p:spPr bwMode="auto">
          <a:xfrm>
            <a:off x="1143000" y="0"/>
            <a:ext cx="27479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4.1.1     Groups</a:t>
            </a:r>
          </a:p>
        </p:txBody>
      </p:sp>
      <p:sp>
        <p:nvSpPr>
          <p:cNvPr id="210955" name="Rectangle 10">
            <a:extLst>
              <a:ext uri="{FF2B5EF4-FFF2-40B4-BE49-F238E27FC236}">
                <a16:creationId xmlns:a16="http://schemas.microsoft.com/office/drawing/2014/main" id="{A75F1E2F-AE86-F461-830C-14BCA18EA4EC}"/>
              </a:ext>
            </a:extLst>
          </p:cNvPr>
          <p:cNvSpPr>
            <a:spLocks noChangeArrowheads="1"/>
          </p:cNvSpPr>
          <p:nvPr/>
        </p:nvSpPr>
        <p:spPr bwMode="auto">
          <a:xfrm>
            <a:off x="152400" y="1066800"/>
            <a:ext cx="8839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A group (</a:t>
            </a:r>
            <a:r>
              <a:rPr lang="en-US" altLang="en-US" sz="2800" i="0">
                <a:solidFill>
                  <a:srgbClr val="FF0000"/>
                </a:solidFill>
              </a:rPr>
              <a:t>G</a:t>
            </a:r>
            <a:r>
              <a:rPr lang="en-US" altLang="en-US" sz="2800" i="0">
                <a:solidFill>
                  <a:srgbClr val="000000"/>
                </a:solidFill>
              </a:rPr>
              <a:t>) is a set of elements with a binary operation (</a:t>
            </a:r>
            <a:r>
              <a:rPr lang="en-US" altLang="en-US" sz="2800" i="0">
                <a:solidFill>
                  <a:srgbClr val="FF0000"/>
                </a:solidFill>
              </a:rPr>
              <a:t>•)</a:t>
            </a:r>
            <a:r>
              <a:rPr lang="en-US" altLang="en-US" sz="2800" i="0">
                <a:solidFill>
                  <a:srgbClr val="000000"/>
                </a:solidFill>
              </a:rPr>
              <a:t> that satisfies four properties (or axioms). A commutative group satisfies an extra property, commutativity:</a:t>
            </a:r>
          </a:p>
        </p:txBody>
      </p:sp>
      <p:sp>
        <p:nvSpPr>
          <p:cNvPr id="210956" name="Rectangle 12">
            <a:extLst>
              <a:ext uri="{FF2B5EF4-FFF2-40B4-BE49-F238E27FC236}">
                <a16:creationId xmlns:a16="http://schemas.microsoft.com/office/drawing/2014/main" id="{86B3693E-2F3A-A47A-ACD2-D5228CC2B292}"/>
              </a:ext>
            </a:extLst>
          </p:cNvPr>
          <p:cNvSpPr>
            <a:spLocks noChangeArrowheads="1"/>
          </p:cNvSpPr>
          <p:nvPr/>
        </p:nvSpPr>
        <p:spPr bwMode="auto">
          <a:xfrm>
            <a:off x="152400" y="2971800"/>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3333CC"/>
                </a:solidFill>
              </a:rPr>
              <a:t>❏</a:t>
            </a:r>
            <a:r>
              <a:rPr lang="en-US" altLang="en-US" sz="2800" i="0">
                <a:solidFill>
                  <a:srgbClr val="000000"/>
                </a:solidFill>
              </a:rPr>
              <a:t> </a:t>
            </a:r>
            <a:r>
              <a:rPr lang="en-US" altLang="en-US" sz="2800" i="0">
                <a:solidFill>
                  <a:srgbClr val="3333CC"/>
                </a:solidFill>
              </a:rPr>
              <a:t>Closure:</a:t>
            </a:r>
            <a:endParaRPr lang="en-US" altLang="en-US" sz="2800" i="0">
              <a:solidFill>
                <a:srgbClr val="000000"/>
              </a:solidFill>
            </a:endParaRPr>
          </a:p>
        </p:txBody>
      </p:sp>
      <p:sp>
        <p:nvSpPr>
          <p:cNvPr id="210957" name="Rectangle 13">
            <a:extLst>
              <a:ext uri="{FF2B5EF4-FFF2-40B4-BE49-F238E27FC236}">
                <a16:creationId xmlns:a16="http://schemas.microsoft.com/office/drawing/2014/main" id="{FD5AA5AC-7107-C2D7-EAA4-A73AB96881C3}"/>
              </a:ext>
            </a:extLst>
          </p:cNvPr>
          <p:cNvSpPr>
            <a:spLocks noChangeArrowheads="1"/>
          </p:cNvSpPr>
          <p:nvPr/>
        </p:nvSpPr>
        <p:spPr bwMode="auto">
          <a:xfrm>
            <a:off x="152400" y="3486150"/>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3333CC"/>
                </a:solidFill>
              </a:rPr>
              <a:t>❏</a:t>
            </a:r>
            <a:r>
              <a:rPr lang="en-US" altLang="en-US" sz="2800" i="0">
                <a:solidFill>
                  <a:srgbClr val="000000"/>
                </a:solidFill>
              </a:rPr>
              <a:t> </a:t>
            </a:r>
            <a:r>
              <a:rPr lang="en-US" altLang="en-US" sz="2800" i="0">
                <a:solidFill>
                  <a:srgbClr val="3333CC"/>
                </a:solidFill>
              </a:rPr>
              <a:t>Associativity:</a:t>
            </a:r>
            <a:endParaRPr lang="en-US" altLang="en-US" sz="2800" i="0">
              <a:solidFill>
                <a:srgbClr val="000000"/>
              </a:solidFill>
            </a:endParaRPr>
          </a:p>
        </p:txBody>
      </p:sp>
      <p:sp>
        <p:nvSpPr>
          <p:cNvPr id="210958" name="Rectangle 14">
            <a:extLst>
              <a:ext uri="{FF2B5EF4-FFF2-40B4-BE49-F238E27FC236}">
                <a16:creationId xmlns:a16="http://schemas.microsoft.com/office/drawing/2014/main" id="{5B3234B2-7CD5-AB59-8B33-13494F072CB1}"/>
              </a:ext>
            </a:extLst>
          </p:cNvPr>
          <p:cNvSpPr>
            <a:spLocks noChangeArrowheads="1"/>
          </p:cNvSpPr>
          <p:nvPr/>
        </p:nvSpPr>
        <p:spPr bwMode="auto">
          <a:xfrm>
            <a:off x="152400" y="4038600"/>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3333CC"/>
                </a:solidFill>
              </a:rPr>
              <a:t>❏</a:t>
            </a:r>
            <a:r>
              <a:rPr lang="en-US" altLang="en-US" sz="2800" i="0">
                <a:solidFill>
                  <a:srgbClr val="000000"/>
                </a:solidFill>
              </a:rPr>
              <a:t> </a:t>
            </a:r>
            <a:r>
              <a:rPr lang="en-US" altLang="en-US" sz="2800" i="0">
                <a:solidFill>
                  <a:srgbClr val="3333CC"/>
                </a:solidFill>
              </a:rPr>
              <a:t>Commutativity:</a:t>
            </a:r>
            <a:endParaRPr lang="en-US" altLang="en-US" sz="2800" i="0">
              <a:solidFill>
                <a:srgbClr val="000000"/>
              </a:solidFill>
            </a:endParaRPr>
          </a:p>
        </p:txBody>
      </p:sp>
      <p:sp>
        <p:nvSpPr>
          <p:cNvPr id="210959" name="Rectangle 15">
            <a:extLst>
              <a:ext uri="{FF2B5EF4-FFF2-40B4-BE49-F238E27FC236}">
                <a16:creationId xmlns:a16="http://schemas.microsoft.com/office/drawing/2014/main" id="{91910CD0-86BC-AE0B-618E-FD18BDDE203E}"/>
              </a:ext>
            </a:extLst>
          </p:cNvPr>
          <p:cNvSpPr>
            <a:spLocks noChangeArrowheads="1"/>
          </p:cNvSpPr>
          <p:nvPr/>
        </p:nvSpPr>
        <p:spPr bwMode="auto">
          <a:xfrm>
            <a:off x="152400" y="4587875"/>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3333CC"/>
                </a:solidFill>
              </a:rPr>
              <a:t>❏</a:t>
            </a:r>
            <a:r>
              <a:rPr lang="en-US" altLang="en-US" sz="2800" i="0">
                <a:solidFill>
                  <a:srgbClr val="000000"/>
                </a:solidFill>
              </a:rPr>
              <a:t> </a:t>
            </a:r>
            <a:r>
              <a:rPr lang="en-US" altLang="en-US" sz="2800" i="0">
                <a:solidFill>
                  <a:srgbClr val="3333CC"/>
                </a:solidFill>
              </a:rPr>
              <a:t>Existence of identity:</a:t>
            </a:r>
          </a:p>
        </p:txBody>
      </p:sp>
      <p:sp>
        <p:nvSpPr>
          <p:cNvPr id="210960" name="Rectangle 16">
            <a:extLst>
              <a:ext uri="{FF2B5EF4-FFF2-40B4-BE49-F238E27FC236}">
                <a16:creationId xmlns:a16="http://schemas.microsoft.com/office/drawing/2014/main" id="{9CBA6C19-9BB9-AE7E-002B-40F5AFB96FED}"/>
              </a:ext>
            </a:extLst>
          </p:cNvPr>
          <p:cNvSpPr>
            <a:spLocks noChangeArrowheads="1"/>
          </p:cNvSpPr>
          <p:nvPr/>
        </p:nvSpPr>
        <p:spPr bwMode="auto">
          <a:xfrm>
            <a:off x="152400" y="5105400"/>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3333CC"/>
                </a:solidFill>
              </a:rPr>
              <a:t>❏</a:t>
            </a:r>
            <a:r>
              <a:rPr lang="en-US" altLang="en-US" sz="2800" i="0">
                <a:solidFill>
                  <a:srgbClr val="000000"/>
                </a:solidFill>
              </a:rPr>
              <a:t> </a:t>
            </a:r>
            <a:r>
              <a:rPr lang="en-US" altLang="en-US" sz="2800" i="0">
                <a:solidFill>
                  <a:srgbClr val="3333CC"/>
                </a:solidFill>
              </a:rPr>
              <a:t>Existence of inverse:</a:t>
            </a:r>
            <a:endParaRPr lang="en-US" altLang="en-US" sz="2800" i="0">
              <a:solidFill>
                <a:srgbClr val="00000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Number Placeholder 1">
            <a:extLst>
              <a:ext uri="{FF2B5EF4-FFF2-40B4-BE49-F238E27FC236}">
                <a16:creationId xmlns:a16="http://schemas.microsoft.com/office/drawing/2014/main" id="{62B05506-7CD8-BA5E-C7B9-5C35C8D53C7D}"/>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150373D7-13C0-406F-9CDF-2B9F3EEB836E}" type="slidenum">
              <a:rPr lang="en-US" altLang="en-US" i="0">
                <a:solidFill>
                  <a:srgbClr val="1C1C1C"/>
                </a:solidFill>
                <a:latin typeface="Arial" panose="020B0604020202020204" pitchFamily="34" charset="0"/>
              </a:rPr>
              <a:pPr/>
              <a:t>102</a:t>
            </a:fld>
            <a:endParaRPr lang="en-US" altLang="en-US" i="0">
              <a:solidFill>
                <a:srgbClr val="1C1C1C"/>
              </a:solidFill>
              <a:latin typeface="Arial" panose="020B0604020202020204" pitchFamily="34" charset="0"/>
            </a:endParaRPr>
          </a:p>
        </p:txBody>
      </p:sp>
      <p:sp>
        <p:nvSpPr>
          <p:cNvPr id="212995" name="Rectangle 2">
            <a:extLst>
              <a:ext uri="{FF2B5EF4-FFF2-40B4-BE49-F238E27FC236}">
                <a16:creationId xmlns:a16="http://schemas.microsoft.com/office/drawing/2014/main" id="{064A8A74-B1CC-A579-2FB0-AF0175DE525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2996" name="Rectangle 3">
            <a:extLst>
              <a:ext uri="{FF2B5EF4-FFF2-40B4-BE49-F238E27FC236}">
                <a16:creationId xmlns:a16="http://schemas.microsoft.com/office/drawing/2014/main" id="{3333B129-F2C0-FF1A-768E-9DD1D869679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2997" name="Rectangle 4">
            <a:extLst>
              <a:ext uri="{FF2B5EF4-FFF2-40B4-BE49-F238E27FC236}">
                <a16:creationId xmlns:a16="http://schemas.microsoft.com/office/drawing/2014/main" id="{18C68C59-2C75-BA5A-270F-5FFB30C35DE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2998" name="Rectangle 5">
            <a:extLst>
              <a:ext uri="{FF2B5EF4-FFF2-40B4-BE49-F238E27FC236}">
                <a16:creationId xmlns:a16="http://schemas.microsoft.com/office/drawing/2014/main" id="{0013ECC2-F197-0B92-5B2D-C0E72FE223B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2999" name="Rectangle 6">
            <a:extLst>
              <a:ext uri="{FF2B5EF4-FFF2-40B4-BE49-F238E27FC236}">
                <a16:creationId xmlns:a16="http://schemas.microsoft.com/office/drawing/2014/main" id="{F8D7F412-D5F6-515A-268E-4244AF14E7A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3000" name="Rectangle 7">
            <a:extLst>
              <a:ext uri="{FF2B5EF4-FFF2-40B4-BE49-F238E27FC236}">
                <a16:creationId xmlns:a16="http://schemas.microsoft.com/office/drawing/2014/main" id="{89C1DD51-81D1-0B84-F4E4-46E187E0166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3001" name="Rectangle 8">
            <a:extLst>
              <a:ext uri="{FF2B5EF4-FFF2-40B4-BE49-F238E27FC236}">
                <a16:creationId xmlns:a16="http://schemas.microsoft.com/office/drawing/2014/main" id="{F9C25B1D-F48D-CDAB-C3E2-19BE6A49886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3002" name="Text Box 9">
            <a:extLst>
              <a:ext uri="{FF2B5EF4-FFF2-40B4-BE49-F238E27FC236}">
                <a16:creationId xmlns:a16="http://schemas.microsoft.com/office/drawing/2014/main" id="{013C4681-EC4A-1133-E591-424D18955DCA}"/>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pic>
        <p:nvPicPr>
          <p:cNvPr id="213003" name="Picture 12">
            <a:extLst>
              <a:ext uri="{FF2B5EF4-FFF2-40B4-BE49-F238E27FC236}">
                <a16:creationId xmlns:a16="http://schemas.microsoft.com/office/drawing/2014/main" id="{1CAC01E7-CF01-8A47-6EE5-6A73F3F26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5" y="2181225"/>
            <a:ext cx="724852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3004" name="Text Box 13">
            <a:extLst>
              <a:ext uri="{FF2B5EF4-FFF2-40B4-BE49-F238E27FC236}">
                <a16:creationId xmlns:a16="http://schemas.microsoft.com/office/drawing/2014/main" id="{1C679262-B7F4-B436-B4DB-71A2BE093F7F}"/>
              </a:ext>
            </a:extLst>
          </p:cNvPr>
          <p:cNvSpPr txBox="1">
            <a:spLocks noChangeArrowheads="1"/>
          </p:cNvSpPr>
          <p:nvPr/>
        </p:nvSpPr>
        <p:spPr bwMode="auto">
          <a:xfrm>
            <a:off x="3381375" y="1600200"/>
            <a:ext cx="233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4.2  </a:t>
            </a:r>
            <a:r>
              <a:rPr lang="en-US" altLang="en-US" sz="2000">
                <a:solidFill>
                  <a:srgbClr val="000000"/>
                </a:solidFill>
              </a:rPr>
              <a:t>Group</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Slide Number Placeholder 1">
            <a:extLst>
              <a:ext uri="{FF2B5EF4-FFF2-40B4-BE49-F238E27FC236}">
                <a16:creationId xmlns:a16="http://schemas.microsoft.com/office/drawing/2014/main" id="{6EC969EA-05C1-3885-1B8B-398388FC737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F4917920-D539-4644-89E6-6C3C83726B20}" type="slidenum">
              <a:rPr lang="en-US" altLang="en-US" i="0">
                <a:solidFill>
                  <a:srgbClr val="1C1C1C"/>
                </a:solidFill>
                <a:latin typeface="Arial" panose="020B0604020202020204" pitchFamily="34" charset="0"/>
              </a:rPr>
              <a:pPr/>
              <a:t>103</a:t>
            </a:fld>
            <a:endParaRPr lang="en-US" altLang="en-US" i="0">
              <a:solidFill>
                <a:srgbClr val="1C1C1C"/>
              </a:solidFill>
              <a:latin typeface="Arial" panose="020B0604020202020204" pitchFamily="34" charset="0"/>
            </a:endParaRPr>
          </a:p>
        </p:txBody>
      </p:sp>
      <p:sp>
        <p:nvSpPr>
          <p:cNvPr id="215043" name="Rectangle 2">
            <a:extLst>
              <a:ext uri="{FF2B5EF4-FFF2-40B4-BE49-F238E27FC236}">
                <a16:creationId xmlns:a16="http://schemas.microsoft.com/office/drawing/2014/main" id="{37578B24-B884-45BE-D318-F0DADFA8A61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5044" name="Rectangle 3">
            <a:extLst>
              <a:ext uri="{FF2B5EF4-FFF2-40B4-BE49-F238E27FC236}">
                <a16:creationId xmlns:a16="http://schemas.microsoft.com/office/drawing/2014/main" id="{B04EA4DE-0584-D486-9E9D-4B822CA9069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5045" name="Rectangle 4">
            <a:extLst>
              <a:ext uri="{FF2B5EF4-FFF2-40B4-BE49-F238E27FC236}">
                <a16:creationId xmlns:a16="http://schemas.microsoft.com/office/drawing/2014/main" id="{AA3C74FD-B5DD-44CA-0BEA-8CAA95F36B5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5046" name="Rectangle 5">
            <a:extLst>
              <a:ext uri="{FF2B5EF4-FFF2-40B4-BE49-F238E27FC236}">
                <a16:creationId xmlns:a16="http://schemas.microsoft.com/office/drawing/2014/main" id="{48051A1E-83CE-901D-0B23-1415F16250B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5047" name="Rectangle 6">
            <a:extLst>
              <a:ext uri="{FF2B5EF4-FFF2-40B4-BE49-F238E27FC236}">
                <a16:creationId xmlns:a16="http://schemas.microsoft.com/office/drawing/2014/main" id="{0AA74EB3-2022-D663-0351-125229BA8E2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5048" name="Rectangle 7">
            <a:extLst>
              <a:ext uri="{FF2B5EF4-FFF2-40B4-BE49-F238E27FC236}">
                <a16:creationId xmlns:a16="http://schemas.microsoft.com/office/drawing/2014/main" id="{060A4BC5-418C-20F0-21A4-093D0D4C95D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5049" name="Rectangle 8">
            <a:extLst>
              <a:ext uri="{FF2B5EF4-FFF2-40B4-BE49-F238E27FC236}">
                <a16:creationId xmlns:a16="http://schemas.microsoft.com/office/drawing/2014/main" id="{F2B25B26-06E8-142C-311C-2CA4A4790E7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5050" name="Text Box 9">
            <a:extLst>
              <a:ext uri="{FF2B5EF4-FFF2-40B4-BE49-F238E27FC236}">
                <a16:creationId xmlns:a16="http://schemas.microsoft.com/office/drawing/2014/main" id="{B9ADBB20-380F-9B78-5EAC-16A0AC854F5E}"/>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15051" name="Text Box 11">
            <a:extLst>
              <a:ext uri="{FF2B5EF4-FFF2-40B4-BE49-F238E27FC236}">
                <a16:creationId xmlns:a16="http://schemas.microsoft.com/office/drawing/2014/main" id="{5826FC8F-3F15-199C-CEAA-3F163EA9F657}"/>
              </a:ext>
            </a:extLst>
          </p:cNvPr>
          <p:cNvSpPr txBox="1">
            <a:spLocks noChangeArrowheads="1"/>
          </p:cNvSpPr>
          <p:nvPr/>
        </p:nvSpPr>
        <p:spPr bwMode="auto">
          <a:xfrm>
            <a:off x="1143000" y="635000"/>
            <a:ext cx="19637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rgbClr val="3333CC"/>
                </a:solidFill>
              </a:rPr>
              <a:t>Application</a:t>
            </a:r>
            <a:endParaRPr lang="en-US" altLang="en-US" sz="2800">
              <a:solidFill>
                <a:srgbClr val="000000"/>
              </a:solidFill>
            </a:endParaRPr>
          </a:p>
        </p:txBody>
      </p:sp>
      <p:sp>
        <p:nvSpPr>
          <p:cNvPr id="215052" name="Rectangle 12">
            <a:extLst>
              <a:ext uri="{FF2B5EF4-FFF2-40B4-BE49-F238E27FC236}">
                <a16:creationId xmlns:a16="http://schemas.microsoft.com/office/drawing/2014/main" id="{84981215-9550-6A4C-0B80-31DEF66579DA}"/>
              </a:ext>
            </a:extLst>
          </p:cNvPr>
          <p:cNvSpPr>
            <a:spLocks noChangeArrowheads="1"/>
          </p:cNvSpPr>
          <p:nvPr/>
        </p:nvSpPr>
        <p:spPr bwMode="auto">
          <a:xfrm>
            <a:off x="152400" y="1143000"/>
            <a:ext cx="8839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Although a group involves a single operation, the properties imposed on the operation allow the use of a pair of operations as long as they are inverses of each other. </a:t>
            </a:r>
          </a:p>
        </p:txBody>
      </p:sp>
      <p:sp>
        <p:nvSpPr>
          <p:cNvPr id="215053" name="Rectangle 13">
            <a:extLst>
              <a:ext uri="{FF2B5EF4-FFF2-40B4-BE49-F238E27FC236}">
                <a16:creationId xmlns:a16="http://schemas.microsoft.com/office/drawing/2014/main" id="{5D99DF92-04CE-D85B-63B4-AEBF41E6A081}"/>
              </a:ext>
            </a:extLst>
          </p:cNvPr>
          <p:cNvSpPr>
            <a:spLocks noChangeArrowheads="1"/>
          </p:cNvSpPr>
          <p:nvPr/>
        </p:nvSpPr>
        <p:spPr bwMode="auto">
          <a:xfrm>
            <a:off x="152400" y="4086225"/>
            <a:ext cx="8839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set of residue integers with the addition operator,</a:t>
            </a:r>
          </a:p>
          <a:p>
            <a:pPr algn="just" eaLnBrk="1" hangingPunct="1"/>
            <a:r>
              <a:rPr lang="en-US" altLang="en-US" sz="2400" i="0">
                <a:solidFill>
                  <a:srgbClr val="000000"/>
                </a:solidFill>
              </a:rPr>
              <a:t>                                 G = &lt; Z</a:t>
            </a:r>
            <a:r>
              <a:rPr lang="en-US" altLang="en-US" sz="2400" baseline="-18000">
                <a:solidFill>
                  <a:srgbClr val="000000"/>
                </a:solidFill>
              </a:rPr>
              <a:t>n</a:t>
            </a:r>
            <a:r>
              <a:rPr lang="en-US" altLang="en-US" sz="2400" i="0">
                <a:solidFill>
                  <a:srgbClr val="000000"/>
                </a:solidFill>
              </a:rPr>
              <a:t> , +&gt;, </a:t>
            </a:r>
          </a:p>
          <a:p>
            <a:pPr algn="just" eaLnBrk="1" hangingPunct="1"/>
            <a:r>
              <a:rPr lang="en-US" altLang="en-US" sz="2400" i="0">
                <a:solidFill>
                  <a:srgbClr val="000000"/>
                </a:solidFill>
              </a:rPr>
              <a:t>is a commutative group. We can perform addition and subtraction on the elements of this set without moving out of the set. </a:t>
            </a:r>
          </a:p>
        </p:txBody>
      </p:sp>
      <p:sp>
        <p:nvSpPr>
          <p:cNvPr id="215054" name="Text Box 14">
            <a:extLst>
              <a:ext uri="{FF2B5EF4-FFF2-40B4-BE49-F238E27FC236}">
                <a16:creationId xmlns:a16="http://schemas.microsoft.com/office/drawing/2014/main" id="{53242F12-BB04-9CF2-E185-2B214FE31D87}"/>
              </a:ext>
            </a:extLst>
          </p:cNvPr>
          <p:cNvSpPr txBox="1">
            <a:spLocks noChangeArrowheads="1"/>
          </p:cNvSpPr>
          <p:nvPr/>
        </p:nvSpPr>
        <p:spPr bwMode="auto">
          <a:xfrm>
            <a:off x="188913" y="3581400"/>
            <a:ext cx="1792287"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a:t>
            </a:r>
            <a:endParaRPr lang="en-US" altLang="en-US" sz="2000">
              <a:solidFill>
                <a:srgbClr val="FFFFFF"/>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81FD4E79-0DA8-5F99-6699-B5BC1BEB2EE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7091" name="Rectangle 3">
            <a:extLst>
              <a:ext uri="{FF2B5EF4-FFF2-40B4-BE49-F238E27FC236}">
                <a16:creationId xmlns:a16="http://schemas.microsoft.com/office/drawing/2014/main" id="{E6C220B0-3323-13F0-11AD-CF793C8B8D0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7092" name="Rectangle 4">
            <a:extLst>
              <a:ext uri="{FF2B5EF4-FFF2-40B4-BE49-F238E27FC236}">
                <a16:creationId xmlns:a16="http://schemas.microsoft.com/office/drawing/2014/main" id="{317440A3-BD60-3564-6606-0711C74A5A8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7093" name="Rectangle 5">
            <a:extLst>
              <a:ext uri="{FF2B5EF4-FFF2-40B4-BE49-F238E27FC236}">
                <a16:creationId xmlns:a16="http://schemas.microsoft.com/office/drawing/2014/main" id="{552E53CE-F800-C3AA-3E22-A8E5E2CF5F2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7094" name="Rectangle 6">
            <a:extLst>
              <a:ext uri="{FF2B5EF4-FFF2-40B4-BE49-F238E27FC236}">
                <a16:creationId xmlns:a16="http://schemas.microsoft.com/office/drawing/2014/main" id="{24FB7E8D-83E0-6151-E5FB-DCE44C1DE6F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7095" name="Rectangle 7">
            <a:extLst>
              <a:ext uri="{FF2B5EF4-FFF2-40B4-BE49-F238E27FC236}">
                <a16:creationId xmlns:a16="http://schemas.microsoft.com/office/drawing/2014/main" id="{69C60629-D79B-4685-5A97-27DCBBFA59C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7096" name="Rectangle 8">
            <a:extLst>
              <a:ext uri="{FF2B5EF4-FFF2-40B4-BE49-F238E27FC236}">
                <a16:creationId xmlns:a16="http://schemas.microsoft.com/office/drawing/2014/main" id="{ED321490-E19B-1DF4-F4A1-40F4D99BFA5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7097" name="Text Box 9">
            <a:extLst>
              <a:ext uri="{FF2B5EF4-FFF2-40B4-BE49-F238E27FC236}">
                <a16:creationId xmlns:a16="http://schemas.microsoft.com/office/drawing/2014/main" id="{6B328A66-6732-7A77-4331-E5ADDE0C709D}"/>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17098" name="Rectangle 10">
            <a:extLst>
              <a:ext uri="{FF2B5EF4-FFF2-40B4-BE49-F238E27FC236}">
                <a16:creationId xmlns:a16="http://schemas.microsoft.com/office/drawing/2014/main" id="{7952CBA0-5146-1C0C-158B-87987D6DC6B9}"/>
              </a:ext>
            </a:extLst>
          </p:cNvPr>
          <p:cNvSpPr>
            <a:spLocks noChangeArrowheads="1"/>
          </p:cNvSpPr>
          <p:nvPr/>
        </p:nvSpPr>
        <p:spPr bwMode="auto">
          <a:xfrm>
            <a:off x="152400" y="1463675"/>
            <a:ext cx="8839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set Z</a:t>
            </a:r>
            <a:r>
              <a:rPr lang="en-US" altLang="en-US" sz="2400" baseline="-20000">
                <a:solidFill>
                  <a:srgbClr val="000000"/>
                </a:solidFill>
              </a:rPr>
              <a:t>n</a:t>
            </a:r>
            <a:r>
              <a:rPr lang="en-US" altLang="en-US" sz="2400" i="0">
                <a:solidFill>
                  <a:srgbClr val="000000"/>
                </a:solidFill>
              </a:rPr>
              <a:t>* with the multiplication operator, G = &lt;Z</a:t>
            </a:r>
            <a:r>
              <a:rPr lang="en-US" altLang="en-US" sz="2400" baseline="-20000">
                <a:solidFill>
                  <a:srgbClr val="000000"/>
                </a:solidFill>
              </a:rPr>
              <a:t>n</a:t>
            </a:r>
            <a:r>
              <a:rPr lang="en-US" altLang="en-US" sz="2400" i="0">
                <a:solidFill>
                  <a:srgbClr val="000000"/>
                </a:solidFill>
              </a:rPr>
              <a:t>*, ×&gt;, is also an abelian group. </a:t>
            </a:r>
          </a:p>
        </p:txBody>
      </p:sp>
      <p:sp>
        <p:nvSpPr>
          <p:cNvPr id="217099" name="Text Box 11">
            <a:extLst>
              <a:ext uri="{FF2B5EF4-FFF2-40B4-BE49-F238E27FC236}">
                <a16:creationId xmlns:a16="http://schemas.microsoft.com/office/drawing/2014/main" id="{3337C352-A5CB-17D5-FD29-207D9268A7FC}"/>
              </a:ext>
            </a:extLst>
          </p:cNvPr>
          <p:cNvSpPr txBox="1">
            <a:spLocks noChangeArrowheads="1"/>
          </p:cNvSpPr>
          <p:nvPr/>
        </p:nvSpPr>
        <p:spPr bwMode="auto">
          <a:xfrm>
            <a:off x="228600" y="1052513"/>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4.2</a:t>
            </a:r>
            <a:endParaRPr lang="en-US" altLang="en-US" sz="2000">
              <a:solidFill>
                <a:srgbClr val="FFFFFF"/>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Number Placeholder 1">
            <a:extLst>
              <a:ext uri="{FF2B5EF4-FFF2-40B4-BE49-F238E27FC236}">
                <a16:creationId xmlns:a16="http://schemas.microsoft.com/office/drawing/2014/main" id="{336B4165-5886-34BC-56FD-91FE9091E15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2459F46D-EE37-44F7-9357-76C9F183F941}" type="slidenum">
              <a:rPr lang="en-US" altLang="en-US" i="0">
                <a:solidFill>
                  <a:srgbClr val="1C1C1C"/>
                </a:solidFill>
                <a:latin typeface="Arial" panose="020B0604020202020204" pitchFamily="34" charset="0"/>
              </a:rPr>
              <a:pPr/>
              <a:t>105</a:t>
            </a:fld>
            <a:endParaRPr lang="en-US" altLang="en-US" i="0">
              <a:solidFill>
                <a:srgbClr val="1C1C1C"/>
              </a:solidFill>
              <a:latin typeface="Arial" panose="020B0604020202020204" pitchFamily="34" charset="0"/>
            </a:endParaRPr>
          </a:p>
        </p:txBody>
      </p:sp>
      <p:sp>
        <p:nvSpPr>
          <p:cNvPr id="219139" name="Rectangle 2">
            <a:extLst>
              <a:ext uri="{FF2B5EF4-FFF2-40B4-BE49-F238E27FC236}">
                <a16:creationId xmlns:a16="http://schemas.microsoft.com/office/drawing/2014/main" id="{343E4734-F1D9-BD54-1922-9F1FBC3997D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9140" name="Rectangle 3">
            <a:extLst>
              <a:ext uri="{FF2B5EF4-FFF2-40B4-BE49-F238E27FC236}">
                <a16:creationId xmlns:a16="http://schemas.microsoft.com/office/drawing/2014/main" id="{F64DEFD3-57B9-A987-4B99-EFBCFAFE825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9141" name="Rectangle 4">
            <a:extLst>
              <a:ext uri="{FF2B5EF4-FFF2-40B4-BE49-F238E27FC236}">
                <a16:creationId xmlns:a16="http://schemas.microsoft.com/office/drawing/2014/main" id="{F15FD85D-26C7-02FC-18E9-B177A279988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9142" name="Rectangle 5">
            <a:extLst>
              <a:ext uri="{FF2B5EF4-FFF2-40B4-BE49-F238E27FC236}">
                <a16:creationId xmlns:a16="http://schemas.microsoft.com/office/drawing/2014/main" id="{7F72C41E-2C9D-3873-8FEE-0F8CE967C2F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9143" name="Rectangle 6">
            <a:extLst>
              <a:ext uri="{FF2B5EF4-FFF2-40B4-BE49-F238E27FC236}">
                <a16:creationId xmlns:a16="http://schemas.microsoft.com/office/drawing/2014/main" id="{FC35C681-31E7-B5DA-04D3-C746FB33615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9144" name="Rectangle 7">
            <a:extLst>
              <a:ext uri="{FF2B5EF4-FFF2-40B4-BE49-F238E27FC236}">
                <a16:creationId xmlns:a16="http://schemas.microsoft.com/office/drawing/2014/main" id="{3B3F3DBA-37BA-B02D-A935-0E0AC871283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9145" name="Rectangle 8">
            <a:extLst>
              <a:ext uri="{FF2B5EF4-FFF2-40B4-BE49-F238E27FC236}">
                <a16:creationId xmlns:a16="http://schemas.microsoft.com/office/drawing/2014/main" id="{0C1968EB-E4FC-20D6-40A4-451C98D9949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19146" name="Text Box 9">
            <a:extLst>
              <a:ext uri="{FF2B5EF4-FFF2-40B4-BE49-F238E27FC236}">
                <a16:creationId xmlns:a16="http://schemas.microsoft.com/office/drawing/2014/main" id="{F8B24ED4-7409-794B-0DB4-28B937F719CA}"/>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19147" name="Rectangle 10">
            <a:extLst>
              <a:ext uri="{FF2B5EF4-FFF2-40B4-BE49-F238E27FC236}">
                <a16:creationId xmlns:a16="http://schemas.microsoft.com/office/drawing/2014/main" id="{802F1646-7F9A-3144-3088-0578C3173D79}"/>
              </a:ext>
            </a:extLst>
          </p:cNvPr>
          <p:cNvSpPr>
            <a:spLocks noChangeArrowheads="1"/>
          </p:cNvSpPr>
          <p:nvPr/>
        </p:nvSpPr>
        <p:spPr bwMode="auto">
          <a:xfrm>
            <a:off x="152400" y="11430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A very interesting group is the permutation group. The set is the set of all permutations, and the operation is composition: applying one permutation after another. </a:t>
            </a:r>
          </a:p>
        </p:txBody>
      </p:sp>
      <p:sp>
        <p:nvSpPr>
          <p:cNvPr id="219148" name="Text Box 11">
            <a:extLst>
              <a:ext uri="{FF2B5EF4-FFF2-40B4-BE49-F238E27FC236}">
                <a16:creationId xmlns:a16="http://schemas.microsoft.com/office/drawing/2014/main" id="{B800F235-A731-A9AC-68C9-CD68DED7BAD8}"/>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4.4</a:t>
            </a:r>
            <a:endParaRPr lang="en-US" altLang="en-US" sz="2000">
              <a:solidFill>
                <a:srgbClr val="FFFFFF"/>
              </a:solidFill>
            </a:endParaRPr>
          </a:p>
        </p:txBody>
      </p:sp>
      <p:pic>
        <p:nvPicPr>
          <p:cNvPr id="219149" name="Picture 12">
            <a:extLst>
              <a:ext uri="{FF2B5EF4-FFF2-40B4-BE49-F238E27FC236}">
                <a16:creationId xmlns:a16="http://schemas.microsoft.com/office/drawing/2014/main" id="{E7D31206-6E6A-9B90-0607-CD529EC09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352800"/>
            <a:ext cx="5786438" cy="271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9150" name="Text Box 13">
            <a:extLst>
              <a:ext uri="{FF2B5EF4-FFF2-40B4-BE49-F238E27FC236}">
                <a16:creationId xmlns:a16="http://schemas.microsoft.com/office/drawing/2014/main" id="{8C1A98DC-1A04-292C-BD94-6F4CCA783B55}"/>
              </a:ext>
            </a:extLst>
          </p:cNvPr>
          <p:cNvSpPr txBox="1">
            <a:spLocks noChangeArrowheads="1"/>
          </p:cNvSpPr>
          <p:nvPr/>
        </p:nvSpPr>
        <p:spPr bwMode="auto">
          <a:xfrm>
            <a:off x="838200" y="2667000"/>
            <a:ext cx="6113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4.3  </a:t>
            </a:r>
            <a:r>
              <a:rPr lang="en-US" altLang="en-US" sz="2000">
                <a:solidFill>
                  <a:srgbClr val="000000"/>
                </a:solidFill>
              </a:rPr>
              <a:t>Composition of permutation (Exercise 4.4)</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Number Placeholder 1">
            <a:extLst>
              <a:ext uri="{FF2B5EF4-FFF2-40B4-BE49-F238E27FC236}">
                <a16:creationId xmlns:a16="http://schemas.microsoft.com/office/drawing/2014/main" id="{25AAEC43-F14B-FF76-12BD-55F86A221A7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FA143770-D7BC-417D-9863-E9E4F87DC5CB}" type="slidenum">
              <a:rPr lang="en-US" altLang="en-US" i="0">
                <a:solidFill>
                  <a:srgbClr val="1C1C1C"/>
                </a:solidFill>
                <a:latin typeface="Arial" panose="020B0604020202020204" pitchFamily="34" charset="0"/>
              </a:rPr>
              <a:pPr/>
              <a:t>106</a:t>
            </a:fld>
            <a:endParaRPr lang="en-US" altLang="en-US" i="0">
              <a:solidFill>
                <a:srgbClr val="1C1C1C"/>
              </a:solidFill>
              <a:latin typeface="Arial" panose="020B0604020202020204" pitchFamily="34" charset="0"/>
            </a:endParaRPr>
          </a:p>
        </p:txBody>
      </p:sp>
      <p:sp>
        <p:nvSpPr>
          <p:cNvPr id="221187" name="Rectangle 2">
            <a:extLst>
              <a:ext uri="{FF2B5EF4-FFF2-40B4-BE49-F238E27FC236}">
                <a16:creationId xmlns:a16="http://schemas.microsoft.com/office/drawing/2014/main" id="{4DD64328-B0A0-A4C6-63BF-8567B354885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1188" name="Rectangle 3">
            <a:extLst>
              <a:ext uri="{FF2B5EF4-FFF2-40B4-BE49-F238E27FC236}">
                <a16:creationId xmlns:a16="http://schemas.microsoft.com/office/drawing/2014/main" id="{71BA1CA5-399D-CC59-DB77-BDCC2D1D183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1189" name="Rectangle 4">
            <a:extLst>
              <a:ext uri="{FF2B5EF4-FFF2-40B4-BE49-F238E27FC236}">
                <a16:creationId xmlns:a16="http://schemas.microsoft.com/office/drawing/2014/main" id="{0D6B1BE8-B074-9D1E-4347-E0148804FEC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1190" name="Rectangle 5">
            <a:extLst>
              <a:ext uri="{FF2B5EF4-FFF2-40B4-BE49-F238E27FC236}">
                <a16:creationId xmlns:a16="http://schemas.microsoft.com/office/drawing/2014/main" id="{D4891317-4E04-8935-8D61-876E1ABA58D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1191" name="Rectangle 6">
            <a:extLst>
              <a:ext uri="{FF2B5EF4-FFF2-40B4-BE49-F238E27FC236}">
                <a16:creationId xmlns:a16="http://schemas.microsoft.com/office/drawing/2014/main" id="{D4F99FEE-C604-055D-53F0-F41D93725C5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1192" name="Rectangle 7">
            <a:extLst>
              <a:ext uri="{FF2B5EF4-FFF2-40B4-BE49-F238E27FC236}">
                <a16:creationId xmlns:a16="http://schemas.microsoft.com/office/drawing/2014/main" id="{681BFB0E-C1E9-94BF-EDB4-E59A9C73A8F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1193" name="Rectangle 8">
            <a:extLst>
              <a:ext uri="{FF2B5EF4-FFF2-40B4-BE49-F238E27FC236}">
                <a16:creationId xmlns:a16="http://schemas.microsoft.com/office/drawing/2014/main" id="{FFAE47AA-F24C-616F-1DAF-97490737452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1194" name="Text Box 9">
            <a:extLst>
              <a:ext uri="{FF2B5EF4-FFF2-40B4-BE49-F238E27FC236}">
                <a16:creationId xmlns:a16="http://schemas.microsoft.com/office/drawing/2014/main" id="{35DB3613-105D-88FF-957E-337BD27AFA31}"/>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21195" name="Text Box 11">
            <a:extLst>
              <a:ext uri="{FF2B5EF4-FFF2-40B4-BE49-F238E27FC236}">
                <a16:creationId xmlns:a16="http://schemas.microsoft.com/office/drawing/2014/main" id="{8C828989-E123-CE73-172D-4F3B0E2B7F92}"/>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4.4</a:t>
            </a:r>
            <a:endParaRPr lang="en-US" altLang="en-US" sz="2000">
              <a:solidFill>
                <a:srgbClr val="FFFFFF"/>
              </a:solidFill>
            </a:endParaRPr>
          </a:p>
        </p:txBody>
      </p:sp>
      <p:sp>
        <p:nvSpPr>
          <p:cNvPr id="221196" name="Text Box 13">
            <a:extLst>
              <a:ext uri="{FF2B5EF4-FFF2-40B4-BE49-F238E27FC236}">
                <a16:creationId xmlns:a16="http://schemas.microsoft.com/office/drawing/2014/main" id="{67E02A19-D843-B855-4641-CF973C2468C8}"/>
              </a:ext>
            </a:extLst>
          </p:cNvPr>
          <p:cNvSpPr txBox="1">
            <a:spLocks noChangeArrowheads="1"/>
          </p:cNvSpPr>
          <p:nvPr/>
        </p:nvSpPr>
        <p:spPr bwMode="auto">
          <a:xfrm>
            <a:off x="1354138" y="1600200"/>
            <a:ext cx="6342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Table 4.2  </a:t>
            </a:r>
            <a:r>
              <a:rPr lang="en-US" altLang="en-US" sz="2400" b="0">
                <a:solidFill>
                  <a:srgbClr val="000000"/>
                </a:solidFill>
              </a:rPr>
              <a:t>Operation table for permutation group</a:t>
            </a:r>
          </a:p>
        </p:txBody>
      </p:sp>
      <p:pic>
        <p:nvPicPr>
          <p:cNvPr id="221197" name="Picture 14">
            <a:extLst>
              <a:ext uri="{FF2B5EF4-FFF2-40B4-BE49-F238E27FC236}">
                <a16:creationId xmlns:a16="http://schemas.microsoft.com/office/drawing/2014/main" id="{8DE10CC4-F0AA-2A05-900F-AFC5025EB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3" y="2224088"/>
            <a:ext cx="8491537" cy="272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1198" name="Text Box 15">
            <a:extLst>
              <a:ext uri="{FF2B5EF4-FFF2-40B4-BE49-F238E27FC236}">
                <a16:creationId xmlns:a16="http://schemas.microsoft.com/office/drawing/2014/main" id="{C87FCFB0-5794-E132-6ECC-B1E771BB7772}"/>
              </a:ext>
            </a:extLst>
          </p:cNvPr>
          <p:cNvSpPr txBox="1">
            <a:spLocks noChangeArrowheads="1"/>
          </p:cNvSpPr>
          <p:nvPr/>
        </p:nvSpPr>
        <p:spPr bwMode="auto">
          <a:xfrm>
            <a:off x="2971800" y="504825"/>
            <a:ext cx="17256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000000"/>
                </a:solidFill>
              </a:rPr>
              <a:t>Continued</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Number Placeholder 1">
            <a:extLst>
              <a:ext uri="{FF2B5EF4-FFF2-40B4-BE49-F238E27FC236}">
                <a16:creationId xmlns:a16="http://schemas.microsoft.com/office/drawing/2014/main" id="{539E923D-FCEC-2632-8ECE-25888453E10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F5FCABF9-A2E2-4B90-86F1-31663E0D7CE2}" type="slidenum">
              <a:rPr lang="en-US" altLang="en-US" i="0">
                <a:solidFill>
                  <a:srgbClr val="1C1C1C"/>
                </a:solidFill>
                <a:latin typeface="Arial" panose="020B0604020202020204" pitchFamily="34" charset="0"/>
              </a:rPr>
              <a:pPr/>
              <a:t>107</a:t>
            </a:fld>
            <a:endParaRPr lang="en-US" altLang="en-US" i="0">
              <a:solidFill>
                <a:srgbClr val="1C1C1C"/>
              </a:solidFill>
              <a:latin typeface="Arial" panose="020B0604020202020204" pitchFamily="34" charset="0"/>
            </a:endParaRPr>
          </a:p>
        </p:txBody>
      </p:sp>
      <p:sp>
        <p:nvSpPr>
          <p:cNvPr id="223235" name="Rectangle 2">
            <a:extLst>
              <a:ext uri="{FF2B5EF4-FFF2-40B4-BE49-F238E27FC236}">
                <a16:creationId xmlns:a16="http://schemas.microsoft.com/office/drawing/2014/main" id="{2D00D97A-950A-6E4E-CAB9-1E3CAB079A5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3236" name="Rectangle 3">
            <a:extLst>
              <a:ext uri="{FF2B5EF4-FFF2-40B4-BE49-F238E27FC236}">
                <a16:creationId xmlns:a16="http://schemas.microsoft.com/office/drawing/2014/main" id="{8DB0AE54-66D3-6FE5-935E-0AD90A8C463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3237" name="Rectangle 4">
            <a:extLst>
              <a:ext uri="{FF2B5EF4-FFF2-40B4-BE49-F238E27FC236}">
                <a16:creationId xmlns:a16="http://schemas.microsoft.com/office/drawing/2014/main" id="{620012F4-317B-972B-A590-7FFD8650F0A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3238" name="Rectangle 5">
            <a:extLst>
              <a:ext uri="{FF2B5EF4-FFF2-40B4-BE49-F238E27FC236}">
                <a16:creationId xmlns:a16="http://schemas.microsoft.com/office/drawing/2014/main" id="{A36DB575-E2F5-BD83-65AB-ECE0BEF1CAF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3239" name="Rectangle 6">
            <a:extLst>
              <a:ext uri="{FF2B5EF4-FFF2-40B4-BE49-F238E27FC236}">
                <a16:creationId xmlns:a16="http://schemas.microsoft.com/office/drawing/2014/main" id="{10B1C5F0-17E3-8EEF-D5AA-7AA81062C43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3240" name="Rectangle 7">
            <a:extLst>
              <a:ext uri="{FF2B5EF4-FFF2-40B4-BE49-F238E27FC236}">
                <a16:creationId xmlns:a16="http://schemas.microsoft.com/office/drawing/2014/main" id="{3692157C-5FE4-70DF-31AB-8D9158B1CAF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3241" name="Rectangle 8">
            <a:extLst>
              <a:ext uri="{FF2B5EF4-FFF2-40B4-BE49-F238E27FC236}">
                <a16:creationId xmlns:a16="http://schemas.microsoft.com/office/drawing/2014/main" id="{E9B5F637-2412-A4E9-5308-7FDCA520A37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3242" name="Text Box 9">
            <a:extLst>
              <a:ext uri="{FF2B5EF4-FFF2-40B4-BE49-F238E27FC236}">
                <a16:creationId xmlns:a16="http://schemas.microsoft.com/office/drawing/2014/main" id="{FA6F60E5-BF6D-23BC-FE11-7FF32CA3EDF1}"/>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23243" name="Rectangle 10">
            <a:extLst>
              <a:ext uri="{FF2B5EF4-FFF2-40B4-BE49-F238E27FC236}">
                <a16:creationId xmlns:a16="http://schemas.microsoft.com/office/drawing/2014/main" id="{2E5F6691-B224-0418-0BAC-130948806BA7}"/>
              </a:ext>
            </a:extLst>
          </p:cNvPr>
          <p:cNvSpPr>
            <a:spLocks noChangeArrowheads="1"/>
          </p:cNvSpPr>
          <p:nvPr/>
        </p:nvSpPr>
        <p:spPr bwMode="auto">
          <a:xfrm>
            <a:off x="152400" y="990600"/>
            <a:ext cx="88392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In the previous example, we showed that a set of permutations with the composition operation is a group. This implies that using two permutations one after another cannot strengthen the security</a:t>
            </a:r>
          </a:p>
          <a:p>
            <a:pPr algn="just" eaLnBrk="1" hangingPunct="1"/>
            <a:r>
              <a:rPr lang="en-US" altLang="en-US" sz="2400" i="0">
                <a:solidFill>
                  <a:srgbClr val="000000"/>
                </a:solidFill>
              </a:rPr>
              <a:t>of a cipher, because we can always find a permutation that can do the same job because of the closure property.</a:t>
            </a:r>
          </a:p>
        </p:txBody>
      </p:sp>
      <p:sp>
        <p:nvSpPr>
          <p:cNvPr id="223244" name="Text Box 11">
            <a:extLst>
              <a:ext uri="{FF2B5EF4-FFF2-40B4-BE49-F238E27FC236}">
                <a16:creationId xmlns:a16="http://schemas.microsoft.com/office/drawing/2014/main" id="{32975F6A-AA4D-5657-C8BD-E69602C2D8B4}"/>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4.5</a:t>
            </a:r>
            <a:endParaRPr lang="en-US" altLang="en-US" sz="2000">
              <a:solidFill>
                <a:srgbClr val="FFFFFF"/>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Slide Number Placeholder 1">
            <a:extLst>
              <a:ext uri="{FF2B5EF4-FFF2-40B4-BE49-F238E27FC236}">
                <a16:creationId xmlns:a16="http://schemas.microsoft.com/office/drawing/2014/main" id="{29CBE44B-0CCE-102D-68C6-7C42C63992D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41B449FB-E1FD-4958-BD00-0FE474A19C85}" type="slidenum">
              <a:rPr lang="en-US" altLang="en-US" i="0">
                <a:solidFill>
                  <a:srgbClr val="1C1C1C"/>
                </a:solidFill>
                <a:latin typeface="Arial" panose="020B0604020202020204" pitchFamily="34" charset="0"/>
              </a:rPr>
              <a:pPr/>
              <a:t>108</a:t>
            </a:fld>
            <a:endParaRPr lang="en-US" altLang="en-US" i="0">
              <a:solidFill>
                <a:srgbClr val="1C1C1C"/>
              </a:solidFill>
              <a:latin typeface="Arial" panose="020B0604020202020204" pitchFamily="34" charset="0"/>
            </a:endParaRPr>
          </a:p>
        </p:txBody>
      </p:sp>
      <p:sp>
        <p:nvSpPr>
          <p:cNvPr id="225283" name="Rectangle 2">
            <a:extLst>
              <a:ext uri="{FF2B5EF4-FFF2-40B4-BE49-F238E27FC236}">
                <a16:creationId xmlns:a16="http://schemas.microsoft.com/office/drawing/2014/main" id="{4E0693AA-4B27-574A-2FB9-2153AFBC173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5284" name="Rectangle 3">
            <a:extLst>
              <a:ext uri="{FF2B5EF4-FFF2-40B4-BE49-F238E27FC236}">
                <a16:creationId xmlns:a16="http://schemas.microsoft.com/office/drawing/2014/main" id="{E8B9FCFA-EC07-6339-BC01-813A0FF53E1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5285" name="Rectangle 4">
            <a:extLst>
              <a:ext uri="{FF2B5EF4-FFF2-40B4-BE49-F238E27FC236}">
                <a16:creationId xmlns:a16="http://schemas.microsoft.com/office/drawing/2014/main" id="{217D879A-C03E-6445-D083-E7F999C7249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5286" name="Rectangle 5">
            <a:extLst>
              <a:ext uri="{FF2B5EF4-FFF2-40B4-BE49-F238E27FC236}">
                <a16:creationId xmlns:a16="http://schemas.microsoft.com/office/drawing/2014/main" id="{42376954-29FE-075D-AB32-E56491F5FF6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5287" name="Rectangle 6">
            <a:extLst>
              <a:ext uri="{FF2B5EF4-FFF2-40B4-BE49-F238E27FC236}">
                <a16:creationId xmlns:a16="http://schemas.microsoft.com/office/drawing/2014/main" id="{79EDC31D-4F96-C522-6163-8D1C20EB9F9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5288" name="Rectangle 7">
            <a:extLst>
              <a:ext uri="{FF2B5EF4-FFF2-40B4-BE49-F238E27FC236}">
                <a16:creationId xmlns:a16="http://schemas.microsoft.com/office/drawing/2014/main" id="{C6BC7D05-9F39-D417-2C07-2B3B6F7844A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5289" name="Rectangle 8">
            <a:extLst>
              <a:ext uri="{FF2B5EF4-FFF2-40B4-BE49-F238E27FC236}">
                <a16:creationId xmlns:a16="http://schemas.microsoft.com/office/drawing/2014/main" id="{46FA2910-AFAB-EB29-7525-4FADFFCD3D7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5290" name="Text Box 9">
            <a:extLst>
              <a:ext uri="{FF2B5EF4-FFF2-40B4-BE49-F238E27FC236}">
                <a16:creationId xmlns:a16="http://schemas.microsoft.com/office/drawing/2014/main" id="{5C555DF1-2CFF-D293-ABED-983C6EB2E059}"/>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25291" name="Text Box 10">
            <a:extLst>
              <a:ext uri="{FF2B5EF4-FFF2-40B4-BE49-F238E27FC236}">
                <a16:creationId xmlns:a16="http://schemas.microsoft.com/office/drawing/2014/main" id="{F5845D0E-39FD-62D2-5BEC-C1451D54CA35}"/>
              </a:ext>
            </a:extLst>
          </p:cNvPr>
          <p:cNvSpPr txBox="1">
            <a:spLocks noChangeArrowheads="1"/>
          </p:cNvSpPr>
          <p:nvPr/>
        </p:nvSpPr>
        <p:spPr bwMode="auto">
          <a:xfrm>
            <a:off x="304800" y="990600"/>
            <a:ext cx="2665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Font typeface="Wingdings" panose="05000000000000000000" pitchFamily="2" charset="2"/>
              <a:buChar char="q"/>
            </a:pPr>
            <a:r>
              <a:rPr lang="en-US" altLang="en-US" sz="2800" i="0">
                <a:solidFill>
                  <a:srgbClr val="3333CC"/>
                </a:solidFill>
              </a:rPr>
              <a:t>  Finite Group</a:t>
            </a:r>
          </a:p>
        </p:txBody>
      </p:sp>
      <p:sp>
        <p:nvSpPr>
          <p:cNvPr id="225292" name="Text Box 14">
            <a:extLst>
              <a:ext uri="{FF2B5EF4-FFF2-40B4-BE49-F238E27FC236}">
                <a16:creationId xmlns:a16="http://schemas.microsoft.com/office/drawing/2014/main" id="{8E5D2386-14E0-25E7-07BF-5B2A7A200A39}"/>
              </a:ext>
            </a:extLst>
          </p:cNvPr>
          <p:cNvSpPr txBox="1">
            <a:spLocks noChangeArrowheads="1"/>
          </p:cNvSpPr>
          <p:nvPr/>
        </p:nvSpPr>
        <p:spPr bwMode="auto">
          <a:xfrm>
            <a:off x="304800" y="2833688"/>
            <a:ext cx="23225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Font typeface="Wingdings" panose="05000000000000000000" pitchFamily="2" charset="2"/>
              <a:buChar char="q"/>
            </a:pPr>
            <a:r>
              <a:rPr lang="en-US" altLang="en-US" sz="2800" i="0">
                <a:solidFill>
                  <a:srgbClr val="3333CC"/>
                </a:solidFill>
              </a:rPr>
              <a:t>  Subgroups</a:t>
            </a:r>
          </a:p>
        </p:txBody>
      </p:sp>
      <p:sp>
        <p:nvSpPr>
          <p:cNvPr id="225293" name="Text Box 15">
            <a:extLst>
              <a:ext uri="{FF2B5EF4-FFF2-40B4-BE49-F238E27FC236}">
                <a16:creationId xmlns:a16="http://schemas.microsoft.com/office/drawing/2014/main" id="{67805D76-0A26-0665-9CA6-D0EEFAEEA04C}"/>
              </a:ext>
            </a:extLst>
          </p:cNvPr>
          <p:cNvSpPr txBox="1">
            <a:spLocks noChangeArrowheads="1"/>
          </p:cNvSpPr>
          <p:nvPr/>
        </p:nvSpPr>
        <p:spPr bwMode="auto">
          <a:xfrm>
            <a:off x="304800" y="1828800"/>
            <a:ext cx="3375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Font typeface="Wingdings" panose="05000000000000000000" pitchFamily="2" charset="2"/>
              <a:buChar char="q"/>
            </a:pPr>
            <a:r>
              <a:rPr lang="en-US" altLang="en-US" sz="2800" i="0">
                <a:solidFill>
                  <a:srgbClr val="3333CC"/>
                </a:solidFill>
              </a:rPr>
              <a:t>  Order of a Group</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Number Placeholder 1">
            <a:extLst>
              <a:ext uri="{FF2B5EF4-FFF2-40B4-BE49-F238E27FC236}">
                <a16:creationId xmlns:a16="http://schemas.microsoft.com/office/drawing/2014/main" id="{0FA5EC82-AFB3-D076-1708-4E4DE48904B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16778885-899C-4C41-9D15-143B9D1E4D70}" type="slidenum">
              <a:rPr lang="en-US" altLang="en-US" i="0">
                <a:solidFill>
                  <a:srgbClr val="1C1C1C"/>
                </a:solidFill>
                <a:latin typeface="Arial" panose="020B0604020202020204" pitchFamily="34" charset="0"/>
              </a:rPr>
              <a:pPr/>
              <a:t>109</a:t>
            </a:fld>
            <a:endParaRPr lang="en-US" altLang="en-US" i="0">
              <a:solidFill>
                <a:srgbClr val="1C1C1C"/>
              </a:solidFill>
              <a:latin typeface="Arial" panose="020B0604020202020204" pitchFamily="34" charset="0"/>
            </a:endParaRPr>
          </a:p>
        </p:txBody>
      </p:sp>
      <p:sp>
        <p:nvSpPr>
          <p:cNvPr id="227331" name="Rectangle 2">
            <a:extLst>
              <a:ext uri="{FF2B5EF4-FFF2-40B4-BE49-F238E27FC236}">
                <a16:creationId xmlns:a16="http://schemas.microsoft.com/office/drawing/2014/main" id="{CE467BCF-1CDE-B82D-7048-E5F39EBCBA3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7332" name="Rectangle 3">
            <a:extLst>
              <a:ext uri="{FF2B5EF4-FFF2-40B4-BE49-F238E27FC236}">
                <a16:creationId xmlns:a16="http://schemas.microsoft.com/office/drawing/2014/main" id="{F794CF62-AFDB-A7C3-97DA-0ED36A68DEA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7333" name="Rectangle 4">
            <a:extLst>
              <a:ext uri="{FF2B5EF4-FFF2-40B4-BE49-F238E27FC236}">
                <a16:creationId xmlns:a16="http://schemas.microsoft.com/office/drawing/2014/main" id="{5E1C6349-35BD-649E-BB80-117FC2AE89F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7334" name="Rectangle 5">
            <a:extLst>
              <a:ext uri="{FF2B5EF4-FFF2-40B4-BE49-F238E27FC236}">
                <a16:creationId xmlns:a16="http://schemas.microsoft.com/office/drawing/2014/main" id="{06C6A0C9-9D75-42F9-8E4A-A7D5648DB81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7335" name="Rectangle 6">
            <a:extLst>
              <a:ext uri="{FF2B5EF4-FFF2-40B4-BE49-F238E27FC236}">
                <a16:creationId xmlns:a16="http://schemas.microsoft.com/office/drawing/2014/main" id="{598D8D84-84CD-7A8F-4775-CD4A4E3EB9E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7336" name="Rectangle 7">
            <a:extLst>
              <a:ext uri="{FF2B5EF4-FFF2-40B4-BE49-F238E27FC236}">
                <a16:creationId xmlns:a16="http://schemas.microsoft.com/office/drawing/2014/main" id="{358F4C54-9C6D-CD6E-053E-AF117350B45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7337" name="Rectangle 8">
            <a:extLst>
              <a:ext uri="{FF2B5EF4-FFF2-40B4-BE49-F238E27FC236}">
                <a16:creationId xmlns:a16="http://schemas.microsoft.com/office/drawing/2014/main" id="{82E4728A-4F31-7D21-0CA6-60DE82AE698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7338" name="Text Box 9">
            <a:extLst>
              <a:ext uri="{FF2B5EF4-FFF2-40B4-BE49-F238E27FC236}">
                <a16:creationId xmlns:a16="http://schemas.microsoft.com/office/drawing/2014/main" id="{D529D5CD-4144-1567-5934-40BE2B6F266D}"/>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27339" name="Rectangle 10">
            <a:extLst>
              <a:ext uri="{FF2B5EF4-FFF2-40B4-BE49-F238E27FC236}">
                <a16:creationId xmlns:a16="http://schemas.microsoft.com/office/drawing/2014/main" id="{06EAE0D4-08A1-46E8-EAC6-6DB7E40C6A74}"/>
              </a:ext>
            </a:extLst>
          </p:cNvPr>
          <p:cNvSpPr>
            <a:spLocks noChangeArrowheads="1"/>
          </p:cNvSpPr>
          <p:nvPr/>
        </p:nvSpPr>
        <p:spPr bwMode="auto">
          <a:xfrm>
            <a:off x="152400" y="12192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Is the group H = &lt;Z</a:t>
            </a:r>
            <a:r>
              <a:rPr lang="en-US" altLang="en-US" sz="2400" i="0" baseline="-18000">
                <a:solidFill>
                  <a:srgbClr val="000000"/>
                </a:solidFill>
              </a:rPr>
              <a:t>10</a:t>
            </a:r>
            <a:r>
              <a:rPr lang="en-US" altLang="en-US" sz="2400" i="0">
                <a:solidFill>
                  <a:srgbClr val="000000"/>
                </a:solidFill>
              </a:rPr>
              <a:t>, +&gt; a subgroup of the group G = &lt;Z</a:t>
            </a:r>
            <a:r>
              <a:rPr lang="en-US" altLang="en-US" sz="2400" i="0" baseline="-20000">
                <a:solidFill>
                  <a:srgbClr val="000000"/>
                </a:solidFill>
              </a:rPr>
              <a:t>12</a:t>
            </a:r>
            <a:r>
              <a:rPr lang="en-US" altLang="en-US" sz="2400" i="0">
                <a:solidFill>
                  <a:srgbClr val="000000"/>
                </a:solidFill>
              </a:rPr>
              <a:t>, +&gt;?</a:t>
            </a:r>
          </a:p>
        </p:txBody>
      </p:sp>
      <p:sp>
        <p:nvSpPr>
          <p:cNvPr id="227340" name="Text Box 11">
            <a:extLst>
              <a:ext uri="{FF2B5EF4-FFF2-40B4-BE49-F238E27FC236}">
                <a16:creationId xmlns:a16="http://schemas.microsoft.com/office/drawing/2014/main" id="{23450D5E-38A6-F1EB-7F19-1CE7125A6CE1}"/>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4.6</a:t>
            </a:r>
            <a:endParaRPr lang="en-US" altLang="en-US" sz="2000">
              <a:solidFill>
                <a:srgbClr val="FFFFFF"/>
              </a:solidFill>
            </a:endParaRPr>
          </a:p>
        </p:txBody>
      </p:sp>
      <p:sp>
        <p:nvSpPr>
          <p:cNvPr id="227341" name="Rectangle 12">
            <a:extLst>
              <a:ext uri="{FF2B5EF4-FFF2-40B4-BE49-F238E27FC236}">
                <a16:creationId xmlns:a16="http://schemas.microsoft.com/office/drawing/2014/main" id="{89312E8B-032B-1042-465E-19D0E4A24CB6}"/>
              </a:ext>
            </a:extLst>
          </p:cNvPr>
          <p:cNvSpPr>
            <a:spLocks noChangeArrowheads="1"/>
          </p:cNvSpPr>
          <p:nvPr/>
        </p:nvSpPr>
        <p:spPr bwMode="auto">
          <a:xfrm>
            <a:off x="228600" y="289560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FF0000"/>
                </a:solidFill>
              </a:rPr>
              <a:t>Solution</a:t>
            </a:r>
          </a:p>
        </p:txBody>
      </p:sp>
      <p:sp>
        <p:nvSpPr>
          <p:cNvPr id="227342" name="Rectangle 13">
            <a:extLst>
              <a:ext uri="{FF2B5EF4-FFF2-40B4-BE49-F238E27FC236}">
                <a16:creationId xmlns:a16="http://schemas.microsoft.com/office/drawing/2014/main" id="{9C3526DE-3578-72D4-253E-12537DA22010}"/>
              </a:ext>
            </a:extLst>
          </p:cNvPr>
          <p:cNvSpPr>
            <a:spLocks noChangeArrowheads="1"/>
          </p:cNvSpPr>
          <p:nvPr/>
        </p:nvSpPr>
        <p:spPr bwMode="auto">
          <a:xfrm>
            <a:off x="152400" y="3292475"/>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The answer is no. Although H is a subset of G, the operations defined for these two groups are different. The operation in H is addition modulo 10; the operation in G is addition modulo 12.</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Number Placeholder 1">
            <a:extLst>
              <a:ext uri="{FF2B5EF4-FFF2-40B4-BE49-F238E27FC236}">
                <a16:creationId xmlns:a16="http://schemas.microsoft.com/office/drawing/2014/main" id="{8452B195-3573-89A7-8ABD-99E63DA7A949}"/>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F04E55A1-1474-491C-A242-E6A3C0C19357}" type="slidenum">
              <a:rPr lang="en-US" altLang="en-US" i="0">
                <a:solidFill>
                  <a:srgbClr val="1C1C1C"/>
                </a:solidFill>
                <a:latin typeface="Arial" panose="020B0604020202020204" pitchFamily="34" charset="0"/>
              </a:rPr>
              <a:pPr/>
              <a:t>110</a:t>
            </a:fld>
            <a:endParaRPr lang="en-US" altLang="en-US" i="0">
              <a:solidFill>
                <a:srgbClr val="1C1C1C"/>
              </a:solidFill>
              <a:latin typeface="Arial" panose="020B0604020202020204" pitchFamily="34" charset="0"/>
            </a:endParaRPr>
          </a:p>
        </p:txBody>
      </p:sp>
      <p:sp>
        <p:nvSpPr>
          <p:cNvPr id="229379" name="Rectangle 2">
            <a:extLst>
              <a:ext uri="{FF2B5EF4-FFF2-40B4-BE49-F238E27FC236}">
                <a16:creationId xmlns:a16="http://schemas.microsoft.com/office/drawing/2014/main" id="{C791235E-6630-7B99-A73E-CCBB31120B6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9380" name="Rectangle 3">
            <a:extLst>
              <a:ext uri="{FF2B5EF4-FFF2-40B4-BE49-F238E27FC236}">
                <a16:creationId xmlns:a16="http://schemas.microsoft.com/office/drawing/2014/main" id="{2F080BD0-1235-7905-0E1B-349D0817832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9381" name="Rectangle 4">
            <a:extLst>
              <a:ext uri="{FF2B5EF4-FFF2-40B4-BE49-F238E27FC236}">
                <a16:creationId xmlns:a16="http://schemas.microsoft.com/office/drawing/2014/main" id="{AE323745-3F63-D296-2568-770521DC7BF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9382" name="Rectangle 5">
            <a:extLst>
              <a:ext uri="{FF2B5EF4-FFF2-40B4-BE49-F238E27FC236}">
                <a16:creationId xmlns:a16="http://schemas.microsoft.com/office/drawing/2014/main" id="{FD93A87D-BB41-E50A-C659-2D765AAFBAF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9383" name="Rectangle 6">
            <a:extLst>
              <a:ext uri="{FF2B5EF4-FFF2-40B4-BE49-F238E27FC236}">
                <a16:creationId xmlns:a16="http://schemas.microsoft.com/office/drawing/2014/main" id="{13ABA87B-D0F1-AD86-1870-AD733128312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9384" name="Rectangle 7">
            <a:extLst>
              <a:ext uri="{FF2B5EF4-FFF2-40B4-BE49-F238E27FC236}">
                <a16:creationId xmlns:a16="http://schemas.microsoft.com/office/drawing/2014/main" id="{269127FF-CFEE-8048-5C19-3477400CD12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9385" name="Rectangle 8">
            <a:extLst>
              <a:ext uri="{FF2B5EF4-FFF2-40B4-BE49-F238E27FC236}">
                <a16:creationId xmlns:a16="http://schemas.microsoft.com/office/drawing/2014/main" id="{74C04E11-8D41-DE04-4234-8E1755B13F0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29386" name="Text Box 9">
            <a:extLst>
              <a:ext uri="{FF2B5EF4-FFF2-40B4-BE49-F238E27FC236}">
                <a16:creationId xmlns:a16="http://schemas.microsoft.com/office/drawing/2014/main" id="{9018E979-A42B-2928-A0F5-398413D2D59C}"/>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29387" name="Text Box 10">
            <a:extLst>
              <a:ext uri="{FF2B5EF4-FFF2-40B4-BE49-F238E27FC236}">
                <a16:creationId xmlns:a16="http://schemas.microsoft.com/office/drawing/2014/main" id="{91059082-8439-B26E-4889-D67C627071A1}"/>
              </a:ext>
            </a:extLst>
          </p:cNvPr>
          <p:cNvSpPr txBox="1">
            <a:spLocks noChangeArrowheads="1"/>
          </p:cNvSpPr>
          <p:nvPr/>
        </p:nvSpPr>
        <p:spPr bwMode="auto">
          <a:xfrm>
            <a:off x="1023938" y="533400"/>
            <a:ext cx="2862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rgbClr val="3333CC"/>
                </a:solidFill>
              </a:rPr>
              <a:t>Cyclic Subgroups</a:t>
            </a:r>
          </a:p>
        </p:txBody>
      </p:sp>
      <p:sp>
        <p:nvSpPr>
          <p:cNvPr id="229388" name="Rectangle 11">
            <a:extLst>
              <a:ext uri="{FF2B5EF4-FFF2-40B4-BE49-F238E27FC236}">
                <a16:creationId xmlns:a16="http://schemas.microsoft.com/office/drawing/2014/main" id="{9EA92B49-8C92-786C-D6A7-F30019B16A27}"/>
              </a:ext>
            </a:extLst>
          </p:cNvPr>
          <p:cNvSpPr>
            <a:spLocks noChangeArrowheads="1"/>
          </p:cNvSpPr>
          <p:nvPr/>
        </p:nvSpPr>
        <p:spPr bwMode="auto">
          <a:xfrm>
            <a:off x="152400" y="1219200"/>
            <a:ext cx="8839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If a subgroup of a group can be generated using the power of an element, the subgroup is called the </a:t>
            </a:r>
            <a:r>
              <a:rPr lang="en-US" altLang="en-US" sz="2800" i="0">
                <a:solidFill>
                  <a:srgbClr val="FF0000"/>
                </a:solidFill>
              </a:rPr>
              <a:t>cyclic subgroup</a:t>
            </a:r>
            <a:r>
              <a:rPr lang="en-US" altLang="en-US" sz="2800" i="0">
                <a:solidFill>
                  <a:srgbClr val="000000"/>
                </a:solidFill>
              </a:rPr>
              <a:t>. </a:t>
            </a:r>
          </a:p>
        </p:txBody>
      </p:sp>
      <p:pic>
        <p:nvPicPr>
          <p:cNvPr id="229389" name="Picture 16">
            <a:extLst>
              <a:ext uri="{FF2B5EF4-FFF2-40B4-BE49-F238E27FC236}">
                <a16:creationId xmlns:a16="http://schemas.microsoft.com/office/drawing/2014/main" id="{927CEFC0-BAAA-DDE3-4F21-ED7A96D35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5425" y="2895600"/>
            <a:ext cx="5667375" cy="636588"/>
          </a:xfrm>
          <a:prstGeom prst="rect">
            <a:avLst/>
          </a:prstGeom>
          <a:noFill/>
          <a:ln w="5715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Number Placeholder 1">
            <a:extLst>
              <a:ext uri="{FF2B5EF4-FFF2-40B4-BE49-F238E27FC236}">
                <a16:creationId xmlns:a16="http://schemas.microsoft.com/office/drawing/2014/main" id="{A4D43476-61E7-3101-9231-58346DCA734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7D23BB24-84EC-4A75-9729-8CEC92E8B6D9}" type="slidenum">
              <a:rPr lang="en-US" altLang="en-US" i="0">
                <a:solidFill>
                  <a:srgbClr val="1C1C1C"/>
                </a:solidFill>
                <a:latin typeface="Arial" panose="020B0604020202020204" pitchFamily="34" charset="0"/>
              </a:rPr>
              <a:pPr/>
              <a:t>111</a:t>
            </a:fld>
            <a:endParaRPr lang="en-US" altLang="en-US" i="0">
              <a:solidFill>
                <a:srgbClr val="1C1C1C"/>
              </a:solidFill>
              <a:latin typeface="Arial" panose="020B0604020202020204" pitchFamily="34" charset="0"/>
            </a:endParaRPr>
          </a:p>
        </p:txBody>
      </p:sp>
      <p:sp>
        <p:nvSpPr>
          <p:cNvPr id="231427" name="Rectangle 2">
            <a:extLst>
              <a:ext uri="{FF2B5EF4-FFF2-40B4-BE49-F238E27FC236}">
                <a16:creationId xmlns:a16="http://schemas.microsoft.com/office/drawing/2014/main" id="{60EC1C92-60C7-75FD-84C3-E9211527C1F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1428" name="Rectangle 3">
            <a:extLst>
              <a:ext uri="{FF2B5EF4-FFF2-40B4-BE49-F238E27FC236}">
                <a16:creationId xmlns:a16="http://schemas.microsoft.com/office/drawing/2014/main" id="{0E95D638-0545-2A62-7CE3-335E1D07B0A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1429" name="Rectangle 4">
            <a:extLst>
              <a:ext uri="{FF2B5EF4-FFF2-40B4-BE49-F238E27FC236}">
                <a16:creationId xmlns:a16="http://schemas.microsoft.com/office/drawing/2014/main" id="{032B439B-ABD7-3D84-52B4-F9A9A2127D0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1430" name="Rectangle 5">
            <a:extLst>
              <a:ext uri="{FF2B5EF4-FFF2-40B4-BE49-F238E27FC236}">
                <a16:creationId xmlns:a16="http://schemas.microsoft.com/office/drawing/2014/main" id="{48D0BDDE-23A2-B68F-E440-8B4275B2452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1431" name="Rectangle 6">
            <a:extLst>
              <a:ext uri="{FF2B5EF4-FFF2-40B4-BE49-F238E27FC236}">
                <a16:creationId xmlns:a16="http://schemas.microsoft.com/office/drawing/2014/main" id="{DCEC7130-90E7-FCD6-EC6E-45F683E41A2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1432" name="Rectangle 7">
            <a:extLst>
              <a:ext uri="{FF2B5EF4-FFF2-40B4-BE49-F238E27FC236}">
                <a16:creationId xmlns:a16="http://schemas.microsoft.com/office/drawing/2014/main" id="{F48BAAAD-1933-EDE4-46F8-33C5E7E2F2A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1433" name="Rectangle 8">
            <a:extLst>
              <a:ext uri="{FF2B5EF4-FFF2-40B4-BE49-F238E27FC236}">
                <a16:creationId xmlns:a16="http://schemas.microsoft.com/office/drawing/2014/main" id="{B3E20C08-0532-E484-D43C-1426A5B0955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1434" name="Text Box 9">
            <a:extLst>
              <a:ext uri="{FF2B5EF4-FFF2-40B4-BE49-F238E27FC236}">
                <a16:creationId xmlns:a16="http://schemas.microsoft.com/office/drawing/2014/main" id="{87369943-7639-95C1-4E09-EA0C00C7232D}"/>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31435" name="Rectangle 10">
            <a:extLst>
              <a:ext uri="{FF2B5EF4-FFF2-40B4-BE49-F238E27FC236}">
                <a16:creationId xmlns:a16="http://schemas.microsoft.com/office/drawing/2014/main" id="{DE34FDC5-7BF3-A1B5-F724-7FF95F053D80}"/>
              </a:ext>
            </a:extLst>
          </p:cNvPr>
          <p:cNvSpPr>
            <a:spLocks noChangeArrowheads="1"/>
          </p:cNvSpPr>
          <p:nvPr/>
        </p:nvSpPr>
        <p:spPr bwMode="auto">
          <a:xfrm>
            <a:off x="152400" y="11430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Four cyclic subgroups can be made from the group G = &lt;Z</a:t>
            </a:r>
            <a:r>
              <a:rPr lang="en-US" altLang="en-US" sz="2400" i="0" baseline="-20000">
                <a:solidFill>
                  <a:srgbClr val="000000"/>
                </a:solidFill>
              </a:rPr>
              <a:t>6</a:t>
            </a:r>
            <a:r>
              <a:rPr lang="en-US" altLang="en-US" sz="2400" i="0">
                <a:solidFill>
                  <a:srgbClr val="000000"/>
                </a:solidFill>
              </a:rPr>
              <a:t>, +&gt;. They are H</a:t>
            </a:r>
            <a:r>
              <a:rPr lang="en-US" altLang="en-US" sz="2400" i="0" baseline="-20000">
                <a:solidFill>
                  <a:srgbClr val="000000"/>
                </a:solidFill>
              </a:rPr>
              <a:t>1</a:t>
            </a:r>
            <a:r>
              <a:rPr lang="en-US" altLang="en-US" sz="2400" i="0">
                <a:solidFill>
                  <a:srgbClr val="000000"/>
                </a:solidFill>
              </a:rPr>
              <a:t> = &lt;{0}, +&gt;, H</a:t>
            </a:r>
            <a:r>
              <a:rPr lang="en-US" altLang="en-US" sz="2400" i="0" baseline="-20000">
                <a:solidFill>
                  <a:srgbClr val="000000"/>
                </a:solidFill>
              </a:rPr>
              <a:t>2</a:t>
            </a:r>
            <a:r>
              <a:rPr lang="en-US" altLang="en-US" sz="2400" i="0">
                <a:solidFill>
                  <a:srgbClr val="000000"/>
                </a:solidFill>
              </a:rPr>
              <a:t> = &lt;{0, 2, 4}, +&gt;, H</a:t>
            </a:r>
            <a:r>
              <a:rPr lang="en-US" altLang="en-US" sz="2400" i="0" baseline="-25000">
                <a:solidFill>
                  <a:srgbClr val="000000"/>
                </a:solidFill>
              </a:rPr>
              <a:t>3</a:t>
            </a:r>
            <a:r>
              <a:rPr lang="en-US" altLang="en-US" sz="2400" i="0">
                <a:solidFill>
                  <a:srgbClr val="000000"/>
                </a:solidFill>
              </a:rPr>
              <a:t> = &lt;{0, 3}, +&gt;, and H</a:t>
            </a:r>
            <a:r>
              <a:rPr lang="en-US" altLang="en-US" sz="2400" i="0" baseline="-20000">
                <a:solidFill>
                  <a:srgbClr val="000000"/>
                </a:solidFill>
              </a:rPr>
              <a:t>4</a:t>
            </a:r>
            <a:r>
              <a:rPr lang="en-US" altLang="en-US" sz="2400" i="0">
                <a:solidFill>
                  <a:srgbClr val="000000"/>
                </a:solidFill>
              </a:rPr>
              <a:t> = G. </a:t>
            </a:r>
          </a:p>
        </p:txBody>
      </p:sp>
      <p:sp>
        <p:nvSpPr>
          <p:cNvPr id="231436" name="Text Box 11">
            <a:extLst>
              <a:ext uri="{FF2B5EF4-FFF2-40B4-BE49-F238E27FC236}">
                <a16:creationId xmlns:a16="http://schemas.microsoft.com/office/drawing/2014/main" id="{8BA1B23F-EF86-EFE2-2A4C-A33F9CF5AD59}"/>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4.7</a:t>
            </a:r>
            <a:endParaRPr lang="en-US" altLang="en-US" sz="2000">
              <a:solidFill>
                <a:srgbClr val="FFFFFF"/>
              </a:solidFill>
            </a:endParaRPr>
          </a:p>
        </p:txBody>
      </p:sp>
      <p:pic>
        <p:nvPicPr>
          <p:cNvPr id="231437" name="Picture 16">
            <a:extLst>
              <a:ext uri="{FF2B5EF4-FFF2-40B4-BE49-F238E27FC236}">
                <a16:creationId xmlns:a16="http://schemas.microsoft.com/office/drawing/2014/main" id="{09CEE837-97F4-5962-3FBB-AB8D4A8AD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438400"/>
            <a:ext cx="1544638"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1438" name="Picture 21">
            <a:extLst>
              <a:ext uri="{FF2B5EF4-FFF2-40B4-BE49-F238E27FC236}">
                <a16:creationId xmlns:a16="http://schemas.microsoft.com/office/drawing/2014/main" id="{91385036-6A60-CA44-58D4-6666A80849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971800"/>
            <a:ext cx="455295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1439" name="Picture 22">
            <a:extLst>
              <a:ext uri="{FF2B5EF4-FFF2-40B4-BE49-F238E27FC236}">
                <a16:creationId xmlns:a16="http://schemas.microsoft.com/office/drawing/2014/main" id="{42CE373D-10BB-4603-FE1D-60E14EFFC6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5181600"/>
            <a:ext cx="3344863"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1440" name="Picture 23">
            <a:extLst>
              <a:ext uri="{FF2B5EF4-FFF2-40B4-BE49-F238E27FC236}">
                <a16:creationId xmlns:a16="http://schemas.microsoft.com/office/drawing/2014/main" id="{309F379D-2990-7A8F-C645-00C2D01691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2133600"/>
            <a:ext cx="1617663"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1441" name="Picture 24">
            <a:extLst>
              <a:ext uri="{FF2B5EF4-FFF2-40B4-BE49-F238E27FC236}">
                <a16:creationId xmlns:a16="http://schemas.microsoft.com/office/drawing/2014/main" id="{2596AAFA-E92F-7101-A03A-368A94ED0A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3048000"/>
            <a:ext cx="3327400"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1442" name="Picture 25">
            <a:extLst>
              <a:ext uri="{FF2B5EF4-FFF2-40B4-BE49-F238E27FC236}">
                <a16:creationId xmlns:a16="http://schemas.microsoft.com/office/drawing/2014/main" id="{65CF306F-3EC6-2861-2051-1EF615A1F90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4400550"/>
            <a:ext cx="158115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Slide Number Placeholder 1">
            <a:extLst>
              <a:ext uri="{FF2B5EF4-FFF2-40B4-BE49-F238E27FC236}">
                <a16:creationId xmlns:a16="http://schemas.microsoft.com/office/drawing/2014/main" id="{23DA709D-7C16-29A5-4984-C47F6F8DF7C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5214F336-F690-43AC-8FE3-5C9371F453DD}" type="slidenum">
              <a:rPr lang="en-US" altLang="en-US" i="0">
                <a:solidFill>
                  <a:srgbClr val="1C1C1C"/>
                </a:solidFill>
                <a:latin typeface="Arial" panose="020B0604020202020204" pitchFamily="34" charset="0"/>
              </a:rPr>
              <a:pPr/>
              <a:t>112</a:t>
            </a:fld>
            <a:endParaRPr lang="en-US" altLang="en-US" i="0">
              <a:solidFill>
                <a:srgbClr val="1C1C1C"/>
              </a:solidFill>
              <a:latin typeface="Arial" panose="020B0604020202020204" pitchFamily="34" charset="0"/>
            </a:endParaRPr>
          </a:p>
        </p:txBody>
      </p:sp>
      <p:sp>
        <p:nvSpPr>
          <p:cNvPr id="233475" name="Rectangle 2">
            <a:extLst>
              <a:ext uri="{FF2B5EF4-FFF2-40B4-BE49-F238E27FC236}">
                <a16:creationId xmlns:a16="http://schemas.microsoft.com/office/drawing/2014/main" id="{3B829DA9-38C4-1CE0-4F57-DCFAB2734C8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3476" name="Rectangle 3">
            <a:extLst>
              <a:ext uri="{FF2B5EF4-FFF2-40B4-BE49-F238E27FC236}">
                <a16:creationId xmlns:a16="http://schemas.microsoft.com/office/drawing/2014/main" id="{649ADF99-5ECD-04EC-F83D-4EF132EB5B5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3477" name="Rectangle 4">
            <a:extLst>
              <a:ext uri="{FF2B5EF4-FFF2-40B4-BE49-F238E27FC236}">
                <a16:creationId xmlns:a16="http://schemas.microsoft.com/office/drawing/2014/main" id="{148CB83E-8BEB-4A7B-1841-7FA0D2EFCD0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3478" name="Rectangle 5">
            <a:extLst>
              <a:ext uri="{FF2B5EF4-FFF2-40B4-BE49-F238E27FC236}">
                <a16:creationId xmlns:a16="http://schemas.microsoft.com/office/drawing/2014/main" id="{B5D7D4B9-B349-6BC8-C7D8-C69E3B6D3F2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3479" name="Rectangle 6">
            <a:extLst>
              <a:ext uri="{FF2B5EF4-FFF2-40B4-BE49-F238E27FC236}">
                <a16:creationId xmlns:a16="http://schemas.microsoft.com/office/drawing/2014/main" id="{4F45F84B-5C2C-76A2-5939-567E17E4E9D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3480" name="Rectangle 7">
            <a:extLst>
              <a:ext uri="{FF2B5EF4-FFF2-40B4-BE49-F238E27FC236}">
                <a16:creationId xmlns:a16="http://schemas.microsoft.com/office/drawing/2014/main" id="{F461B928-15AC-C1EB-C609-3FB47B32899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3481" name="Rectangle 8">
            <a:extLst>
              <a:ext uri="{FF2B5EF4-FFF2-40B4-BE49-F238E27FC236}">
                <a16:creationId xmlns:a16="http://schemas.microsoft.com/office/drawing/2014/main" id="{B0C77362-E5D2-ADAD-5F3D-0D6A181FA3A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3482" name="Text Box 9">
            <a:extLst>
              <a:ext uri="{FF2B5EF4-FFF2-40B4-BE49-F238E27FC236}">
                <a16:creationId xmlns:a16="http://schemas.microsoft.com/office/drawing/2014/main" id="{D21D29DC-28BD-17E1-FF9B-1E2CBA188566}"/>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33483" name="Rectangle 10">
            <a:extLst>
              <a:ext uri="{FF2B5EF4-FFF2-40B4-BE49-F238E27FC236}">
                <a16:creationId xmlns:a16="http://schemas.microsoft.com/office/drawing/2014/main" id="{B736C6E7-D103-1E96-8913-77D72C78791E}"/>
              </a:ext>
            </a:extLst>
          </p:cNvPr>
          <p:cNvSpPr>
            <a:spLocks noChangeArrowheads="1"/>
          </p:cNvSpPr>
          <p:nvPr/>
        </p:nvSpPr>
        <p:spPr bwMode="auto">
          <a:xfrm>
            <a:off x="152400" y="10668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Three cyclic subgroups can be made from the group </a:t>
            </a:r>
            <a:br>
              <a:rPr lang="en-US" altLang="en-US" sz="2400" i="0">
                <a:solidFill>
                  <a:srgbClr val="000000"/>
                </a:solidFill>
              </a:rPr>
            </a:br>
            <a:r>
              <a:rPr lang="en-US" altLang="en-US" sz="2400" i="0">
                <a:solidFill>
                  <a:srgbClr val="000000"/>
                </a:solidFill>
              </a:rPr>
              <a:t>G = &lt;Z</a:t>
            </a:r>
            <a:r>
              <a:rPr lang="en-US" altLang="en-US" sz="2400" i="0" baseline="-20000">
                <a:solidFill>
                  <a:srgbClr val="000000"/>
                </a:solidFill>
              </a:rPr>
              <a:t>10</a:t>
            </a:r>
            <a:r>
              <a:rPr lang="en-US" altLang="en-US" sz="2400" i="0">
                <a:solidFill>
                  <a:srgbClr val="000000"/>
                </a:solidFill>
              </a:rPr>
              <a:t>∗, ×&gt;. G has only four elements: 1, 3, 7, and 9. The cyclic subgroups are H</a:t>
            </a:r>
            <a:r>
              <a:rPr lang="en-US" altLang="en-US" sz="2400" i="0" baseline="-20000">
                <a:solidFill>
                  <a:srgbClr val="000000"/>
                </a:solidFill>
              </a:rPr>
              <a:t>1</a:t>
            </a:r>
            <a:r>
              <a:rPr lang="en-US" altLang="en-US" sz="2400" i="0">
                <a:solidFill>
                  <a:srgbClr val="000000"/>
                </a:solidFill>
              </a:rPr>
              <a:t> = &lt;{1}, ×&gt;, H</a:t>
            </a:r>
            <a:r>
              <a:rPr lang="en-US" altLang="en-US" sz="2400" i="0" baseline="-20000">
                <a:solidFill>
                  <a:srgbClr val="000000"/>
                </a:solidFill>
              </a:rPr>
              <a:t>2</a:t>
            </a:r>
            <a:r>
              <a:rPr lang="en-US" altLang="en-US" sz="2400" i="0">
                <a:solidFill>
                  <a:srgbClr val="000000"/>
                </a:solidFill>
              </a:rPr>
              <a:t> = &lt;{1, 9}, ×&gt;, and H</a:t>
            </a:r>
            <a:r>
              <a:rPr lang="en-US" altLang="en-US" sz="2400" i="0" baseline="-20000">
                <a:solidFill>
                  <a:srgbClr val="000000"/>
                </a:solidFill>
              </a:rPr>
              <a:t>3</a:t>
            </a:r>
            <a:r>
              <a:rPr lang="en-US" altLang="en-US" sz="2400" i="0">
                <a:solidFill>
                  <a:srgbClr val="000000"/>
                </a:solidFill>
              </a:rPr>
              <a:t> = G.</a:t>
            </a:r>
          </a:p>
        </p:txBody>
      </p:sp>
      <p:sp>
        <p:nvSpPr>
          <p:cNvPr id="233484" name="Text Box 11">
            <a:extLst>
              <a:ext uri="{FF2B5EF4-FFF2-40B4-BE49-F238E27FC236}">
                <a16:creationId xmlns:a16="http://schemas.microsoft.com/office/drawing/2014/main" id="{B5A36DFA-4AE4-3AAD-C06F-2CB91D7BC274}"/>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4.8</a:t>
            </a:r>
            <a:endParaRPr lang="en-US" altLang="en-US" sz="2000">
              <a:solidFill>
                <a:srgbClr val="FFFFFF"/>
              </a:solidFill>
            </a:endParaRPr>
          </a:p>
        </p:txBody>
      </p:sp>
      <p:pic>
        <p:nvPicPr>
          <p:cNvPr id="233485" name="Picture 16">
            <a:extLst>
              <a:ext uri="{FF2B5EF4-FFF2-40B4-BE49-F238E27FC236}">
                <a16:creationId xmlns:a16="http://schemas.microsoft.com/office/drawing/2014/main" id="{EA81B3FF-619D-9E02-28E6-8AFDEF721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743200"/>
            <a:ext cx="16732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86" name="Picture 18">
            <a:extLst>
              <a:ext uri="{FF2B5EF4-FFF2-40B4-BE49-F238E27FC236}">
                <a16:creationId xmlns:a16="http://schemas.microsoft.com/office/drawing/2014/main" id="{6403CD11-B683-FD55-2CC0-A9E441A537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657600"/>
            <a:ext cx="1865313"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87" name="Picture 19">
            <a:extLst>
              <a:ext uri="{FF2B5EF4-FFF2-40B4-BE49-F238E27FC236}">
                <a16:creationId xmlns:a16="http://schemas.microsoft.com/office/drawing/2014/main" id="{BE63C581-124D-F8C4-B98D-8FF30EB730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2590800"/>
            <a:ext cx="1763713" cy="136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3488" name="Picture 20">
            <a:extLst>
              <a:ext uri="{FF2B5EF4-FFF2-40B4-BE49-F238E27FC236}">
                <a16:creationId xmlns:a16="http://schemas.microsoft.com/office/drawing/2014/main" id="{EFD87469-2FEA-7E58-27EB-0294BD56C2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25950" y="4343400"/>
            <a:ext cx="1746250"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Slide Number Placeholder 1">
            <a:extLst>
              <a:ext uri="{FF2B5EF4-FFF2-40B4-BE49-F238E27FC236}">
                <a16:creationId xmlns:a16="http://schemas.microsoft.com/office/drawing/2014/main" id="{991C6C6B-AFEA-D999-51E4-60E4F209B4A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E2CD4E68-3821-4175-8C56-4CB5D98A9290}" type="slidenum">
              <a:rPr lang="en-US" altLang="en-US" i="0">
                <a:solidFill>
                  <a:srgbClr val="1C1C1C"/>
                </a:solidFill>
                <a:latin typeface="Arial" panose="020B0604020202020204" pitchFamily="34" charset="0"/>
              </a:rPr>
              <a:pPr/>
              <a:t>113</a:t>
            </a:fld>
            <a:endParaRPr lang="en-US" altLang="en-US" i="0">
              <a:solidFill>
                <a:srgbClr val="1C1C1C"/>
              </a:solidFill>
              <a:latin typeface="Arial" panose="020B0604020202020204" pitchFamily="34" charset="0"/>
            </a:endParaRPr>
          </a:p>
        </p:txBody>
      </p:sp>
      <p:sp>
        <p:nvSpPr>
          <p:cNvPr id="235523" name="Rectangle 2">
            <a:extLst>
              <a:ext uri="{FF2B5EF4-FFF2-40B4-BE49-F238E27FC236}">
                <a16:creationId xmlns:a16="http://schemas.microsoft.com/office/drawing/2014/main" id="{C340CDC3-0A64-D1D9-7D71-0C3480FE395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5524" name="Rectangle 3">
            <a:extLst>
              <a:ext uri="{FF2B5EF4-FFF2-40B4-BE49-F238E27FC236}">
                <a16:creationId xmlns:a16="http://schemas.microsoft.com/office/drawing/2014/main" id="{6D559A6C-BE08-90AE-252F-DFC90FD85A8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5525" name="Rectangle 4">
            <a:extLst>
              <a:ext uri="{FF2B5EF4-FFF2-40B4-BE49-F238E27FC236}">
                <a16:creationId xmlns:a16="http://schemas.microsoft.com/office/drawing/2014/main" id="{272A7117-4755-4481-27E6-3699214248E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5526" name="Rectangle 5">
            <a:extLst>
              <a:ext uri="{FF2B5EF4-FFF2-40B4-BE49-F238E27FC236}">
                <a16:creationId xmlns:a16="http://schemas.microsoft.com/office/drawing/2014/main" id="{520A3238-2EE9-5942-2531-C9D583338E0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5527" name="Rectangle 6">
            <a:extLst>
              <a:ext uri="{FF2B5EF4-FFF2-40B4-BE49-F238E27FC236}">
                <a16:creationId xmlns:a16="http://schemas.microsoft.com/office/drawing/2014/main" id="{5DA5E1D2-1E81-3A18-E9C4-D10DCD4B06B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5528" name="Rectangle 7">
            <a:extLst>
              <a:ext uri="{FF2B5EF4-FFF2-40B4-BE49-F238E27FC236}">
                <a16:creationId xmlns:a16="http://schemas.microsoft.com/office/drawing/2014/main" id="{7F8FD1D9-0B9B-12EE-8226-533C0A2819D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5529" name="Rectangle 8">
            <a:extLst>
              <a:ext uri="{FF2B5EF4-FFF2-40B4-BE49-F238E27FC236}">
                <a16:creationId xmlns:a16="http://schemas.microsoft.com/office/drawing/2014/main" id="{E381AB9D-A496-39CE-53E4-2CA8BE10077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5530" name="Text Box 9">
            <a:extLst>
              <a:ext uri="{FF2B5EF4-FFF2-40B4-BE49-F238E27FC236}">
                <a16:creationId xmlns:a16="http://schemas.microsoft.com/office/drawing/2014/main" id="{E7D90BF4-7C57-20A8-52A5-9212EDD50946}"/>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  </a:t>
            </a:r>
            <a:r>
              <a:rPr lang="en-US" altLang="en-US" sz="3200">
                <a:solidFill>
                  <a:srgbClr val="FF0000"/>
                </a:solidFill>
              </a:rPr>
              <a:t>   </a:t>
            </a:r>
            <a:r>
              <a:rPr lang="en-US" altLang="en-US" sz="3200">
                <a:solidFill>
                  <a:srgbClr val="000000"/>
                </a:solidFill>
              </a:rPr>
              <a:t>Continued</a:t>
            </a:r>
          </a:p>
        </p:txBody>
      </p:sp>
      <p:sp>
        <p:nvSpPr>
          <p:cNvPr id="235531" name="Text Box 10">
            <a:extLst>
              <a:ext uri="{FF2B5EF4-FFF2-40B4-BE49-F238E27FC236}">
                <a16:creationId xmlns:a16="http://schemas.microsoft.com/office/drawing/2014/main" id="{A6CB306A-B27C-60D7-5D55-31088F71968C}"/>
              </a:ext>
            </a:extLst>
          </p:cNvPr>
          <p:cNvSpPr txBox="1">
            <a:spLocks noChangeArrowheads="1"/>
          </p:cNvSpPr>
          <p:nvPr/>
        </p:nvSpPr>
        <p:spPr bwMode="auto">
          <a:xfrm>
            <a:off x="228600" y="1066800"/>
            <a:ext cx="23653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rgbClr val="3333CC"/>
                </a:solidFill>
              </a:rPr>
              <a:t>Cyclic Groups</a:t>
            </a:r>
          </a:p>
        </p:txBody>
      </p:sp>
      <p:sp>
        <p:nvSpPr>
          <p:cNvPr id="235532" name="Rectangle 11">
            <a:extLst>
              <a:ext uri="{FF2B5EF4-FFF2-40B4-BE49-F238E27FC236}">
                <a16:creationId xmlns:a16="http://schemas.microsoft.com/office/drawing/2014/main" id="{8624CBB9-9531-4CDC-3EF7-4AEC5A9F4195}"/>
              </a:ext>
            </a:extLst>
          </p:cNvPr>
          <p:cNvSpPr>
            <a:spLocks noChangeArrowheads="1"/>
          </p:cNvSpPr>
          <p:nvPr/>
        </p:nvSpPr>
        <p:spPr bwMode="auto">
          <a:xfrm>
            <a:off x="152400" y="1781175"/>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A cyclic group is a group that is its own cyclic subgroup. </a:t>
            </a:r>
          </a:p>
        </p:txBody>
      </p:sp>
      <p:pic>
        <p:nvPicPr>
          <p:cNvPr id="235533" name="Picture 14">
            <a:extLst>
              <a:ext uri="{FF2B5EF4-FFF2-40B4-BE49-F238E27FC236}">
                <a16:creationId xmlns:a16="http://schemas.microsoft.com/office/drawing/2014/main" id="{1FA66E86-E261-953A-F686-046049858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514600"/>
            <a:ext cx="5795963" cy="655638"/>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Slide Number Placeholder 1">
            <a:extLst>
              <a:ext uri="{FF2B5EF4-FFF2-40B4-BE49-F238E27FC236}">
                <a16:creationId xmlns:a16="http://schemas.microsoft.com/office/drawing/2014/main" id="{D9B3D418-A10C-C160-3762-857FE69AF2D2}"/>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250D050C-E41B-4E1E-9EAB-B5826016F206}" type="slidenum">
              <a:rPr lang="en-US" altLang="en-US" i="0">
                <a:solidFill>
                  <a:srgbClr val="1C1C1C"/>
                </a:solidFill>
                <a:latin typeface="Arial" panose="020B0604020202020204" pitchFamily="34" charset="0"/>
              </a:rPr>
              <a:pPr/>
              <a:t>114</a:t>
            </a:fld>
            <a:endParaRPr lang="en-US" altLang="en-US" i="0">
              <a:solidFill>
                <a:srgbClr val="1C1C1C"/>
              </a:solidFill>
              <a:latin typeface="Arial" panose="020B0604020202020204" pitchFamily="34" charset="0"/>
            </a:endParaRPr>
          </a:p>
        </p:txBody>
      </p:sp>
      <p:sp>
        <p:nvSpPr>
          <p:cNvPr id="237571" name="Rectangle 2">
            <a:extLst>
              <a:ext uri="{FF2B5EF4-FFF2-40B4-BE49-F238E27FC236}">
                <a16:creationId xmlns:a16="http://schemas.microsoft.com/office/drawing/2014/main" id="{6D975ADF-15A8-7095-E59A-1980784E197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7572" name="Rectangle 3">
            <a:extLst>
              <a:ext uri="{FF2B5EF4-FFF2-40B4-BE49-F238E27FC236}">
                <a16:creationId xmlns:a16="http://schemas.microsoft.com/office/drawing/2014/main" id="{98C07AAF-D269-5BC4-A3B0-36FAB6D8FE1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7573" name="Rectangle 4">
            <a:extLst>
              <a:ext uri="{FF2B5EF4-FFF2-40B4-BE49-F238E27FC236}">
                <a16:creationId xmlns:a16="http://schemas.microsoft.com/office/drawing/2014/main" id="{CEDA4206-8061-EB34-E10C-2494F652EA8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7574" name="Rectangle 5">
            <a:extLst>
              <a:ext uri="{FF2B5EF4-FFF2-40B4-BE49-F238E27FC236}">
                <a16:creationId xmlns:a16="http://schemas.microsoft.com/office/drawing/2014/main" id="{F01C5726-73F0-3463-6F84-2A85839A4FA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7575" name="Rectangle 6">
            <a:extLst>
              <a:ext uri="{FF2B5EF4-FFF2-40B4-BE49-F238E27FC236}">
                <a16:creationId xmlns:a16="http://schemas.microsoft.com/office/drawing/2014/main" id="{239F4E29-A738-A7ED-3727-85930E71A78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7576" name="Rectangle 7">
            <a:extLst>
              <a:ext uri="{FF2B5EF4-FFF2-40B4-BE49-F238E27FC236}">
                <a16:creationId xmlns:a16="http://schemas.microsoft.com/office/drawing/2014/main" id="{E1BFB609-DB37-FE8A-5B8A-818DA878AF4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7577" name="Rectangle 8">
            <a:extLst>
              <a:ext uri="{FF2B5EF4-FFF2-40B4-BE49-F238E27FC236}">
                <a16:creationId xmlns:a16="http://schemas.microsoft.com/office/drawing/2014/main" id="{F9204029-165C-2EEC-51CE-83A7A4618D8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7578" name="Text Box 9">
            <a:extLst>
              <a:ext uri="{FF2B5EF4-FFF2-40B4-BE49-F238E27FC236}">
                <a16:creationId xmlns:a16="http://schemas.microsoft.com/office/drawing/2014/main" id="{1FE710CD-D2FE-7203-EB12-C255246643C7}"/>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37579" name="Rectangle 10">
            <a:extLst>
              <a:ext uri="{FF2B5EF4-FFF2-40B4-BE49-F238E27FC236}">
                <a16:creationId xmlns:a16="http://schemas.microsoft.com/office/drawing/2014/main" id="{AF7BAD58-E079-CF37-074D-4C1B89493204}"/>
              </a:ext>
            </a:extLst>
          </p:cNvPr>
          <p:cNvSpPr>
            <a:spLocks noChangeArrowheads="1"/>
          </p:cNvSpPr>
          <p:nvPr/>
        </p:nvSpPr>
        <p:spPr bwMode="auto">
          <a:xfrm>
            <a:off x="152400" y="106680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400" i="0">
                <a:solidFill>
                  <a:srgbClr val="000000"/>
                </a:solidFill>
              </a:rPr>
              <a:t>Three cyclic subgroups can be made from the group </a:t>
            </a:r>
            <a:br>
              <a:rPr lang="en-US" altLang="en-US" sz="2400" i="0">
                <a:solidFill>
                  <a:srgbClr val="000000"/>
                </a:solidFill>
              </a:rPr>
            </a:br>
            <a:r>
              <a:rPr lang="en-US" altLang="en-US" sz="2400" i="0">
                <a:solidFill>
                  <a:srgbClr val="000000"/>
                </a:solidFill>
              </a:rPr>
              <a:t>G = &lt;Z</a:t>
            </a:r>
            <a:r>
              <a:rPr lang="en-US" altLang="en-US" sz="2400" i="0" baseline="-20000">
                <a:solidFill>
                  <a:srgbClr val="000000"/>
                </a:solidFill>
              </a:rPr>
              <a:t>10</a:t>
            </a:r>
            <a:r>
              <a:rPr lang="en-US" altLang="en-US" sz="2400" i="0">
                <a:solidFill>
                  <a:srgbClr val="000000"/>
                </a:solidFill>
              </a:rPr>
              <a:t>∗, ×&gt;. G has only four elements: 1, 3, 7, and 9. The cyclic subgroups are H</a:t>
            </a:r>
            <a:r>
              <a:rPr lang="en-US" altLang="en-US" sz="2400" i="0" baseline="-20000">
                <a:solidFill>
                  <a:srgbClr val="000000"/>
                </a:solidFill>
              </a:rPr>
              <a:t>1</a:t>
            </a:r>
            <a:r>
              <a:rPr lang="en-US" altLang="en-US" sz="2400" i="0">
                <a:solidFill>
                  <a:srgbClr val="000000"/>
                </a:solidFill>
              </a:rPr>
              <a:t> = &lt;{1}, ×&gt;, H</a:t>
            </a:r>
            <a:r>
              <a:rPr lang="en-US" altLang="en-US" sz="2400" i="0" baseline="-20000">
                <a:solidFill>
                  <a:srgbClr val="000000"/>
                </a:solidFill>
              </a:rPr>
              <a:t>2</a:t>
            </a:r>
            <a:r>
              <a:rPr lang="en-US" altLang="en-US" sz="2400" i="0">
                <a:solidFill>
                  <a:srgbClr val="000000"/>
                </a:solidFill>
              </a:rPr>
              <a:t> = &lt;{1, 9}, ×&gt;, and H</a:t>
            </a:r>
            <a:r>
              <a:rPr lang="en-US" altLang="en-US" sz="2400" i="0" baseline="-20000">
                <a:solidFill>
                  <a:srgbClr val="000000"/>
                </a:solidFill>
              </a:rPr>
              <a:t>3</a:t>
            </a:r>
            <a:r>
              <a:rPr lang="en-US" altLang="en-US" sz="2400" i="0">
                <a:solidFill>
                  <a:srgbClr val="000000"/>
                </a:solidFill>
              </a:rPr>
              <a:t> = G.</a:t>
            </a:r>
          </a:p>
        </p:txBody>
      </p:sp>
      <p:sp>
        <p:nvSpPr>
          <p:cNvPr id="237580" name="Text Box 11">
            <a:extLst>
              <a:ext uri="{FF2B5EF4-FFF2-40B4-BE49-F238E27FC236}">
                <a16:creationId xmlns:a16="http://schemas.microsoft.com/office/drawing/2014/main" id="{DBC25A1E-7194-AA50-77AF-53BA7DB17FF9}"/>
              </a:ext>
            </a:extLst>
          </p:cNvPr>
          <p:cNvSpPr txBox="1">
            <a:spLocks noChangeArrowheads="1"/>
          </p:cNvSpPr>
          <p:nvPr/>
        </p:nvSpPr>
        <p:spPr bwMode="auto">
          <a:xfrm>
            <a:off x="1143000" y="533400"/>
            <a:ext cx="17922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4.9</a:t>
            </a:r>
            <a:endParaRPr lang="en-US" altLang="en-US" sz="2000">
              <a:solidFill>
                <a:srgbClr val="FFFFFF"/>
              </a:solidFill>
            </a:endParaRPr>
          </a:p>
        </p:txBody>
      </p:sp>
      <p:sp>
        <p:nvSpPr>
          <p:cNvPr id="237581" name="Rectangle 20">
            <a:extLst>
              <a:ext uri="{FF2B5EF4-FFF2-40B4-BE49-F238E27FC236}">
                <a16:creationId xmlns:a16="http://schemas.microsoft.com/office/drawing/2014/main" id="{A66E97DD-C1BD-3662-F285-9B2478FB412D}"/>
              </a:ext>
            </a:extLst>
          </p:cNvPr>
          <p:cNvSpPr>
            <a:spLocks noChangeArrowheads="1"/>
          </p:cNvSpPr>
          <p:nvPr/>
        </p:nvSpPr>
        <p:spPr bwMode="auto">
          <a:xfrm>
            <a:off x="152400" y="2617788"/>
            <a:ext cx="8839200" cy="180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spcAft>
                <a:spcPct val="70000"/>
              </a:spcAft>
            </a:pPr>
            <a:r>
              <a:rPr lang="en-US" altLang="en-US" sz="2400" i="0">
                <a:solidFill>
                  <a:srgbClr val="000000"/>
                </a:solidFill>
              </a:rPr>
              <a:t>a. The group G = &lt;Z</a:t>
            </a:r>
            <a:r>
              <a:rPr lang="en-US" altLang="en-US" sz="1600" i="0">
                <a:solidFill>
                  <a:srgbClr val="000000"/>
                </a:solidFill>
              </a:rPr>
              <a:t>6</a:t>
            </a:r>
            <a:r>
              <a:rPr lang="en-US" altLang="en-US" sz="2400" i="0">
                <a:solidFill>
                  <a:srgbClr val="000000"/>
                </a:solidFill>
              </a:rPr>
              <a:t>, +&gt; is a cyclic group with two generators, </a:t>
            </a:r>
            <a:br>
              <a:rPr lang="en-US" altLang="en-US" sz="2400" i="0">
                <a:solidFill>
                  <a:srgbClr val="000000"/>
                </a:solidFill>
              </a:rPr>
            </a:br>
            <a:r>
              <a:rPr lang="en-US" altLang="en-US" sz="2400" i="0">
                <a:solidFill>
                  <a:srgbClr val="000000"/>
                </a:solidFill>
              </a:rPr>
              <a:t>     </a:t>
            </a:r>
            <a:r>
              <a:rPr lang="en-US" altLang="en-US" sz="2400">
                <a:solidFill>
                  <a:srgbClr val="000000"/>
                </a:solidFill>
              </a:rPr>
              <a:t>g</a:t>
            </a:r>
            <a:r>
              <a:rPr lang="en-US" altLang="en-US" sz="2400" i="0">
                <a:solidFill>
                  <a:srgbClr val="000000"/>
                </a:solidFill>
              </a:rPr>
              <a:t> = 1 and </a:t>
            </a:r>
            <a:r>
              <a:rPr lang="en-US" altLang="en-US" sz="2400">
                <a:solidFill>
                  <a:srgbClr val="000000"/>
                </a:solidFill>
              </a:rPr>
              <a:t>g</a:t>
            </a:r>
            <a:r>
              <a:rPr lang="en-US" altLang="en-US" sz="2400" i="0">
                <a:solidFill>
                  <a:srgbClr val="000000"/>
                </a:solidFill>
              </a:rPr>
              <a:t> = 5. </a:t>
            </a:r>
          </a:p>
          <a:p>
            <a:pPr algn="just" eaLnBrk="1" hangingPunct="1">
              <a:spcAft>
                <a:spcPct val="70000"/>
              </a:spcAft>
            </a:pPr>
            <a:r>
              <a:rPr lang="en-US" altLang="en-US" sz="2400" i="0">
                <a:solidFill>
                  <a:srgbClr val="000000"/>
                </a:solidFill>
              </a:rPr>
              <a:t>b. The group G = &lt;Z</a:t>
            </a:r>
            <a:r>
              <a:rPr lang="en-US" altLang="en-US" sz="1400" i="0">
                <a:solidFill>
                  <a:srgbClr val="000000"/>
                </a:solidFill>
              </a:rPr>
              <a:t>10</a:t>
            </a:r>
            <a:r>
              <a:rPr lang="en-US" altLang="en-US" sz="2400" i="0">
                <a:solidFill>
                  <a:srgbClr val="000000"/>
                </a:solidFill>
              </a:rPr>
              <a:t>∗, ×&gt; is a cyclic group with two generators,</a:t>
            </a:r>
            <a:br>
              <a:rPr lang="en-US" altLang="en-US" sz="2400" i="0">
                <a:solidFill>
                  <a:srgbClr val="000000"/>
                </a:solidFill>
              </a:rPr>
            </a:br>
            <a:r>
              <a:rPr lang="en-US" altLang="en-US" sz="2400" i="0">
                <a:solidFill>
                  <a:srgbClr val="000000"/>
                </a:solidFill>
              </a:rPr>
              <a:t>     </a:t>
            </a:r>
            <a:r>
              <a:rPr lang="en-US" altLang="en-US" sz="2400">
                <a:solidFill>
                  <a:srgbClr val="000000"/>
                </a:solidFill>
              </a:rPr>
              <a:t>g</a:t>
            </a:r>
            <a:r>
              <a:rPr lang="en-US" altLang="en-US" sz="2400" i="0">
                <a:solidFill>
                  <a:srgbClr val="000000"/>
                </a:solidFill>
              </a:rPr>
              <a:t> = 3 and </a:t>
            </a:r>
            <a:r>
              <a:rPr lang="en-US" altLang="en-US" sz="2400">
                <a:solidFill>
                  <a:srgbClr val="000000"/>
                </a:solidFill>
              </a:rPr>
              <a:t>g</a:t>
            </a:r>
            <a:r>
              <a:rPr lang="en-US" altLang="en-US" sz="2400" i="0">
                <a:solidFill>
                  <a:srgbClr val="000000"/>
                </a:solidFill>
              </a:rPr>
              <a:t> = 7.</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Slide Number Placeholder 1">
            <a:extLst>
              <a:ext uri="{FF2B5EF4-FFF2-40B4-BE49-F238E27FC236}">
                <a16:creationId xmlns:a16="http://schemas.microsoft.com/office/drawing/2014/main" id="{F89CF5E4-4589-A2EC-3033-5044CFF4D7C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EB07C243-D34D-45D6-8E2E-933994DAF4C2}" type="slidenum">
              <a:rPr lang="en-US" altLang="en-US" i="0">
                <a:solidFill>
                  <a:srgbClr val="1C1C1C"/>
                </a:solidFill>
                <a:latin typeface="Arial" panose="020B0604020202020204" pitchFamily="34" charset="0"/>
              </a:rPr>
              <a:pPr/>
              <a:t>115</a:t>
            </a:fld>
            <a:endParaRPr lang="en-US" altLang="en-US" i="0">
              <a:solidFill>
                <a:srgbClr val="1C1C1C"/>
              </a:solidFill>
              <a:latin typeface="Arial" panose="020B0604020202020204" pitchFamily="34" charset="0"/>
            </a:endParaRPr>
          </a:p>
        </p:txBody>
      </p:sp>
      <p:sp>
        <p:nvSpPr>
          <p:cNvPr id="239619" name="Rectangle 2">
            <a:extLst>
              <a:ext uri="{FF2B5EF4-FFF2-40B4-BE49-F238E27FC236}">
                <a16:creationId xmlns:a16="http://schemas.microsoft.com/office/drawing/2014/main" id="{E9955805-0028-AF6D-08AC-C951BC1A99B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9620" name="Rectangle 3">
            <a:extLst>
              <a:ext uri="{FF2B5EF4-FFF2-40B4-BE49-F238E27FC236}">
                <a16:creationId xmlns:a16="http://schemas.microsoft.com/office/drawing/2014/main" id="{E0BE1475-00DA-7C4E-7CBD-840E9FC86EC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9621" name="Rectangle 4">
            <a:extLst>
              <a:ext uri="{FF2B5EF4-FFF2-40B4-BE49-F238E27FC236}">
                <a16:creationId xmlns:a16="http://schemas.microsoft.com/office/drawing/2014/main" id="{ED0C8824-312F-D251-8E9B-98099E5BA26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9622" name="Rectangle 5">
            <a:extLst>
              <a:ext uri="{FF2B5EF4-FFF2-40B4-BE49-F238E27FC236}">
                <a16:creationId xmlns:a16="http://schemas.microsoft.com/office/drawing/2014/main" id="{D5016E3A-4FAD-9FE7-85D8-25B94A6F1D2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9623" name="Rectangle 6">
            <a:extLst>
              <a:ext uri="{FF2B5EF4-FFF2-40B4-BE49-F238E27FC236}">
                <a16:creationId xmlns:a16="http://schemas.microsoft.com/office/drawing/2014/main" id="{80FBA339-7491-B289-34BC-960E031AB60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9624" name="Rectangle 7">
            <a:extLst>
              <a:ext uri="{FF2B5EF4-FFF2-40B4-BE49-F238E27FC236}">
                <a16:creationId xmlns:a16="http://schemas.microsoft.com/office/drawing/2014/main" id="{18C7ED47-BC9F-303C-6CC0-38C90CCA4D9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9625" name="Rectangle 8">
            <a:extLst>
              <a:ext uri="{FF2B5EF4-FFF2-40B4-BE49-F238E27FC236}">
                <a16:creationId xmlns:a16="http://schemas.microsoft.com/office/drawing/2014/main" id="{7AE2610F-9BD1-71F1-2862-C9E06993534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39626" name="Text Box 9">
            <a:extLst>
              <a:ext uri="{FF2B5EF4-FFF2-40B4-BE49-F238E27FC236}">
                <a16:creationId xmlns:a16="http://schemas.microsoft.com/office/drawing/2014/main" id="{1E9B061E-9EB9-9328-115E-277A2D7702A9}"/>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39627" name="Text Box 10">
            <a:extLst>
              <a:ext uri="{FF2B5EF4-FFF2-40B4-BE49-F238E27FC236}">
                <a16:creationId xmlns:a16="http://schemas.microsoft.com/office/drawing/2014/main" id="{7DEBD5AE-C3A4-37CB-BD9E-1E3568A54FB7}"/>
              </a:ext>
            </a:extLst>
          </p:cNvPr>
          <p:cNvSpPr txBox="1">
            <a:spLocks noChangeArrowheads="1"/>
          </p:cNvSpPr>
          <p:nvPr/>
        </p:nvSpPr>
        <p:spPr bwMode="auto">
          <a:xfrm>
            <a:off x="228600" y="1233488"/>
            <a:ext cx="33718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rgbClr val="3333CC"/>
                </a:solidFill>
              </a:rPr>
              <a:t>Lagrange’s Theorem</a:t>
            </a:r>
          </a:p>
        </p:txBody>
      </p:sp>
      <p:sp>
        <p:nvSpPr>
          <p:cNvPr id="239628" name="Rectangle 11">
            <a:extLst>
              <a:ext uri="{FF2B5EF4-FFF2-40B4-BE49-F238E27FC236}">
                <a16:creationId xmlns:a16="http://schemas.microsoft.com/office/drawing/2014/main" id="{DF4DD958-8A43-0ADC-25AD-5944D3499C3E}"/>
              </a:ext>
            </a:extLst>
          </p:cNvPr>
          <p:cNvSpPr>
            <a:spLocks noChangeArrowheads="1"/>
          </p:cNvSpPr>
          <p:nvPr/>
        </p:nvSpPr>
        <p:spPr bwMode="auto">
          <a:xfrm>
            <a:off x="228600" y="1827213"/>
            <a:ext cx="883920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Assume that G is a group, and H is a subgroup of G. If the order of G and H are |G| and |H|, respectively, then, based on this theorem, </a:t>
            </a:r>
            <a:r>
              <a:rPr lang="en-US" altLang="en-US" sz="2800" i="0">
                <a:solidFill>
                  <a:srgbClr val="FF0000"/>
                </a:solidFill>
              </a:rPr>
              <a:t>|H| divides |G|</a:t>
            </a:r>
            <a:r>
              <a:rPr lang="en-US" altLang="en-US" sz="2800" i="0">
                <a:solidFill>
                  <a:srgbClr val="000000"/>
                </a:solidFill>
              </a:rPr>
              <a:t>. </a:t>
            </a:r>
          </a:p>
        </p:txBody>
      </p:sp>
      <p:sp>
        <p:nvSpPr>
          <p:cNvPr id="239629" name="Text Box 14">
            <a:extLst>
              <a:ext uri="{FF2B5EF4-FFF2-40B4-BE49-F238E27FC236}">
                <a16:creationId xmlns:a16="http://schemas.microsoft.com/office/drawing/2014/main" id="{28698E0A-27D6-4E54-2EE5-0227E01B9941}"/>
              </a:ext>
            </a:extLst>
          </p:cNvPr>
          <p:cNvSpPr txBox="1">
            <a:spLocks noChangeArrowheads="1"/>
          </p:cNvSpPr>
          <p:nvPr/>
        </p:nvSpPr>
        <p:spPr bwMode="auto">
          <a:xfrm>
            <a:off x="171450" y="3822700"/>
            <a:ext cx="3333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i="0">
                <a:solidFill>
                  <a:srgbClr val="3333CC"/>
                </a:solidFill>
              </a:rPr>
              <a:t>Order of an Element</a:t>
            </a:r>
          </a:p>
        </p:txBody>
      </p:sp>
      <p:sp>
        <p:nvSpPr>
          <p:cNvPr id="239630" name="Rectangle 15">
            <a:extLst>
              <a:ext uri="{FF2B5EF4-FFF2-40B4-BE49-F238E27FC236}">
                <a16:creationId xmlns:a16="http://schemas.microsoft.com/office/drawing/2014/main" id="{39423C6B-2D40-A6F3-9888-A014698E247A}"/>
              </a:ext>
            </a:extLst>
          </p:cNvPr>
          <p:cNvSpPr>
            <a:spLocks noChangeArrowheads="1"/>
          </p:cNvSpPr>
          <p:nvPr/>
        </p:nvSpPr>
        <p:spPr bwMode="auto">
          <a:xfrm>
            <a:off x="152400" y="4387850"/>
            <a:ext cx="883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The order of an element is the order of the cyclic group it generates.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Number Placeholder 1">
            <a:extLst>
              <a:ext uri="{FF2B5EF4-FFF2-40B4-BE49-F238E27FC236}">
                <a16:creationId xmlns:a16="http://schemas.microsoft.com/office/drawing/2014/main" id="{83204E3E-B1CB-DE2A-6130-0C446E3EA7D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7E201539-529F-482B-8B6A-6F5EB83158D3}" type="slidenum">
              <a:rPr lang="en-US" altLang="en-US" i="0">
                <a:solidFill>
                  <a:srgbClr val="1C1C1C"/>
                </a:solidFill>
                <a:latin typeface="Arial" panose="020B0604020202020204" pitchFamily="34" charset="0"/>
              </a:rPr>
              <a:pPr/>
              <a:t>116</a:t>
            </a:fld>
            <a:endParaRPr lang="en-US" altLang="en-US" i="0">
              <a:solidFill>
                <a:srgbClr val="1C1C1C"/>
              </a:solidFill>
              <a:latin typeface="Arial" panose="020B0604020202020204" pitchFamily="34" charset="0"/>
            </a:endParaRPr>
          </a:p>
        </p:txBody>
      </p:sp>
      <p:sp>
        <p:nvSpPr>
          <p:cNvPr id="241667" name="Rectangle 2">
            <a:extLst>
              <a:ext uri="{FF2B5EF4-FFF2-40B4-BE49-F238E27FC236}">
                <a16:creationId xmlns:a16="http://schemas.microsoft.com/office/drawing/2014/main" id="{B6418643-0A31-5E68-D5C4-6843B5CAEA1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1668" name="Rectangle 3">
            <a:extLst>
              <a:ext uri="{FF2B5EF4-FFF2-40B4-BE49-F238E27FC236}">
                <a16:creationId xmlns:a16="http://schemas.microsoft.com/office/drawing/2014/main" id="{7E6A1235-583F-DFAA-E41A-2EEAAFAB640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1669" name="Rectangle 4">
            <a:extLst>
              <a:ext uri="{FF2B5EF4-FFF2-40B4-BE49-F238E27FC236}">
                <a16:creationId xmlns:a16="http://schemas.microsoft.com/office/drawing/2014/main" id="{AAB3FF63-395A-FA4D-BB2B-635FFE1EBF1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1670" name="Rectangle 5">
            <a:extLst>
              <a:ext uri="{FF2B5EF4-FFF2-40B4-BE49-F238E27FC236}">
                <a16:creationId xmlns:a16="http://schemas.microsoft.com/office/drawing/2014/main" id="{BB435FEC-6C16-B719-3B2B-34274677B43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1671" name="Rectangle 6">
            <a:extLst>
              <a:ext uri="{FF2B5EF4-FFF2-40B4-BE49-F238E27FC236}">
                <a16:creationId xmlns:a16="http://schemas.microsoft.com/office/drawing/2014/main" id="{3A5E48B1-A232-C022-43E1-8DBBA1BB917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1672" name="Rectangle 7">
            <a:extLst>
              <a:ext uri="{FF2B5EF4-FFF2-40B4-BE49-F238E27FC236}">
                <a16:creationId xmlns:a16="http://schemas.microsoft.com/office/drawing/2014/main" id="{EDD0A83D-DD31-640D-A9CE-3E7CC82114B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1673" name="Rectangle 8">
            <a:extLst>
              <a:ext uri="{FF2B5EF4-FFF2-40B4-BE49-F238E27FC236}">
                <a16:creationId xmlns:a16="http://schemas.microsoft.com/office/drawing/2014/main" id="{85FC28F2-4472-B7D5-0A90-DB5FF2CB177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1674" name="Text Box 9">
            <a:extLst>
              <a:ext uri="{FF2B5EF4-FFF2-40B4-BE49-F238E27FC236}">
                <a16:creationId xmlns:a16="http://schemas.microsoft.com/office/drawing/2014/main" id="{9F0DE332-79AA-2B73-E62D-3CF5FCCCB4B4}"/>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4.1.1</a:t>
            </a:r>
            <a:r>
              <a:rPr lang="en-US" altLang="en-US" sz="3200">
                <a:solidFill>
                  <a:srgbClr val="FF0000"/>
                </a:solidFill>
              </a:rPr>
              <a:t>     </a:t>
            </a:r>
            <a:r>
              <a:rPr lang="en-US" altLang="en-US" sz="3200">
                <a:solidFill>
                  <a:srgbClr val="000000"/>
                </a:solidFill>
              </a:rPr>
              <a:t>Continued</a:t>
            </a:r>
          </a:p>
        </p:txBody>
      </p:sp>
      <p:sp>
        <p:nvSpPr>
          <p:cNvPr id="241675" name="Text Box 11">
            <a:extLst>
              <a:ext uri="{FF2B5EF4-FFF2-40B4-BE49-F238E27FC236}">
                <a16:creationId xmlns:a16="http://schemas.microsoft.com/office/drawing/2014/main" id="{1F7FA329-DA64-01D7-E29F-D2B52086D65A}"/>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4.10</a:t>
            </a:r>
            <a:endParaRPr lang="en-US" altLang="en-US" sz="2000">
              <a:solidFill>
                <a:srgbClr val="FFFFFF"/>
              </a:solidFill>
            </a:endParaRPr>
          </a:p>
        </p:txBody>
      </p:sp>
      <p:sp>
        <p:nvSpPr>
          <p:cNvPr id="241676" name="Rectangle 12">
            <a:extLst>
              <a:ext uri="{FF2B5EF4-FFF2-40B4-BE49-F238E27FC236}">
                <a16:creationId xmlns:a16="http://schemas.microsoft.com/office/drawing/2014/main" id="{69962D09-2F01-D331-B0CD-0E6F89FB7A93}"/>
              </a:ext>
            </a:extLst>
          </p:cNvPr>
          <p:cNvSpPr>
            <a:spLocks noChangeArrowheads="1"/>
          </p:cNvSpPr>
          <p:nvPr/>
        </p:nvSpPr>
        <p:spPr bwMode="auto">
          <a:xfrm>
            <a:off x="152400" y="1217613"/>
            <a:ext cx="8839200" cy="2633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a. In the group G = &lt;Z</a:t>
            </a:r>
            <a:r>
              <a:rPr lang="en-US" altLang="en-US" sz="2400" i="0" baseline="-25000">
                <a:solidFill>
                  <a:srgbClr val="000000"/>
                </a:solidFill>
              </a:rPr>
              <a:t>6</a:t>
            </a:r>
            <a:r>
              <a:rPr lang="en-US" altLang="en-US" sz="2400" i="0">
                <a:solidFill>
                  <a:srgbClr val="000000"/>
                </a:solidFill>
              </a:rPr>
              <a:t>, +&gt;, the orders of the elements are: </a:t>
            </a:r>
            <a:br>
              <a:rPr lang="en-US" altLang="en-US" sz="2400" i="0">
                <a:solidFill>
                  <a:srgbClr val="000000"/>
                </a:solidFill>
              </a:rPr>
            </a:br>
            <a:r>
              <a:rPr lang="en-US" altLang="en-US" sz="2400" i="0">
                <a:solidFill>
                  <a:srgbClr val="000000"/>
                </a:solidFill>
              </a:rPr>
              <a:t>     ord(0) = 1, ord(1) = 6, ord(2) = 3,  ord(3) = 2, ord(4) = 3, </a:t>
            </a:r>
            <a:br>
              <a:rPr lang="en-US" altLang="en-US" sz="2400" i="0">
                <a:solidFill>
                  <a:srgbClr val="000000"/>
                </a:solidFill>
              </a:rPr>
            </a:br>
            <a:r>
              <a:rPr lang="en-US" altLang="en-US" sz="2400" i="0">
                <a:solidFill>
                  <a:srgbClr val="000000"/>
                </a:solidFill>
              </a:rPr>
              <a:t>     ord(5) = 6.</a:t>
            </a:r>
          </a:p>
          <a:p>
            <a:pPr algn="just" eaLnBrk="1" hangingPunct="1">
              <a:lnSpc>
                <a:spcPct val="125000"/>
              </a:lnSpc>
              <a:spcAft>
                <a:spcPct val="70000"/>
              </a:spcAft>
            </a:pPr>
            <a:r>
              <a:rPr lang="en-US" altLang="en-US" sz="2400" i="0">
                <a:solidFill>
                  <a:srgbClr val="000000"/>
                </a:solidFill>
              </a:rPr>
              <a:t>b. In the group G = &lt;Z</a:t>
            </a:r>
            <a:r>
              <a:rPr lang="en-US" altLang="en-US" sz="2400" i="0" baseline="-25000">
                <a:solidFill>
                  <a:srgbClr val="000000"/>
                </a:solidFill>
              </a:rPr>
              <a:t>10</a:t>
            </a:r>
            <a:r>
              <a:rPr lang="en-US" altLang="en-US" sz="2400" i="0">
                <a:solidFill>
                  <a:srgbClr val="000000"/>
                </a:solidFill>
              </a:rPr>
              <a:t>*, ×&gt;, the orders of the elements are:</a:t>
            </a:r>
            <a:br>
              <a:rPr lang="en-US" altLang="en-US" sz="2400" i="0">
                <a:solidFill>
                  <a:srgbClr val="000000"/>
                </a:solidFill>
              </a:rPr>
            </a:br>
            <a:r>
              <a:rPr lang="en-US" altLang="en-US" sz="2400" i="0">
                <a:solidFill>
                  <a:srgbClr val="000000"/>
                </a:solidFill>
              </a:rPr>
              <a:t>     ord(1) = 1, ord(3) = 4, ord(7) = 4, ord(9) = 2.</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Slide Number Placeholder 1">
            <a:extLst>
              <a:ext uri="{FF2B5EF4-FFF2-40B4-BE49-F238E27FC236}">
                <a16:creationId xmlns:a16="http://schemas.microsoft.com/office/drawing/2014/main" id="{350ECC76-75DC-517B-AC93-852728B98CE5}"/>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C66FA604-0DB8-43E9-97FB-142115126A15}" type="slidenum">
              <a:rPr lang="en-US" altLang="en-US" i="0">
                <a:solidFill>
                  <a:srgbClr val="1C1C1C"/>
                </a:solidFill>
                <a:latin typeface="Arial" panose="020B0604020202020204" pitchFamily="34" charset="0"/>
              </a:rPr>
              <a:pPr/>
              <a:t>117</a:t>
            </a:fld>
            <a:endParaRPr lang="en-US" altLang="en-US" i="0">
              <a:solidFill>
                <a:srgbClr val="1C1C1C"/>
              </a:solidFill>
              <a:latin typeface="Arial" panose="020B0604020202020204" pitchFamily="34" charset="0"/>
            </a:endParaRPr>
          </a:p>
        </p:txBody>
      </p:sp>
      <p:sp>
        <p:nvSpPr>
          <p:cNvPr id="243715" name="Rectangle 2">
            <a:extLst>
              <a:ext uri="{FF2B5EF4-FFF2-40B4-BE49-F238E27FC236}">
                <a16:creationId xmlns:a16="http://schemas.microsoft.com/office/drawing/2014/main" id="{F4D1EF81-2854-70BC-43DA-0DF8934EF07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3716" name="Rectangle 3">
            <a:extLst>
              <a:ext uri="{FF2B5EF4-FFF2-40B4-BE49-F238E27FC236}">
                <a16:creationId xmlns:a16="http://schemas.microsoft.com/office/drawing/2014/main" id="{B98C5C0E-64D0-B06B-56BA-70F58D78EA1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3717" name="Rectangle 4">
            <a:extLst>
              <a:ext uri="{FF2B5EF4-FFF2-40B4-BE49-F238E27FC236}">
                <a16:creationId xmlns:a16="http://schemas.microsoft.com/office/drawing/2014/main" id="{D5A4A576-6D12-56D6-1ADF-93B8420AADE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3718" name="Rectangle 5">
            <a:extLst>
              <a:ext uri="{FF2B5EF4-FFF2-40B4-BE49-F238E27FC236}">
                <a16:creationId xmlns:a16="http://schemas.microsoft.com/office/drawing/2014/main" id="{9B88888C-2598-8438-F22D-543BC36330B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3719" name="Rectangle 6">
            <a:extLst>
              <a:ext uri="{FF2B5EF4-FFF2-40B4-BE49-F238E27FC236}">
                <a16:creationId xmlns:a16="http://schemas.microsoft.com/office/drawing/2014/main" id="{3B0E9144-1565-7ABD-49B7-CD93F944351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3720" name="Rectangle 7">
            <a:extLst>
              <a:ext uri="{FF2B5EF4-FFF2-40B4-BE49-F238E27FC236}">
                <a16:creationId xmlns:a16="http://schemas.microsoft.com/office/drawing/2014/main" id="{BD7B243A-68F0-28C8-418B-8D69AED1756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3721" name="Rectangle 8">
            <a:extLst>
              <a:ext uri="{FF2B5EF4-FFF2-40B4-BE49-F238E27FC236}">
                <a16:creationId xmlns:a16="http://schemas.microsoft.com/office/drawing/2014/main" id="{F18992A4-84F6-5587-2A7F-403C2D502D9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3722" name="Text Box 9">
            <a:extLst>
              <a:ext uri="{FF2B5EF4-FFF2-40B4-BE49-F238E27FC236}">
                <a16:creationId xmlns:a16="http://schemas.microsoft.com/office/drawing/2014/main" id="{EB7A1BE1-78AB-E61A-FA3B-D3EC39CFA116}"/>
              </a:ext>
            </a:extLst>
          </p:cNvPr>
          <p:cNvSpPr txBox="1">
            <a:spLocks noChangeArrowheads="1"/>
          </p:cNvSpPr>
          <p:nvPr/>
        </p:nvSpPr>
        <p:spPr bwMode="auto">
          <a:xfrm>
            <a:off x="1143000" y="0"/>
            <a:ext cx="2317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4.1.2     Ring</a:t>
            </a:r>
          </a:p>
        </p:txBody>
      </p:sp>
      <p:sp>
        <p:nvSpPr>
          <p:cNvPr id="243723" name="Rectangle 10">
            <a:extLst>
              <a:ext uri="{FF2B5EF4-FFF2-40B4-BE49-F238E27FC236}">
                <a16:creationId xmlns:a16="http://schemas.microsoft.com/office/drawing/2014/main" id="{A572B8DE-8DB9-95CD-7F27-B09EFBA483F9}"/>
              </a:ext>
            </a:extLst>
          </p:cNvPr>
          <p:cNvSpPr>
            <a:spLocks noChangeArrowheads="1"/>
          </p:cNvSpPr>
          <p:nvPr/>
        </p:nvSpPr>
        <p:spPr bwMode="auto">
          <a:xfrm>
            <a:off x="152400" y="1066800"/>
            <a:ext cx="883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A ring, R = &lt;{…}, •, &gt;, is an algebraic structure with two operations. </a:t>
            </a:r>
          </a:p>
        </p:txBody>
      </p:sp>
      <p:pic>
        <p:nvPicPr>
          <p:cNvPr id="243724" name="Picture 14">
            <a:extLst>
              <a:ext uri="{FF2B5EF4-FFF2-40B4-BE49-F238E27FC236}">
                <a16:creationId xmlns:a16="http://schemas.microsoft.com/office/drawing/2014/main" id="{53393C5C-D5A1-7755-BBA7-82E1FAFCAC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6488" y="3008313"/>
            <a:ext cx="7504112" cy="324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3725" name="Text Box 15">
            <a:extLst>
              <a:ext uri="{FF2B5EF4-FFF2-40B4-BE49-F238E27FC236}">
                <a16:creationId xmlns:a16="http://schemas.microsoft.com/office/drawing/2014/main" id="{C64E6AD4-F67F-271B-4E36-B24C04452E11}"/>
              </a:ext>
            </a:extLst>
          </p:cNvPr>
          <p:cNvSpPr txBox="1">
            <a:spLocks noChangeArrowheads="1"/>
          </p:cNvSpPr>
          <p:nvPr/>
        </p:nvSpPr>
        <p:spPr bwMode="auto">
          <a:xfrm>
            <a:off x="2636838" y="2133600"/>
            <a:ext cx="2163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4.4  </a:t>
            </a:r>
            <a:r>
              <a:rPr lang="en-US" altLang="en-US" sz="2000">
                <a:solidFill>
                  <a:srgbClr val="000000"/>
                </a:solidFill>
              </a:rPr>
              <a:t>Ring</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Slide Number Placeholder 1">
            <a:extLst>
              <a:ext uri="{FF2B5EF4-FFF2-40B4-BE49-F238E27FC236}">
                <a16:creationId xmlns:a16="http://schemas.microsoft.com/office/drawing/2014/main" id="{BE8777F1-11A8-030F-7203-0762B7D7623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91A550E6-65C7-4D09-BA0B-6623376F3FA0}" type="slidenum">
              <a:rPr lang="en-US" altLang="en-US" i="0">
                <a:solidFill>
                  <a:srgbClr val="1C1C1C"/>
                </a:solidFill>
                <a:latin typeface="Arial" panose="020B0604020202020204" pitchFamily="34" charset="0"/>
              </a:rPr>
              <a:pPr/>
              <a:t>118</a:t>
            </a:fld>
            <a:endParaRPr lang="en-US" altLang="en-US" i="0">
              <a:solidFill>
                <a:srgbClr val="1C1C1C"/>
              </a:solidFill>
              <a:latin typeface="Arial" panose="020B0604020202020204" pitchFamily="34" charset="0"/>
            </a:endParaRPr>
          </a:p>
        </p:txBody>
      </p:sp>
      <p:sp>
        <p:nvSpPr>
          <p:cNvPr id="245763" name="Rectangle 2">
            <a:extLst>
              <a:ext uri="{FF2B5EF4-FFF2-40B4-BE49-F238E27FC236}">
                <a16:creationId xmlns:a16="http://schemas.microsoft.com/office/drawing/2014/main" id="{C036F8B8-148F-A860-C475-AC9E16519CB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5764" name="Rectangle 3">
            <a:extLst>
              <a:ext uri="{FF2B5EF4-FFF2-40B4-BE49-F238E27FC236}">
                <a16:creationId xmlns:a16="http://schemas.microsoft.com/office/drawing/2014/main" id="{F610B6CB-914F-7873-3C9D-01047694B02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5765" name="Rectangle 4">
            <a:extLst>
              <a:ext uri="{FF2B5EF4-FFF2-40B4-BE49-F238E27FC236}">
                <a16:creationId xmlns:a16="http://schemas.microsoft.com/office/drawing/2014/main" id="{5A34B3ED-A87D-3641-1EC3-06427D17ECF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5766" name="Rectangle 5">
            <a:extLst>
              <a:ext uri="{FF2B5EF4-FFF2-40B4-BE49-F238E27FC236}">
                <a16:creationId xmlns:a16="http://schemas.microsoft.com/office/drawing/2014/main" id="{29D80E33-F41B-E8F5-B015-90BD976697B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5767" name="Rectangle 6">
            <a:extLst>
              <a:ext uri="{FF2B5EF4-FFF2-40B4-BE49-F238E27FC236}">
                <a16:creationId xmlns:a16="http://schemas.microsoft.com/office/drawing/2014/main" id="{09CF54EA-57F0-4B53-DEA7-85535C2731B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5768" name="Rectangle 7">
            <a:extLst>
              <a:ext uri="{FF2B5EF4-FFF2-40B4-BE49-F238E27FC236}">
                <a16:creationId xmlns:a16="http://schemas.microsoft.com/office/drawing/2014/main" id="{78C8A12D-607D-75D2-9307-7646CC949D9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5769" name="Rectangle 8">
            <a:extLst>
              <a:ext uri="{FF2B5EF4-FFF2-40B4-BE49-F238E27FC236}">
                <a16:creationId xmlns:a16="http://schemas.microsoft.com/office/drawing/2014/main" id="{6247FD4F-42FA-9467-3804-53FA5FC1A41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5770" name="Text Box 9">
            <a:extLst>
              <a:ext uri="{FF2B5EF4-FFF2-40B4-BE49-F238E27FC236}">
                <a16:creationId xmlns:a16="http://schemas.microsoft.com/office/drawing/2014/main" id="{F1D536CC-0D3F-03C7-6462-16A4DD98AC89}"/>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4.1.2</a:t>
            </a:r>
            <a:r>
              <a:rPr lang="en-US" altLang="en-US" sz="3200">
                <a:solidFill>
                  <a:srgbClr val="FF0000"/>
                </a:solidFill>
              </a:rPr>
              <a:t>     </a:t>
            </a:r>
            <a:r>
              <a:rPr lang="en-US" altLang="en-US" sz="3200">
                <a:solidFill>
                  <a:srgbClr val="000000"/>
                </a:solidFill>
              </a:rPr>
              <a:t>Continued</a:t>
            </a:r>
          </a:p>
        </p:txBody>
      </p:sp>
      <p:sp>
        <p:nvSpPr>
          <p:cNvPr id="245771" name="Text Box 10">
            <a:extLst>
              <a:ext uri="{FF2B5EF4-FFF2-40B4-BE49-F238E27FC236}">
                <a16:creationId xmlns:a16="http://schemas.microsoft.com/office/drawing/2014/main" id="{BF631C69-2B87-113F-1268-4F4523687C9D}"/>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4.11</a:t>
            </a:r>
            <a:endParaRPr lang="en-US" altLang="en-US" sz="2000">
              <a:solidFill>
                <a:srgbClr val="FFFFFF"/>
              </a:solidFill>
            </a:endParaRPr>
          </a:p>
        </p:txBody>
      </p:sp>
      <p:sp>
        <p:nvSpPr>
          <p:cNvPr id="245772" name="Rectangle 11">
            <a:extLst>
              <a:ext uri="{FF2B5EF4-FFF2-40B4-BE49-F238E27FC236}">
                <a16:creationId xmlns:a16="http://schemas.microsoft.com/office/drawing/2014/main" id="{29B4258B-B966-1810-43F9-6A9B9A57A530}"/>
              </a:ext>
            </a:extLst>
          </p:cNvPr>
          <p:cNvSpPr>
            <a:spLocks noChangeArrowheads="1"/>
          </p:cNvSpPr>
          <p:nvPr/>
        </p:nvSpPr>
        <p:spPr bwMode="auto">
          <a:xfrm>
            <a:off x="152400" y="1219200"/>
            <a:ext cx="88392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The set Z with two operations, addition and multiplication, is a commutative ring. We show it by R = &lt;Z, +, ×&gt;. Addition satisfies all of the five properties; multiplication satisfies only three properties.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Number Placeholder 1">
            <a:extLst>
              <a:ext uri="{FF2B5EF4-FFF2-40B4-BE49-F238E27FC236}">
                <a16:creationId xmlns:a16="http://schemas.microsoft.com/office/drawing/2014/main" id="{367AE26D-F836-22DD-D86F-61BA7578E36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EB864823-AE7A-4765-9BA2-3BD895EF387E}" type="slidenum">
              <a:rPr lang="en-US" altLang="en-US" i="0">
                <a:solidFill>
                  <a:srgbClr val="1C1C1C"/>
                </a:solidFill>
                <a:latin typeface="Arial" panose="020B0604020202020204" pitchFamily="34" charset="0"/>
              </a:rPr>
              <a:pPr/>
              <a:t>119</a:t>
            </a:fld>
            <a:endParaRPr lang="en-US" altLang="en-US" i="0">
              <a:solidFill>
                <a:srgbClr val="1C1C1C"/>
              </a:solidFill>
              <a:latin typeface="Arial" panose="020B0604020202020204" pitchFamily="34" charset="0"/>
            </a:endParaRPr>
          </a:p>
        </p:txBody>
      </p:sp>
      <p:sp>
        <p:nvSpPr>
          <p:cNvPr id="247811" name="Rectangle 2">
            <a:extLst>
              <a:ext uri="{FF2B5EF4-FFF2-40B4-BE49-F238E27FC236}">
                <a16:creationId xmlns:a16="http://schemas.microsoft.com/office/drawing/2014/main" id="{D78420D1-19A6-197E-1E33-5C7F5A61198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7812" name="Rectangle 3">
            <a:extLst>
              <a:ext uri="{FF2B5EF4-FFF2-40B4-BE49-F238E27FC236}">
                <a16:creationId xmlns:a16="http://schemas.microsoft.com/office/drawing/2014/main" id="{C36A0921-A795-755F-44AC-CEA1757A9C8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7813" name="Rectangle 4">
            <a:extLst>
              <a:ext uri="{FF2B5EF4-FFF2-40B4-BE49-F238E27FC236}">
                <a16:creationId xmlns:a16="http://schemas.microsoft.com/office/drawing/2014/main" id="{D61B1B99-096F-F579-E174-76B6D164B72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7814" name="Rectangle 5">
            <a:extLst>
              <a:ext uri="{FF2B5EF4-FFF2-40B4-BE49-F238E27FC236}">
                <a16:creationId xmlns:a16="http://schemas.microsoft.com/office/drawing/2014/main" id="{DEE644EA-06D0-D066-DAE4-15E6F341216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7815" name="Rectangle 6">
            <a:extLst>
              <a:ext uri="{FF2B5EF4-FFF2-40B4-BE49-F238E27FC236}">
                <a16:creationId xmlns:a16="http://schemas.microsoft.com/office/drawing/2014/main" id="{165A2E19-81E6-FEE2-FE22-E137DA8DA43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7816" name="Rectangle 7">
            <a:extLst>
              <a:ext uri="{FF2B5EF4-FFF2-40B4-BE49-F238E27FC236}">
                <a16:creationId xmlns:a16="http://schemas.microsoft.com/office/drawing/2014/main" id="{EB8D8617-46B0-73E0-C90A-C290EED9271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7817" name="Rectangle 8">
            <a:extLst>
              <a:ext uri="{FF2B5EF4-FFF2-40B4-BE49-F238E27FC236}">
                <a16:creationId xmlns:a16="http://schemas.microsoft.com/office/drawing/2014/main" id="{E404056E-1215-85B4-3E61-7D6BD6F8085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7818" name="Text Box 9">
            <a:extLst>
              <a:ext uri="{FF2B5EF4-FFF2-40B4-BE49-F238E27FC236}">
                <a16:creationId xmlns:a16="http://schemas.microsoft.com/office/drawing/2014/main" id="{A86E8B22-168E-F61A-1BBC-1D70DA303476}"/>
              </a:ext>
            </a:extLst>
          </p:cNvPr>
          <p:cNvSpPr txBox="1">
            <a:spLocks noChangeArrowheads="1"/>
          </p:cNvSpPr>
          <p:nvPr/>
        </p:nvSpPr>
        <p:spPr bwMode="auto">
          <a:xfrm>
            <a:off x="1143000" y="0"/>
            <a:ext cx="23860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4.1.3     Field</a:t>
            </a:r>
          </a:p>
        </p:txBody>
      </p:sp>
      <p:sp>
        <p:nvSpPr>
          <p:cNvPr id="247819" name="Rectangle 10">
            <a:extLst>
              <a:ext uri="{FF2B5EF4-FFF2-40B4-BE49-F238E27FC236}">
                <a16:creationId xmlns:a16="http://schemas.microsoft.com/office/drawing/2014/main" id="{88D58D55-AA9E-42B6-BBF9-BE091DA0013B}"/>
              </a:ext>
            </a:extLst>
          </p:cNvPr>
          <p:cNvSpPr>
            <a:spLocks noChangeArrowheads="1"/>
          </p:cNvSpPr>
          <p:nvPr/>
        </p:nvSpPr>
        <p:spPr bwMode="auto">
          <a:xfrm>
            <a:off x="152400" y="1066800"/>
            <a:ext cx="88392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A field, denoted by F = &lt;{…}, •, &gt; is a commutative ring in which the second operation satisfies all five properties defined for the first operation except that the identity of the first operation has no inverse. </a:t>
            </a:r>
          </a:p>
        </p:txBody>
      </p:sp>
      <p:pic>
        <p:nvPicPr>
          <p:cNvPr id="247820" name="Picture 11">
            <a:extLst>
              <a:ext uri="{FF2B5EF4-FFF2-40B4-BE49-F238E27FC236}">
                <a16:creationId xmlns:a16="http://schemas.microsoft.com/office/drawing/2014/main" id="{70E355D2-70B4-8A9F-92D2-5DBF524FB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 y="3633788"/>
            <a:ext cx="7705725" cy="3224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7821" name="Text Box 12">
            <a:extLst>
              <a:ext uri="{FF2B5EF4-FFF2-40B4-BE49-F238E27FC236}">
                <a16:creationId xmlns:a16="http://schemas.microsoft.com/office/drawing/2014/main" id="{0033FB1F-ED85-30A9-69E3-092CE0EA7D4B}"/>
              </a:ext>
            </a:extLst>
          </p:cNvPr>
          <p:cNvSpPr txBox="1">
            <a:spLocks noChangeArrowheads="1"/>
          </p:cNvSpPr>
          <p:nvPr/>
        </p:nvSpPr>
        <p:spPr bwMode="auto">
          <a:xfrm>
            <a:off x="2286000" y="3048000"/>
            <a:ext cx="2205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4.5  </a:t>
            </a:r>
            <a:r>
              <a:rPr lang="en-US" altLang="en-US" sz="2000">
                <a:solidFill>
                  <a:srgbClr val="000000"/>
                </a:solidFill>
              </a:rPr>
              <a:t>Field</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Slide Number Placeholder 1">
            <a:extLst>
              <a:ext uri="{FF2B5EF4-FFF2-40B4-BE49-F238E27FC236}">
                <a16:creationId xmlns:a16="http://schemas.microsoft.com/office/drawing/2014/main" id="{9C8CD3CC-1B43-A8CD-5B10-D155582E87A6}"/>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2936BF93-D0FE-4114-9645-91C42A932300}" type="slidenum">
              <a:rPr lang="en-US" altLang="en-US" i="0">
                <a:solidFill>
                  <a:srgbClr val="1C1C1C"/>
                </a:solidFill>
                <a:latin typeface="Arial" panose="020B0604020202020204" pitchFamily="34" charset="0"/>
              </a:rPr>
              <a:pPr/>
              <a:t>120</a:t>
            </a:fld>
            <a:endParaRPr lang="en-US" altLang="en-US" i="0">
              <a:solidFill>
                <a:srgbClr val="1C1C1C"/>
              </a:solidFill>
              <a:latin typeface="Arial" panose="020B0604020202020204" pitchFamily="34" charset="0"/>
            </a:endParaRPr>
          </a:p>
        </p:txBody>
      </p:sp>
      <p:sp>
        <p:nvSpPr>
          <p:cNvPr id="249859" name="Rectangle 2">
            <a:extLst>
              <a:ext uri="{FF2B5EF4-FFF2-40B4-BE49-F238E27FC236}">
                <a16:creationId xmlns:a16="http://schemas.microsoft.com/office/drawing/2014/main" id="{FFB878EC-3323-ED79-1458-C7FDB81FEF8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9860" name="Rectangle 3">
            <a:extLst>
              <a:ext uri="{FF2B5EF4-FFF2-40B4-BE49-F238E27FC236}">
                <a16:creationId xmlns:a16="http://schemas.microsoft.com/office/drawing/2014/main" id="{0F6DA7C2-DAD0-5F47-4859-D581B935CB9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9861" name="Rectangle 4">
            <a:extLst>
              <a:ext uri="{FF2B5EF4-FFF2-40B4-BE49-F238E27FC236}">
                <a16:creationId xmlns:a16="http://schemas.microsoft.com/office/drawing/2014/main" id="{1C88C338-BFE1-8253-DBA1-D6CAE05635C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9862" name="Rectangle 5">
            <a:extLst>
              <a:ext uri="{FF2B5EF4-FFF2-40B4-BE49-F238E27FC236}">
                <a16:creationId xmlns:a16="http://schemas.microsoft.com/office/drawing/2014/main" id="{A6A21E38-744F-D176-F35C-8872DEBA12C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9863" name="Rectangle 6">
            <a:extLst>
              <a:ext uri="{FF2B5EF4-FFF2-40B4-BE49-F238E27FC236}">
                <a16:creationId xmlns:a16="http://schemas.microsoft.com/office/drawing/2014/main" id="{9343993A-3924-3C10-120B-BB6AF4F073C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9864" name="Rectangle 7">
            <a:extLst>
              <a:ext uri="{FF2B5EF4-FFF2-40B4-BE49-F238E27FC236}">
                <a16:creationId xmlns:a16="http://schemas.microsoft.com/office/drawing/2014/main" id="{7C97CD3F-3028-CC51-1519-EE03B736925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9865" name="Rectangle 8">
            <a:extLst>
              <a:ext uri="{FF2B5EF4-FFF2-40B4-BE49-F238E27FC236}">
                <a16:creationId xmlns:a16="http://schemas.microsoft.com/office/drawing/2014/main" id="{2040F589-6CBE-5BDB-F800-D4C6D6917BD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49866" name="Text Box 9">
            <a:extLst>
              <a:ext uri="{FF2B5EF4-FFF2-40B4-BE49-F238E27FC236}">
                <a16:creationId xmlns:a16="http://schemas.microsoft.com/office/drawing/2014/main" id="{9235301B-9895-E7BE-A5F3-078E5E1D9A11}"/>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4.1.3</a:t>
            </a:r>
            <a:r>
              <a:rPr lang="en-US" altLang="en-US" sz="3200">
                <a:solidFill>
                  <a:srgbClr val="FF0000"/>
                </a:solidFill>
              </a:rPr>
              <a:t>     </a:t>
            </a:r>
            <a:r>
              <a:rPr lang="en-US" altLang="en-US" sz="3200">
                <a:solidFill>
                  <a:srgbClr val="000000"/>
                </a:solidFill>
              </a:rPr>
              <a:t>Continued</a:t>
            </a:r>
          </a:p>
        </p:txBody>
      </p:sp>
      <p:sp>
        <p:nvSpPr>
          <p:cNvPr id="249867" name="Rectangle 10">
            <a:extLst>
              <a:ext uri="{FF2B5EF4-FFF2-40B4-BE49-F238E27FC236}">
                <a16:creationId xmlns:a16="http://schemas.microsoft.com/office/drawing/2014/main" id="{6A7AC180-AD20-5B41-CBC8-A2B620E75AE6}"/>
              </a:ext>
            </a:extLst>
          </p:cNvPr>
          <p:cNvSpPr>
            <a:spLocks noChangeArrowheads="1"/>
          </p:cNvSpPr>
          <p:nvPr/>
        </p:nvSpPr>
        <p:spPr bwMode="auto">
          <a:xfrm>
            <a:off x="152400" y="1219200"/>
            <a:ext cx="8839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Galois showed that for a field to be finite, the number of elements should be </a:t>
            </a:r>
            <a:r>
              <a:rPr lang="en-US" altLang="en-US" sz="2800">
                <a:solidFill>
                  <a:srgbClr val="000000"/>
                </a:solidFill>
              </a:rPr>
              <a:t>p</a:t>
            </a:r>
            <a:r>
              <a:rPr lang="en-US" altLang="en-US" sz="2800" baseline="30000">
                <a:solidFill>
                  <a:srgbClr val="000000"/>
                </a:solidFill>
              </a:rPr>
              <a:t>n</a:t>
            </a:r>
            <a:r>
              <a:rPr lang="en-US" altLang="en-US" sz="2800" i="0">
                <a:solidFill>
                  <a:srgbClr val="000000"/>
                </a:solidFill>
              </a:rPr>
              <a:t>, where </a:t>
            </a:r>
            <a:r>
              <a:rPr lang="en-US" altLang="en-US" sz="2800">
                <a:solidFill>
                  <a:srgbClr val="000000"/>
                </a:solidFill>
              </a:rPr>
              <a:t>p</a:t>
            </a:r>
            <a:r>
              <a:rPr lang="en-US" altLang="en-US" sz="2800" i="0">
                <a:solidFill>
                  <a:srgbClr val="000000"/>
                </a:solidFill>
              </a:rPr>
              <a:t> is a prime and </a:t>
            </a:r>
            <a:r>
              <a:rPr lang="en-US" altLang="en-US" sz="2800">
                <a:solidFill>
                  <a:srgbClr val="000000"/>
                </a:solidFill>
              </a:rPr>
              <a:t>n</a:t>
            </a:r>
            <a:r>
              <a:rPr lang="en-US" altLang="en-US" sz="2800" i="0">
                <a:solidFill>
                  <a:srgbClr val="000000"/>
                </a:solidFill>
              </a:rPr>
              <a:t> is a positive integer. </a:t>
            </a:r>
          </a:p>
        </p:txBody>
      </p:sp>
      <p:sp>
        <p:nvSpPr>
          <p:cNvPr id="249868" name="Text Box 11">
            <a:extLst>
              <a:ext uri="{FF2B5EF4-FFF2-40B4-BE49-F238E27FC236}">
                <a16:creationId xmlns:a16="http://schemas.microsoft.com/office/drawing/2014/main" id="{8E67CF1A-AD13-8217-EE15-6276B6AD2DE7}"/>
              </a:ext>
            </a:extLst>
          </p:cNvPr>
          <p:cNvSpPr txBox="1">
            <a:spLocks noChangeArrowheads="1"/>
          </p:cNvSpPr>
          <p:nvPr/>
        </p:nvSpPr>
        <p:spPr bwMode="auto">
          <a:xfrm>
            <a:off x="1147763" y="533400"/>
            <a:ext cx="1874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Finite Fields </a:t>
            </a:r>
            <a:endParaRPr lang="en-US" altLang="en-US" sz="2000">
              <a:solidFill>
                <a:srgbClr val="000000"/>
              </a:solidFill>
            </a:endParaRPr>
          </a:p>
        </p:txBody>
      </p:sp>
      <p:sp>
        <p:nvSpPr>
          <p:cNvPr id="249869" name="Line 12">
            <a:extLst>
              <a:ext uri="{FF2B5EF4-FFF2-40B4-BE49-F238E27FC236}">
                <a16:creationId xmlns:a16="http://schemas.microsoft.com/office/drawing/2014/main" id="{1A7B5DCB-8320-7883-7590-B4FCCD0458C0}"/>
              </a:ext>
            </a:extLst>
          </p:cNvPr>
          <p:cNvSpPr>
            <a:spLocks noChangeShapeType="1"/>
          </p:cNvSpPr>
          <p:nvPr/>
        </p:nvSpPr>
        <p:spPr bwMode="auto">
          <a:xfrm>
            <a:off x="457200" y="4038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9870" name="Line 13">
            <a:extLst>
              <a:ext uri="{FF2B5EF4-FFF2-40B4-BE49-F238E27FC236}">
                <a16:creationId xmlns:a16="http://schemas.microsoft.com/office/drawing/2014/main" id="{4AC014B1-6026-B6A6-CB80-8422EA6EDD3A}"/>
              </a:ext>
            </a:extLst>
          </p:cNvPr>
          <p:cNvSpPr>
            <a:spLocks noChangeShapeType="1"/>
          </p:cNvSpPr>
          <p:nvPr/>
        </p:nvSpPr>
        <p:spPr bwMode="auto">
          <a:xfrm>
            <a:off x="458788" y="5257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9871" name="Rectangle 14">
            <a:extLst>
              <a:ext uri="{FF2B5EF4-FFF2-40B4-BE49-F238E27FC236}">
                <a16:creationId xmlns:a16="http://schemas.microsoft.com/office/drawing/2014/main" id="{A64F05F8-5869-D7F6-790A-7F1BEEE0AA20}"/>
              </a:ext>
            </a:extLst>
          </p:cNvPr>
          <p:cNvSpPr>
            <a:spLocks noChangeArrowheads="1"/>
          </p:cNvSpPr>
          <p:nvPr/>
        </p:nvSpPr>
        <p:spPr bwMode="auto">
          <a:xfrm>
            <a:off x="495300" y="41306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i="0">
                <a:solidFill>
                  <a:srgbClr val="000000"/>
                </a:solidFill>
                <a:latin typeface="Arial" panose="020B0604020202020204" pitchFamily="34" charset="0"/>
              </a:rPr>
              <a:t>A Galois field, GF(</a:t>
            </a:r>
            <a:r>
              <a:rPr lang="en-US" altLang="en-US" sz="3200">
                <a:solidFill>
                  <a:srgbClr val="000000"/>
                </a:solidFill>
                <a:latin typeface="Arial" panose="020B0604020202020204" pitchFamily="34" charset="0"/>
              </a:rPr>
              <a:t>p</a:t>
            </a:r>
            <a:r>
              <a:rPr lang="en-US" altLang="en-US" sz="3200" baseline="30000">
                <a:solidFill>
                  <a:srgbClr val="000000"/>
                </a:solidFill>
                <a:latin typeface="Arial" panose="020B0604020202020204" pitchFamily="34" charset="0"/>
              </a:rPr>
              <a:t>n</a:t>
            </a:r>
            <a:r>
              <a:rPr lang="en-US" altLang="en-US" sz="3200" i="0">
                <a:solidFill>
                  <a:srgbClr val="000000"/>
                </a:solidFill>
                <a:latin typeface="Arial" panose="020B0604020202020204" pitchFamily="34" charset="0"/>
              </a:rPr>
              <a:t>), is a finite field with </a:t>
            </a:r>
            <a:r>
              <a:rPr lang="en-US" altLang="en-US" sz="3200">
                <a:solidFill>
                  <a:srgbClr val="000000"/>
                </a:solidFill>
                <a:latin typeface="Arial" panose="020B0604020202020204" pitchFamily="34" charset="0"/>
              </a:rPr>
              <a:t>p</a:t>
            </a:r>
            <a:r>
              <a:rPr lang="en-US" altLang="en-US" sz="3200" baseline="30000">
                <a:solidFill>
                  <a:srgbClr val="000000"/>
                </a:solidFill>
                <a:latin typeface="Arial" panose="020B0604020202020204" pitchFamily="34" charset="0"/>
              </a:rPr>
              <a:t>n</a:t>
            </a:r>
            <a:r>
              <a:rPr lang="en-US" altLang="en-US" sz="3200" i="0">
                <a:solidFill>
                  <a:srgbClr val="000000"/>
                </a:solidFill>
                <a:latin typeface="Arial" panose="020B0604020202020204" pitchFamily="34" charset="0"/>
              </a:rPr>
              <a:t> elements.</a:t>
            </a:r>
          </a:p>
        </p:txBody>
      </p:sp>
      <p:grpSp>
        <p:nvGrpSpPr>
          <p:cNvPr id="249872" name="Group 15">
            <a:extLst>
              <a:ext uri="{FF2B5EF4-FFF2-40B4-BE49-F238E27FC236}">
                <a16:creationId xmlns:a16="http://schemas.microsoft.com/office/drawing/2014/main" id="{6FB90DD7-5F04-1A45-F37A-99EC4BF0AA10}"/>
              </a:ext>
            </a:extLst>
          </p:cNvPr>
          <p:cNvGrpSpPr>
            <a:grpSpLocks/>
          </p:cNvGrpSpPr>
          <p:nvPr/>
        </p:nvGrpSpPr>
        <p:grpSpPr bwMode="auto">
          <a:xfrm>
            <a:off x="457200" y="3429000"/>
            <a:ext cx="1143000" cy="566738"/>
            <a:chOff x="1200" y="1248"/>
            <a:chExt cx="720" cy="357"/>
          </a:xfrm>
        </p:grpSpPr>
        <p:pic>
          <p:nvPicPr>
            <p:cNvPr id="249873" name="Picture 16">
              <a:extLst>
                <a:ext uri="{FF2B5EF4-FFF2-40B4-BE49-F238E27FC236}">
                  <a16:creationId xmlns:a16="http://schemas.microsoft.com/office/drawing/2014/main" id="{B13558A6-867B-9B1E-A816-C9186A239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9874" name="Text Box 17">
              <a:extLst>
                <a:ext uri="{FF2B5EF4-FFF2-40B4-BE49-F238E27FC236}">
                  <a16:creationId xmlns:a16="http://schemas.microsoft.com/office/drawing/2014/main" id="{9B373DCB-81B1-051D-7B32-B2890EEBBE7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Number Placeholder 1">
            <a:extLst>
              <a:ext uri="{FF2B5EF4-FFF2-40B4-BE49-F238E27FC236}">
                <a16:creationId xmlns:a16="http://schemas.microsoft.com/office/drawing/2014/main" id="{A03DCD16-0903-40E1-BC90-E9F4234043D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BF7032A6-7787-4B3B-AAFC-3ED5B10BF724}" type="slidenum">
              <a:rPr lang="en-US" altLang="en-US" i="0">
                <a:solidFill>
                  <a:srgbClr val="1C1C1C"/>
                </a:solidFill>
                <a:latin typeface="Arial" panose="020B0604020202020204" pitchFamily="34" charset="0"/>
              </a:rPr>
              <a:pPr/>
              <a:t>121</a:t>
            </a:fld>
            <a:endParaRPr lang="en-US" altLang="en-US" i="0">
              <a:solidFill>
                <a:srgbClr val="1C1C1C"/>
              </a:solidFill>
              <a:latin typeface="Arial" panose="020B0604020202020204" pitchFamily="34" charset="0"/>
            </a:endParaRPr>
          </a:p>
        </p:txBody>
      </p:sp>
      <p:sp>
        <p:nvSpPr>
          <p:cNvPr id="251907" name="Rectangle 2">
            <a:extLst>
              <a:ext uri="{FF2B5EF4-FFF2-40B4-BE49-F238E27FC236}">
                <a16:creationId xmlns:a16="http://schemas.microsoft.com/office/drawing/2014/main" id="{FA3DDEFA-333B-EC4E-F5ED-5E1CCD4BD5E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1908" name="Rectangle 3">
            <a:extLst>
              <a:ext uri="{FF2B5EF4-FFF2-40B4-BE49-F238E27FC236}">
                <a16:creationId xmlns:a16="http://schemas.microsoft.com/office/drawing/2014/main" id="{FEBC8119-F4C3-8879-6AD9-CD24E0868D1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1909" name="Rectangle 4">
            <a:extLst>
              <a:ext uri="{FF2B5EF4-FFF2-40B4-BE49-F238E27FC236}">
                <a16:creationId xmlns:a16="http://schemas.microsoft.com/office/drawing/2014/main" id="{B5C10040-AA56-97F2-CA0B-E29177374CB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1910" name="Rectangle 5">
            <a:extLst>
              <a:ext uri="{FF2B5EF4-FFF2-40B4-BE49-F238E27FC236}">
                <a16:creationId xmlns:a16="http://schemas.microsoft.com/office/drawing/2014/main" id="{D9E490E5-D88C-1555-5B88-C8C00F4D7F9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1911" name="Rectangle 6">
            <a:extLst>
              <a:ext uri="{FF2B5EF4-FFF2-40B4-BE49-F238E27FC236}">
                <a16:creationId xmlns:a16="http://schemas.microsoft.com/office/drawing/2014/main" id="{DD3A229F-F500-E618-86D2-A636BD04300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1912" name="Rectangle 7">
            <a:extLst>
              <a:ext uri="{FF2B5EF4-FFF2-40B4-BE49-F238E27FC236}">
                <a16:creationId xmlns:a16="http://schemas.microsoft.com/office/drawing/2014/main" id="{1BEBB451-B7C8-1156-3D86-C1D22C54A4E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1913" name="Rectangle 8">
            <a:extLst>
              <a:ext uri="{FF2B5EF4-FFF2-40B4-BE49-F238E27FC236}">
                <a16:creationId xmlns:a16="http://schemas.microsoft.com/office/drawing/2014/main" id="{F348B3E1-7F4A-30C5-F3FC-A0EFF32E3BE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1914" name="Text Box 9">
            <a:extLst>
              <a:ext uri="{FF2B5EF4-FFF2-40B4-BE49-F238E27FC236}">
                <a16:creationId xmlns:a16="http://schemas.microsoft.com/office/drawing/2014/main" id="{9D41C63B-BF4A-2105-B2E0-F54C963D6D9B}"/>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4.1.3</a:t>
            </a:r>
            <a:r>
              <a:rPr lang="en-US" altLang="en-US" sz="3200">
                <a:solidFill>
                  <a:srgbClr val="FF0000"/>
                </a:solidFill>
              </a:rPr>
              <a:t>     </a:t>
            </a:r>
            <a:r>
              <a:rPr lang="en-US" altLang="en-US" sz="3200">
                <a:solidFill>
                  <a:srgbClr val="000000"/>
                </a:solidFill>
              </a:rPr>
              <a:t>Continued</a:t>
            </a:r>
          </a:p>
        </p:txBody>
      </p:sp>
      <p:sp>
        <p:nvSpPr>
          <p:cNvPr id="251915" name="Rectangle 10">
            <a:extLst>
              <a:ext uri="{FF2B5EF4-FFF2-40B4-BE49-F238E27FC236}">
                <a16:creationId xmlns:a16="http://schemas.microsoft.com/office/drawing/2014/main" id="{9AC84345-AD4E-47A3-CC8F-9085C1AE40C5}"/>
              </a:ext>
            </a:extLst>
          </p:cNvPr>
          <p:cNvSpPr>
            <a:spLocks noChangeArrowheads="1"/>
          </p:cNvSpPr>
          <p:nvPr/>
        </p:nvSpPr>
        <p:spPr bwMode="auto">
          <a:xfrm>
            <a:off x="152400" y="1279525"/>
            <a:ext cx="883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When </a:t>
            </a:r>
            <a:r>
              <a:rPr lang="en-US" altLang="en-US" sz="2800">
                <a:solidFill>
                  <a:srgbClr val="000000"/>
                </a:solidFill>
              </a:rPr>
              <a:t>n</a:t>
            </a:r>
            <a:r>
              <a:rPr lang="en-US" altLang="en-US" sz="2800" i="0">
                <a:solidFill>
                  <a:srgbClr val="000000"/>
                </a:solidFill>
              </a:rPr>
              <a:t> = 1, we have GF(</a:t>
            </a:r>
            <a:r>
              <a:rPr lang="en-US" altLang="en-US" sz="2800">
                <a:solidFill>
                  <a:srgbClr val="000000"/>
                </a:solidFill>
              </a:rPr>
              <a:t>p</a:t>
            </a:r>
            <a:r>
              <a:rPr lang="en-US" altLang="en-US" sz="2800" i="0">
                <a:solidFill>
                  <a:srgbClr val="000000"/>
                </a:solidFill>
              </a:rPr>
              <a:t>) field. This field can be the set Z</a:t>
            </a:r>
            <a:r>
              <a:rPr lang="en-US" altLang="en-US" sz="2800" baseline="-25000">
                <a:solidFill>
                  <a:srgbClr val="000000"/>
                </a:solidFill>
              </a:rPr>
              <a:t>p</a:t>
            </a:r>
            <a:r>
              <a:rPr lang="en-US" altLang="en-US" sz="2800" i="0">
                <a:solidFill>
                  <a:srgbClr val="000000"/>
                </a:solidFill>
              </a:rPr>
              <a:t>, {0, 1, …, p − 1}, with two arithmetic operations.</a:t>
            </a:r>
          </a:p>
        </p:txBody>
      </p:sp>
      <p:sp>
        <p:nvSpPr>
          <p:cNvPr id="251916" name="Text Box 11">
            <a:extLst>
              <a:ext uri="{FF2B5EF4-FFF2-40B4-BE49-F238E27FC236}">
                <a16:creationId xmlns:a16="http://schemas.microsoft.com/office/drawing/2014/main" id="{D85B07F8-63D0-4C0E-6143-F185B51288FF}"/>
              </a:ext>
            </a:extLst>
          </p:cNvPr>
          <p:cNvSpPr txBox="1">
            <a:spLocks noChangeArrowheads="1"/>
          </p:cNvSpPr>
          <p:nvPr/>
        </p:nvSpPr>
        <p:spPr bwMode="auto">
          <a:xfrm>
            <a:off x="1147763" y="533400"/>
            <a:ext cx="1816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GF(</a:t>
            </a:r>
            <a:r>
              <a:rPr lang="en-US" altLang="en-US" sz="2400">
                <a:solidFill>
                  <a:srgbClr val="3333CC"/>
                </a:solidFill>
              </a:rPr>
              <a:t>p</a:t>
            </a:r>
            <a:r>
              <a:rPr lang="en-US" altLang="en-US" sz="2400" i="0">
                <a:solidFill>
                  <a:srgbClr val="3333CC"/>
                </a:solidFill>
              </a:rPr>
              <a:t>) Fields</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Slide Number Placeholder 1">
            <a:extLst>
              <a:ext uri="{FF2B5EF4-FFF2-40B4-BE49-F238E27FC236}">
                <a16:creationId xmlns:a16="http://schemas.microsoft.com/office/drawing/2014/main" id="{C201FF1E-604E-D9CF-9566-C771F9C69EBD}"/>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3384B618-3699-4E0D-96BA-7C3C16F7F43F}" type="slidenum">
              <a:rPr lang="en-US" altLang="en-US" i="0">
                <a:solidFill>
                  <a:srgbClr val="1C1C1C"/>
                </a:solidFill>
                <a:latin typeface="Arial" panose="020B0604020202020204" pitchFamily="34" charset="0"/>
              </a:rPr>
              <a:pPr/>
              <a:t>122</a:t>
            </a:fld>
            <a:endParaRPr lang="en-US" altLang="en-US" i="0">
              <a:solidFill>
                <a:srgbClr val="1C1C1C"/>
              </a:solidFill>
              <a:latin typeface="Arial" panose="020B0604020202020204" pitchFamily="34" charset="0"/>
            </a:endParaRPr>
          </a:p>
        </p:txBody>
      </p:sp>
      <p:sp>
        <p:nvSpPr>
          <p:cNvPr id="253955" name="Rectangle 2">
            <a:extLst>
              <a:ext uri="{FF2B5EF4-FFF2-40B4-BE49-F238E27FC236}">
                <a16:creationId xmlns:a16="http://schemas.microsoft.com/office/drawing/2014/main" id="{65077CC0-3950-94D1-1FEB-B6AB32C7843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3956" name="Rectangle 3">
            <a:extLst>
              <a:ext uri="{FF2B5EF4-FFF2-40B4-BE49-F238E27FC236}">
                <a16:creationId xmlns:a16="http://schemas.microsoft.com/office/drawing/2014/main" id="{08B83733-BE54-5421-E718-479FCC48BA5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3957" name="Rectangle 4">
            <a:extLst>
              <a:ext uri="{FF2B5EF4-FFF2-40B4-BE49-F238E27FC236}">
                <a16:creationId xmlns:a16="http://schemas.microsoft.com/office/drawing/2014/main" id="{5DA95750-614F-3670-C28B-5B29A1ACC96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3958" name="Rectangle 5">
            <a:extLst>
              <a:ext uri="{FF2B5EF4-FFF2-40B4-BE49-F238E27FC236}">
                <a16:creationId xmlns:a16="http://schemas.microsoft.com/office/drawing/2014/main" id="{022B357C-3F7B-9872-03D1-10CC2D6BADF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3959" name="Rectangle 6">
            <a:extLst>
              <a:ext uri="{FF2B5EF4-FFF2-40B4-BE49-F238E27FC236}">
                <a16:creationId xmlns:a16="http://schemas.microsoft.com/office/drawing/2014/main" id="{D8591F9C-E8FE-F0D7-58A4-95A32F5815F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3960" name="Rectangle 7">
            <a:extLst>
              <a:ext uri="{FF2B5EF4-FFF2-40B4-BE49-F238E27FC236}">
                <a16:creationId xmlns:a16="http://schemas.microsoft.com/office/drawing/2014/main" id="{8B8DA6D2-87F3-86D6-791F-376FE4BFAD2E}"/>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3961" name="Rectangle 8">
            <a:extLst>
              <a:ext uri="{FF2B5EF4-FFF2-40B4-BE49-F238E27FC236}">
                <a16:creationId xmlns:a16="http://schemas.microsoft.com/office/drawing/2014/main" id="{F811C2EC-BE0F-D4BB-F19A-5C1B3FF9AA8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3962" name="Text Box 9">
            <a:extLst>
              <a:ext uri="{FF2B5EF4-FFF2-40B4-BE49-F238E27FC236}">
                <a16:creationId xmlns:a16="http://schemas.microsoft.com/office/drawing/2014/main" id="{44E88AA1-B0E9-3F08-229C-4CC176124659}"/>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4.1.2</a:t>
            </a:r>
            <a:r>
              <a:rPr lang="en-US" altLang="en-US" sz="3200">
                <a:solidFill>
                  <a:srgbClr val="FF0000"/>
                </a:solidFill>
              </a:rPr>
              <a:t>     </a:t>
            </a:r>
            <a:r>
              <a:rPr lang="en-US" altLang="en-US" sz="3200">
                <a:solidFill>
                  <a:srgbClr val="000000"/>
                </a:solidFill>
              </a:rPr>
              <a:t>Continued</a:t>
            </a:r>
          </a:p>
        </p:txBody>
      </p:sp>
      <p:sp>
        <p:nvSpPr>
          <p:cNvPr id="253963" name="Text Box 10">
            <a:extLst>
              <a:ext uri="{FF2B5EF4-FFF2-40B4-BE49-F238E27FC236}">
                <a16:creationId xmlns:a16="http://schemas.microsoft.com/office/drawing/2014/main" id="{B3EFD0B6-B1F9-903E-258F-8D040BAA0665}"/>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4.12</a:t>
            </a:r>
            <a:endParaRPr lang="en-US" altLang="en-US" sz="2000">
              <a:solidFill>
                <a:srgbClr val="FFFFFF"/>
              </a:solidFill>
            </a:endParaRPr>
          </a:p>
        </p:txBody>
      </p:sp>
      <p:sp>
        <p:nvSpPr>
          <p:cNvPr id="253964" name="Rectangle 11">
            <a:extLst>
              <a:ext uri="{FF2B5EF4-FFF2-40B4-BE49-F238E27FC236}">
                <a16:creationId xmlns:a16="http://schemas.microsoft.com/office/drawing/2014/main" id="{ABC2B13A-B8B2-67EA-598C-A8E647A63ED9}"/>
              </a:ext>
            </a:extLst>
          </p:cNvPr>
          <p:cNvSpPr>
            <a:spLocks noChangeArrowheads="1"/>
          </p:cNvSpPr>
          <p:nvPr/>
        </p:nvSpPr>
        <p:spPr bwMode="auto">
          <a:xfrm>
            <a:off x="152400" y="1143000"/>
            <a:ext cx="88392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A very common field in this category is GF(2) with the set {0, 1} and two operations, addition and multiplication, as shown in Figure 4.6.</a:t>
            </a:r>
          </a:p>
        </p:txBody>
      </p:sp>
      <p:pic>
        <p:nvPicPr>
          <p:cNvPr id="253965" name="Picture 12">
            <a:extLst>
              <a:ext uri="{FF2B5EF4-FFF2-40B4-BE49-F238E27FC236}">
                <a16:creationId xmlns:a16="http://schemas.microsoft.com/office/drawing/2014/main" id="{995A85AE-33F7-B370-20B9-A610250B2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63" y="4025900"/>
            <a:ext cx="8656637" cy="146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3966" name="Text Box 13">
            <a:extLst>
              <a:ext uri="{FF2B5EF4-FFF2-40B4-BE49-F238E27FC236}">
                <a16:creationId xmlns:a16="http://schemas.microsoft.com/office/drawing/2014/main" id="{FA983C6A-F311-9386-5839-BE371962691E}"/>
              </a:ext>
            </a:extLst>
          </p:cNvPr>
          <p:cNvSpPr txBox="1">
            <a:spLocks noChangeArrowheads="1"/>
          </p:cNvSpPr>
          <p:nvPr/>
        </p:nvSpPr>
        <p:spPr bwMode="auto">
          <a:xfrm>
            <a:off x="2959100" y="3200400"/>
            <a:ext cx="2832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4.6  </a:t>
            </a:r>
            <a:r>
              <a:rPr lang="en-US" altLang="en-US" sz="2000">
                <a:solidFill>
                  <a:srgbClr val="000000"/>
                </a:solidFill>
              </a:rPr>
              <a:t>GF(2) field</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Slide Number Placeholder 1">
            <a:extLst>
              <a:ext uri="{FF2B5EF4-FFF2-40B4-BE49-F238E27FC236}">
                <a16:creationId xmlns:a16="http://schemas.microsoft.com/office/drawing/2014/main" id="{34742F66-25D3-870E-356F-5205C0CAE1F8}"/>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9381ACB3-1CA5-4CA9-853E-3341B58A54BD}" type="slidenum">
              <a:rPr lang="en-US" altLang="en-US" i="0">
                <a:solidFill>
                  <a:srgbClr val="1C1C1C"/>
                </a:solidFill>
                <a:latin typeface="Arial" panose="020B0604020202020204" pitchFamily="34" charset="0"/>
              </a:rPr>
              <a:pPr/>
              <a:t>123</a:t>
            </a:fld>
            <a:endParaRPr lang="en-US" altLang="en-US" i="0">
              <a:solidFill>
                <a:srgbClr val="1C1C1C"/>
              </a:solidFill>
              <a:latin typeface="Arial" panose="020B0604020202020204" pitchFamily="34" charset="0"/>
            </a:endParaRPr>
          </a:p>
        </p:txBody>
      </p:sp>
      <p:sp>
        <p:nvSpPr>
          <p:cNvPr id="256003" name="Rectangle 2">
            <a:extLst>
              <a:ext uri="{FF2B5EF4-FFF2-40B4-BE49-F238E27FC236}">
                <a16:creationId xmlns:a16="http://schemas.microsoft.com/office/drawing/2014/main" id="{D255CE68-A857-06CE-2D30-F82D295E33A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6004" name="Rectangle 3">
            <a:extLst>
              <a:ext uri="{FF2B5EF4-FFF2-40B4-BE49-F238E27FC236}">
                <a16:creationId xmlns:a16="http://schemas.microsoft.com/office/drawing/2014/main" id="{5FB54F93-17EB-8C3C-2D1F-0A769F2D2D9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6005" name="Rectangle 4">
            <a:extLst>
              <a:ext uri="{FF2B5EF4-FFF2-40B4-BE49-F238E27FC236}">
                <a16:creationId xmlns:a16="http://schemas.microsoft.com/office/drawing/2014/main" id="{B3960C1C-6816-A728-26CB-F21652BE40C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6006" name="Rectangle 5">
            <a:extLst>
              <a:ext uri="{FF2B5EF4-FFF2-40B4-BE49-F238E27FC236}">
                <a16:creationId xmlns:a16="http://schemas.microsoft.com/office/drawing/2014/main" id="{74974C5A-8BD9-78BF-ACC1-1CAFCC98E0B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6007" name="Rectangle 6">
            <a:extLst>
              <a:ext uri="{FF2B5EF4-FFF2-40B4-BE49-F238E27FC236}">
                <a16:creationId xmlns:a16="http://schemas.microsoft.com/office/drawing/2014/main" id="{96B8329C-2E49-762E-3A4D-E887FBE5588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6008" name="Rectangle 7">
            <a:extLst>
              <a:ext uri="{FF2B5EF4-FFF2-40B4-BE49-F238E27FC236}">
                <a16:creationId xmlns:a16="http://schemas.microsoft.com/office/drawing/2014/main" id="{FAF3ED3A-122E-313C-412B-6832CAEC030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6009" name="Rectangle 8">
            <a:extLst>
              <a:ext uri="{FF2B5EF4-FFF2-40B4-BE49-F238E27FC236}">
                <a16:creationId xmlns:a16="http://schemas.microsoft.com/office/drawing/2014/main" id="{29A1A4C6-56A9-8C25-7271-9EAAD8A9967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6010" name="Text Box 9">
            <a:extLst>
              <a:ext uri="{FF2B5EF4-FFF2-40B4-BE49-F238E27FC236}">
                <a16:creationId xmlns:a16="http://schemas.microsoft.com/office/drawing/2014/main" id="{AE9DAEBD-3803-F756-055E-C12731CEA4C5}"/>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4.1.2</a:t>
            </a:r>
            <a:r>
              <a:rPr lang="en-US" altLang="en-US" sz="3200">
                <a:solidFill>
                  <a:srgbClr val="FF0000"/>
                </a:solidFill>
              </a:rPr>
              <a:t>     </a:t>
            </a:r>
            <a:r>
              <a:rPr lang="en-US" altLang="en-US" sz="3200">
                <a:solidFill>
                  <a:srgbClr val="000000"/>
                </a:solidFill>
              </a:rPr>
              <a:t>Continued</a:t>
            </a:r>
          </a:p>
        </p:txBody>
      </p:sp>
      <p:sp>
        <p:nvSpPr>
          <p:cNvPr id="256011" name="Text Box 10">
            <a:extLst>
              <a:ext uri="{FF2B5EF4-FFF2-40B4-BE49-F238E27FC236}">
                <a16:creationId xmlns:a16="http://schemas.microsoft.com/office/drawing/2014/main" id="{B4FDAA33-4492-FAA4-743C-6243B6BA1A7A}"/>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4.13</a:t>
            </a:r>
            <a:endParaRPr lang="en-US" altLang="en-US" sz="2000">
              <a:solidFill>
                <a:srgbClr val="FFFFFF"/>
              </a:solidFill>
            </a:endParaRPr>
          </a:p>
        </p:txBody>
      </p:sp>
      <p:sp>
        <p:nvSpPr>
          <p:cNvPr id="256012" name="Rectangle 11">
            <a:extLst>
              <a:ext uri="{FF2B5EF4-FFF2-40B4-BE49-F238E27FC236}">
                <a16:creationId xmlns:a16="http://schemas.microsoft.com/office/drawing/2014/main" id="{0E54681E-9A47-8C3B-446F-6270DE5AE5AC}"/>
              </a:ext>
            </a:extLst>
          </p:cNvPr>
          <p:cNvSpPr>
            <a:spLocks noChangeArrowheads="1"/>
          </p:cNvSpPr>
          <p:nvPr/>
        </p:nvSpPr>
        <p:spPr bwMode="auto">
          <a:xfrm>
            <a:off x="152400" y="1371600"/>
            <a:ext cx="8839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We can define GF(5) on the set Z</a:t>
            </a:r>
            <a:r>
              <a:rPr lang="en-US" altLang="en-US" sz="2400" i="0" baseline="-25000">
                <a:solidFill>
                  <a:srgbClr val="000000"/>
                </a:solidFill>
              </a:rPr>
              <a:t>5</a:t>
            </a:r>
            <a:r>
              <a:rPr lang="en-US" altLang="en-US" sz="2400" i="0">
                <a:solidFill>
                  <a:srgbClr val="000000"/>
                </a:solidFill>
              </a:rPr>
              <a:t> (5 is a prime) with addition and multiplication operators as shown in Figure 4.7.</a:t>
            </a:r>
          </a:p>
        </p:txBody>
      </p:sp>
      <p:pic>
        <p:nvPicPr>
          <p:cNvPr id="256013" name="Picture 14">
            <a:extLst>
              <a:ext uri="{FF2B5EF4-FFF2-40B4-BE49-F238E27FC236}">
                <a16:creationId xmlns:a16="http://schemas.microsoft.com/office/drawing/2014/main" id="{56E7DB7E-2940-E177-E55A-37A3C89E9F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962400"/>
            <a:ext cx="8948738"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14" name="Text Box 15">
            <a:extLst>
              <a:ext uri="{FF2B5EF4-FFF2-40B4-BE49-F238E27FC236}">
                <a16:creationId xmlns:a16="http://schemas.microsoft.com/office/drawing/2014/main" id="{113BEA40-048B-C08F-76BA-9D2CB7786858}"/>
              </a:ext>
            </a:extLst>
          </p:cNvPr>
          <p:cNvSpPr txBox="1">
            <a:spLocks noChangeArrowheads="1"/>
          </p:cNvSpPr>
          <p:nvPr/>
        </p:nvSpPr>
        <p:spPr bwMode="auto">
          <a:xfrm>
            <a:off x="3111500" y="2895600"/>
            <a:ext cx="2832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4.7  </a:t>
            </a:r>
            <a:r>
              <a:rPr lang="en-US" altLang="en-US" sz="2000">
                <a:solidFill>
                  <a:srgbClr val="000000"/>
                </a:solidFill>
              </a:rPr>
              <a:t>GF(5) field</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Slide Number Placeholder 1">
            <a:extLst>
              <a:ext uri="{FF2B5EF4-FFF2-40B4-BE49-F238E27FC236}">
                <a16:creationId xmlns:a16="http://schemas.microsoft.com/office/drawing/2014/main" id="{A301FD9E-ED1B-73B4-324B-19DAB930DCE1}"/>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5BA207B1-7F79-4BAA-A5B7-4D0A4CAAE1CA}" type="slidenum">
              <a:rPr lang="en-US" altLang="en-US" i="0">
                <a:solidFill>
                  <a:srgbClr val="1C1C1C"/>
                </a:solidFill>
                <a:latin typeface="Arial" panose="020B0604020202020204" pitchFamily="34" charset="0"/>
              </a:rPr>
              <a:pPr/>
              <a:t>124</a:t>
            </a:fld>
            <a:endParaRPr lang="en-US" altLang="en-US" i="0">
              <a:solidFill>
                <a:srgbClr val="1C1C1C"/>
              </a:solidFill>
              <a:latin typeface="Arial" panose="020B0604020202020204" pitchFamily="34" charset="0"/>
            </a:endParaRPr>
          </a:p>
        </p:txBody>
      </p:sp>
      <p:sp>
        <p:nvSpPr>
          <p:cNvPr id="258051" name="Rectangle 2">
            <a:extLst>
              <a:ext uri="{FF2B5EF4-FFF2-40B4-BE49-F238E27FC236}">
                <a16:creationId xmlns:a16="http://schemas.microsoft.com/office/drawing/2014/main" id="{1A00CB42-397F-188B-0473-6AA29C48EC2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8052" name="Rectangle 3">
            <a:extLst>
              <a:ext uri="{FF2B5EF4-FFF2-40B4-BE49-F238E27FC236}">
                <a16:creationId xmlns:a16="http://schemas.microsoft.com/office/drawing/2014/main" id="{736EBA07-B7DE-8854-E2B8-0CD21C7DCCD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8053" name="Rectangle 4">
            <a:extLst>
              <a:ext uri="{FF2B5EF4-FFF2-40B4-BE49-F238E27FC236}">
                <a16:creationId xmlns:a16="http://schemas.microsoft.com/office/drawing/2014/main" id="{7586DF41-E149-CBFE-67EB-A5CDB5F9391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8054" name="Rectangle 5">
            <a:extLst>
              <a:ext uri="{FF2B5EF4-FFF2-40B4-BE49-F238E27FC236}">
                <a16:creationId xmlns:a16="http://schemas.microsoft.com/office/drawing/2014/main" id="{DEEFB2E0-0326-2979-73BA-6F323A199DE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8055" name="Rectangle 6">
            <a:extLst>
              <a:ext uri="{FF2B5EF4-FFF2-40B4-BE49-F238E27FC236}">
                <a16:creationId xmlns:a16="http://schemas.microsoft.com/office/drawing/2014/main" id="{45EA217B-7F66-FF8E-2FB5-AF16C1B8138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8056" name="Rectangle 7">
            <a:extLst>
              <a:ext uri="{FF2B5EF4-FFF2-40B4-BE49-F238E27FC236}">
                <a16:creationId xmlns:a16="http://schemas.microsoft.com/office/drawing/2014/main" id="{E3774FAC-06E1-BD26-B69E-021823F5143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8057" name="Rectangle 8">
            <a:extLst>
              <a:ext uri="{FF2B5EF4-FFF2-40B4-BE49-F238E27FC236}">
                <a16:creationId xmlns:a16="http://schemas.microsoft.com/office/drawing/2014/main" id="{A41DDDE2-FBDE-B181-58EA-52406349FE4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58058" name="Text Box 9">
            <a:extLst>
              <a:ext uri="{FF2B5EF4-FFF2-40B4-BE49-F238E27FC236}">
                <a16:creationId xmlns:a16="http://schemas.microsoft.com/office/drawing/2014/main" id="{EC554849-45F4-DD0C-CD6B-4C14E25F8649}"/>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4.1.3</a:t>
            </a:r>
            <a:r>
              <a:rPr lang="en-US" altLang="en-US" sz="3200">
                <a:solidFill>
                  <a:srgbClr val="FF0000"/>
                </a:solidFill>
              </a:rPr>
              <a:t>     </a:t>
            </a:r>
            <a:r>
              <a:rPr lang="en-US" altLang="en-US" sz="3200">
                <a:solidFill>
                  <a:srgbClr val="000000"/>
                </a:solidFill>
              </a:rPr>
              <a:t>Continued</a:t>
            </a:r>
          </a:p>
        </p:txBody>
      </p:sp>
      <p:sp>
        <p:nvSpPr>
          <p:cNvPr id="258059" name="Rectangle 10">
            <a:extLst>
              <a:ext uri="{FF2B5EF4-FFF2-40B4-BE49-F238E27FC236}">
                <a16:creationId xmlns:a16="http://schemas.microsoft.com/office/drawing/2014/main" id="{8780D5C0-43BE-591A-5B95-CC6914B247A3}"/>
              </a:ext>
            </a:extLst>
          </p:cNvPr>
          <p:cNvSpPr>
            <a:spLocks noChangeArrowheads="1"/>
          </p:cNvSpPr>
          <p:nvPr/>
        </p:nvSpPr>
        <p:spPr bwMode="auto">
          <a:xfrm>
            <a:off x="2133600" y="1919288"/>
            <a:ext cx="5029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3333CC"/>
                </a:solidFill>
              </a:rPr>
              <a:t>Table 4.3</a:t>
            </a:r>
            <a:r>
              <a:rPr lang="en-US" altLang="en-US" sz="2800" i="0">
                <a:solidFill>
                  <a:srgbClr val="000000"/>
                </a:solidFill>
              </a:rPr>
              <a:t>    Summary</a:t>
            </a:r>
          </a:p>
        </p:txBody>
      </p:sp>
      <p:sp>
        <p:nvSpPr>
          <p:cNvPr id="258060" name="Text Box 11">
            <a:extLst>
              <a:ext uri="{FF2B5EF4-FFF2-40B4-BE49-F238E27FC236}">
                <a16:creationId xmlns:a16="http://schemas.microsoft.com/office/drawing/2014/main" id="{F3DDF1B6-11B4-2400-7236-4713ED67C3C0}"/>
              </a:ext>
            </a:extLst>
          </p:cNvPr>
          <p:cNvSpPr txBox="1">
            <a:spLocks noChangeArrowheads="1"/>
          </p:cNvSpPr>
          <p:nvPr/>
        </p:nvSpPr>
        <p:spPr bwMode="auto">
          <a:xfrm>
            <a:off x="1147763" y="533400"/>
            <a:ext cx="1471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Summary</a:t>
            </a:r>
          </a:p>
        </p:txBody>
      </p:sp>
      <p:pic>
        <p:nvPicPr>
          <p:cNvPr id="258061" name="Picture 12">
            <a:extLst>
              <a:ext uri="{FF2B5EF4-FFF2-40B4-BE49-F238E27FC236}">
                <a16:creationId xmlns:a16="http://schemas.microsoft.com/office/drawing/2014/main" id="{1A2BD8EC-95DB-4982-CF19-AD516E333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88" y="2524125"/>
            <a:ext cx="8812212" cy="273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0098" name="Slide Number Placeholder 1">
            <a:extLst>
              <a:ext uri="{FF2B5EF4-FFF2-40B4-BE49-F238E27FC236}">
                <a16:creationId xmlns:a16="http://schemas.microsoft.com/office/drawing/2014/main" id="{3B005A50-F354-9AB8-1835-E241CC8B9063}"/>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F3C5F2C0-89D2-4724-A269-65A4EF9A496E}" type="slidenum">
              <a:rPr lang="en-US" altLang="en-US" i="0">
                <a:solidFill>
                  <a:srgbClr val="1C1C1C"/>
                </a:solidFill>
                <a:latin typeface="Arial" panose="020B0604020202020204" pitchFamily="34" charset="0"/>
              </a:rPr>
              <a:pPr/>
              <a:t>125</a:t>
            </a:fld>
            <a:endParaRPr lang="en-US" altLang="en-US" i="0">
              <a:solidFill>
                <a:srgbClr val="1C1C1C"/>
              </a:solidFill>
              <a:latin typeface="Arial" panose="020B0604020202020204" pitchFamily="34" charset="0"/>
            </a:endParaRPr>
          </a:p>
        </p:txBody>
      </p:sp>
      <p:sp>
        <p:nvSpPr>
          <p:cNvPr id="1105922" name="Rectangle 2">
            <a:extLst>
              <a:ext uri="{FF2B5EF4-FFF2-40B4-BE49-F238E27FC236}">
                <a16:creationId xmlns:a16="http://schemas.microsoft.com/office/drawing/2014/main" id="{7A4CB2A6-6BD0-92C5-0876-69861A9C19A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1105923" name="Text Box 3">
            <a:extLst>
              <a:ext uri="{FF2B5EF4-FFF2-40B4-BE49-F238E27FC236}">
                <a16:creationId xmlns:a16="http://schemas.microsoft.com/office/drawing/2014/main" id="{DAA458E3-CB84-1D11-AF55-DEF1DE3F35B2}"/>
              </a:ext>
            </a:extLst>
          </p:cNvPr>
          <p:cNvSpPr txBox="1">
            <a:spLocks noChangeArrowheads="1"/>
          </p:cNvSpPr>
          <p:nvPr/>
        </p:nvSpPr>
        <p:spPr bwMode="auto">
          <a:xfrm>
            <a:off x="228600" y="406400"/>
            <a:ext cx="3784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en-US" sz="3200" i="0">
                <a:solidFill>
                  <a:srgbClr val="000000"/>
                </a:solidFill>
                <a:effectLst>
                  <a:outerShdw blurRad="38100" dist="38100" dir="2700000" algn="tl">
                    <a:srgbClr val="C0C0C0"/>
                  </a:outerShdw>
                </a:effectLst>
                <a:latin typeface="Times" panose="02020603050405020304" pitchFamily="18" charset="0"/>
              </a:rPr>
              <a:t>4-2   GF(2</a:t>
            </a:r>
            <a:r>
              <a:rPr lang="en-US" altLang="en-US" sz="3200" baseline="30000">
                <a:solidFill>
                  <a:srgbClr val="000000"/>
                </a:solidFill>
                <a:effectLst>
                  <a:outerShdw blurRad="38100" dist="38100" dir="2700000" algn="tl">
                    <a:srgbClr val="C0C0C0"/>
                  </a:outerShdw>
                </a:effectLst>
                <a:latin typeface="Times" panose="02020603050405020304" pitchFamily="18" charset="0"/>
              </a:rPr>
              <a:t>n</a:t>
            </a:r>
            <a:r>
              <a:rPr lang="en-US" altLang="en-US" sz="3200" i="0">
                <a:solidFill>
                  <a:srgbClr val="000000"/>
                </a:solidFill>
                <a:effectLst>
                  <a:outerShdw blurRad="38100" dist="38100" dir="2700000" algn="tl">
                    <a:srgbClr val="C0C0C0"/>
                  </a:outerShdw>
                </a:effectLst>
                <a:latin typeface="Times" panose="02020603050405020304" pitchFamily="18" charset="0"/>
              </a:rPr>
              <a:t>) FIELDS</a:t>
            </a:r>
          </a:p>
        </p:txBody>
      </p:sp>
      <p:sp>
        <p:nvSpPr>
          <p:cNvPr id="260101" name="Text Box 4">
            <a:extLst>
              <a:ext uri="{FF2B5EF4-FFF2-40B4-BE49-F238E27FC236}">
                <a16:creationId xmlns:a16="http://schemas.microsoft.com/office/drawing/2014/main" id="{B6CE1D61-96C8-10AC-44D0-D9ED57E56997}"/>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endParaRPr lang="en-US" altLang="en-US" i="0">
              <a:solidFill>
                <a:srgbClr val="000000"/>
              </a:solidFill>
            </a:endParaRPr>
          </a:p>
        </p:txBody>
      </p:sp>
      <p:sp>
        <p:nvSpPr>
          <p:cNvPr id="1105925" name="Rectangle 5">
            <a:extLst>
              <a:ext uri="{FF2B5EF4-FFF2-40B4-BE49-F238E27FC236}">
                <a16:creationId xmlns:a16="http://schemas.microsoft.com/office/drawing/2014/main" id="{F62B4123-8E79-1C60-30C9-84EB1608E864}"/>
              </a:ext>
            </a:extLst>
          </p:cNvPr>
          <p:cNvSpPr>
            <a:spLocks noChangeArrowheads="1"/>
          </p:cNvSpPr>
          <p:nvPr/>
        </p:nvSpPr>
        <p:spPr bwMode="auto">
          <a:xfrm>
            <a:off x="304800" y="1430338"/>
            <a:ext cx="8229600"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defRPr/>
            </a:pPr>
            <a:r>
              <a:rPr lang="en-US" altLang="en-US" sz="2800">
                <a:solidFill>
                  <a:srgbClr val="000000"/>
                </a:solidFill>
                <a:effectLst>
                  <a:outerShdw blurRad="38100" dist="38100" dir="2700000" algn="tl">
                    <a:srgbClr val="C0C0C0"/>
                  </a:outerShdw>
                </a:effectLst>
              </a:rPr>
              <a:t>In cryptography, we often need to use four operations (addition, subtraction, multiplication, and division). In other words, we need to use fields. We can work in GF(2</a:t>
            </a:r>
            <a:r>
              <a:rPr lang="en-US" altLang="en-US" sz="2800" baseline="30000">
                <a:solidFill>
                  <a:srgbClr val="000000"/>
                </a:solidFill>
                <a:effectLst>
                  <a:outerShdw blurRad="38100" dist="38100" dir="2700000" algn="tl">
                    <a:srgbClr val="C0C0C0"/>
                  </a:outerShdw>
                </a:effectLst>
              </a:rPr>
              <a:t>n</a:t>
            </a:r>
            <a:r>
              <a:rPr lang="en-US" altLang="en-US" sz="2800">
                <a:solidFill>
                  <a:srgbClr val="000000"/>
                </a:solidFill>
                <a:effectLst>
                  <a:outerShdw blurRad="38100" dist="38100" dir="2700000" algn="tl">
                    <a:srgbClr val="C0C0C0"/>
                  </a:outerShdw>
                </a:effectLst>
              </a:rPr>
              <a:t>) and uses a set of 2</a:t>
            </a:r>
            <a:r>
              <a:rPr lang="en-US" altLang="en-US" sz="2800" baseline="30000">
                <a:solidFill>
                  <a:srgbClr val="000000"/>
                </a:solidFill>
                <a:effectLst>
                  <a:outerShdw blurRad="38100" dist="38100" dir="2700000" algn="tl">
                    <a:srgbClr val="C0C0C0"/>
                  </a:outerShdw>
                </a:effectLst>
              </a:rPr>
              <a:t>n</a:t>
            </a:r>
            <a:r>
              <a:rPr lang="en-US" altLang="en-US" sz="2800">
                <a:solidFill>
                  <a:srgbClr val="000000"/>
                </a:solidFill>
                <a:effectLst>
                  <a:outerShdw blurRad="38100" dist="38100" dir="2700000" algn="tl">
                    <a:srgbClr val="C0C0C0"/>
                  </a:outerShdw>
                </a:effectLst>
              </a:rPr>
              <a:t> elements. The elements in this set are n-bit words. </a:t>
            </a:r>
          </a:p>
        </p:txBody>
      </p:sp>
      <p:sp>
        <p:nvSpPr>
          <p:cNvPr id="260103" name="Rectangle 10">
            <a:extLst>
              <a:ext uri="{FF2B5EF4-FFF2-40B4-BE49-F238E27FC236}">
                <a16:creationId xmlns:a16="http://schemas.microsoft.com/office/drawing/2014/main" id="{0904B744-C126-BB15-6831-49A9F814E54D}"/>
              </a:ext>
            </a:extLst>
          </p:cNvPr>
          <p:cNvSpPr>
            <a:spLocks noChangeArrowheads="1"/>
          </p:cNvSpPr>
          <p:nvPr/>
        </p:nvSpPr>
        <p:spPr bwMode="auto">
          <a:xfrm>
            <a:off x="76200" y="4451350"/>
            <a:ext cx="6705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buClr>
                <a:srgbClr val="000000"/>
              </a:buClr>
              <a:buSzPct val="117000"/>
              <a:buFont typeface="Arial Unicode MS" panose="020B0604020202020204" pitchFamily="34" charset="-128"/>
              <a:buNone/>
            </a:pPr>
            <a:r>
              <a:rPr lang="en-US" altLang="en-US" sz="2400" i="0">
                <a:solidFill>
                  <a:srgbClr val="FF0000"/>
                </a:solidFill>
              </a:rPr>
              <a:t>4.2.1 </a:t>
            </a:r>
            <a:r>
              <a:rPr lang="en-US" altLang="en-US" sz="2400" i="0">
                <a:solidFill>
                  <a:srgbClr val="0033CC"/>
                </a:solidFill>
              </a:rPr>
              <a:t>  Polynomials</a:t>
            </a:r>
            <a:r>
              <a:rPr lang="fr-FR" altLang="en-US" sz="2400" i="0">
                <a:solidFill>
                  <a:srgbClr val="0033CC"/>
                </a:solidFill>
              </a:rPr>
              <a:t/>
            </a:r>
            <a:br>
              <a:rPr lang="fr-FR" altLang="en-US" sz="2400" i="0">
                <a:solidFill>
                  <a:srgbClr val="0033CC"/>
                </a:solidFill>
              </a:rPr>
            </a:br>
            <a:r>
              <a:rPr lang="fr-FR" altLang="en-US" sz="2400" i="0">
                <a:solidFill>
                  <a:srgbClr val="FF0000"/>
                </a:solidFill>
              </a:rPr>
              <a:t>4.2.2</a:t>
            </a:r>
            <a:r>
              <a:rPr lang="fr-FR" altLang="en-US" sz="2400" i="0">
                <a:solidFill>
                  <a:srgbClr val="0033CC"/>
                </a:solidFill>
              </a:rPr>
              <a:t>   Using A Generator</a:t>
            </a:r>
            <a:br>
              <a:rPr lang="fr-FR" altLang="en-US" sz="2400" i="0">
                <a:solidFill>
                  <a:srgbClr val="0033CC"/>
                </a:solidFill>
              </a:rPr>
            </a:br>
            <a:r>
              <a:rPr lang="fr-FR" altLang="en-US" sz="2400" i="0">
                <a:solidFill>
                  <a:srgbClr val="FF0000"/>
                </a:solidFill>
              </a:rPr>
              <a:t>4.2.3</a:t>
            </a:r>
            <a:r>
              <a:rPr lang="fr-FR" altLang="en-US" sz="2400" i="0">
                <a:solidFill>
                  <a:srgbClr val="0033CC"/>
                </a:solidFill>
              </a:rPr>
              <a:t>   Summary</a:t>
            </a:r>
            <a:endParaRPr lang="en-US" altLang="en-US" sz="2400" i="0">
              <a:solidFill>
                <a:srgbClr val="0033CC"/>
              </a:solidFill>
            </a:endParaRPr>
          </a:p>
        </p:txBody>
      </p:sp>
      <p:sp>
        <p:nvSpPr>
          <p:cNvPr id="1105931" name="Text Box 11">
            <a:extLst>
              <a:ext uri="{FF2B5EF4-FFF2-40B4-BE49-F238E27FC236}">
                <a16:creationId xmlns:a16="http://schemas.microsoft.com/office/drawing/2014/main" id="{46B30825-28B5-5F56-2FD5-3BA239BB2834}"/>
              </a:ext>
            </a:extLst>
          </p:cNvPr>
          <p:cNvSpPr txBox="1">
            <a:spLocks noChangeArrowheads="1"/>
          </p:cNvSpPr>
          <p:nvPr/>
        </p:nvSpPr>
        <p:spPr bwMode="auto">
          <a:xfrm>
            <a:off x="76200" y="3962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en-US" sz="2800" u="sng">
                <a:solidFill>
                  <a:srgbClr val="FF0000"/>
                </a:solidFill>
                <a:effectLst>
                  <a:outerShdw blurRad="38100" dist="38100" dir="2700000" algn="tl">
                    <a:srgbClr val="C0C0C0"/>
                  </a:outerShdw>
                </a:effectLst>
              </a:rPr>
              <a:t>Topics discussed in this section:</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Slide Number Placeholder 1">
            <a:extLst>
              <a:ext uri="{FF2B5EF4-FFF2-40B4-BE49-F238E27FC236}">
                <a16:creationId xmlns:a16="http://schemas.microsoft.com/office/drawing/2014/main" id="{497391B0-5911-D174-8F45-DAC2659F6A7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ABF3288C-6200-4326-BB97-AF71A772F42A}" type="slidenum">
              <a:rPr lang="en-US" altLang="en-US" i="0">
                <a:solidFill>
                  <a:srgbClr val="1C1C1C"/>
                </a:solidFill>
                <a:latin typeface="Arial" panose="020B0604020202020204" pitchFamily="34" charset="0"/>
              </a:rPr>
              <a:pPr/>
              <a:t>126</a:t>
            </a:fld>
            <a:endParaRPr lang="en-US" altLang="en-US" i="0">
              <a:solidFill>
                <a:srgbClr val="1C1C1C"/>
              </a:solidFill>
              <a:latin typeface="Arial" panose="020B0604020202020204" pitchFamily="34" charset="0"/>
            </a:endParaRPr>
          </a:p>
        </p:txBody>
      </p:sp>
      <p:sp>
        <p:nvSpPr>
          <p:cNvPr id="1114128" name="Rectangle 16">
            <a:extLst>
              <a:ext uri="{FF2B5EF4-FFF2-40B4-BE49-F238E27FC236}">
                <a16:creationId xmlns:a16="http://schemas.microsoft.com/office/drawing/2014/main" id="{6A97EC7C-9BF0-0CF2-59FB-B08FEC6CA5B5}"/>
              </a:ext>
            </a:extLst>
          </p:cNvPr>
          <p:cNvSpPr>
            <a:spLocks noChangeArrowheads="1"/>
          </p:cNvSpPr>
          <p:nvPr/>
        </p:nvSpPr>
        <p:spPr bwMode="auto">
          <a:xfrm>
            <a:off x="0" y="0"/>
            <a:ext cx="9144000" cy="7620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endParaRPr lang="en-US" altLang="en-US" sz="3200" i="0">
              <a:solidFill>
                <a:srgbClr val="000000"/>
              </a:solidFill>
              <a:effectLst>
                <a:outerShdw blurRad="38100" dist="38100" dir="2700000" algn="tl">
                  <a:srgbClr val="FFFFFF"/>
                </a:outerShdw>
              </a:effectLst>
            </a:endParaRPr>
          </a:p>
        </p:txBody>
      </p:sp>
      <p:sp>
        <p:nvSpPr>
          <p:cNvPr id="262148" name="Text Box 9">
            <a:extLst>
              <a:ext uri="{FF2B5EF4-FFF2-40B4-BE49-F238E27FC236}">
                <a16:creationId xmlns:a16="http://schemas.microsoft.com/office/drawing/2014/main" id="{49C99B9B-B014-6ADB-2BB9-080015275C93}"/>
              </a:ext>
            </a:extLst>
          </p:cNvPr>
          <p:cNvSpPr txBox="1">
            <a:spLocks noChangeArrowheads="1"/>
          </p:cNvSpPr>
          <p:nvPr/>
        </p:nvSpPr>
        <p:spPr bwMode="auto">
          <a:xfrm>
            <a:off x="76200" y="30163"/>
            <a:ext cx="29606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a:t>
            </a:r>
            <a:r>
              <a:rPr lang="en-US" altLang="en-US" sz="3200">
                <a:solidFill>
                  <a:srgbClr val="FF0000"/>
                </a:solidFill>
              </a:rPr>
              <a:t>     </a:t>
            </a:r>
            <a:r>
              <a:rPr lang="en-US" altLang="en-US" sz="3200">
                <a:solidFill>
                  <a:srgbClr val="000000"/>
                </a:solidFill>
              </a:rPr>
              <a:t>Continued</a:t>
            </a:r>
          </a:p>
        </p:txBody>
      </p:sp>
      <p:sp>
        <p:nvSpPr>
          <p:cNvPr id="262149" name="Text Box 10">
            <a:extLst>
              <a:ext uri="{FF2B5EF4-FFF2-40B4-BE49-F238E27FC236}">
                <a16:creationId xmlns:a16="http://schemas.microsoft.com/office/drawing/2014/main" id="{B9D6B01A-AEDC-A2D4-AD1D-A8778E1909F0}"/>
              </a:ext>
            </a:extLst>
          </p:cNvPr>
          <p:cNvSpPr txBox="1">
            <a:spLocks noChangeArrowheads="1"/>
          </p:cNvSpPr>
          <p:nvPr/>
        </p:nvSpPr>
        <p:spPr bwMode="auto">
          <a:xfrm>
            <a:off x="152400" y="10668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4.14</a:t>
            </a:r>
            <a:endParaRPr lang="en-US" altLang="en-US" sz="2000">
              <a:solidFill>
                <a:srgbClr val="FFFFFF"/>
              </a:solidFill>
            </a:endParaRPr>
          </a:p>
        </p:txBody>
      </p:sp>
      <p:sp>
        <p:nvSpPr>
          <p:cNvPr id="262150" name="Rectangle 11">
            <a:extLst>
              <a:ext uri="{FF2B5EF4-FFF2-40B4-BE49-F238E27FC236}">
                <a16:creationId xmlns:a16="http://schemas.microsoft.com/office/drawing/2014/main" id="{47EB3651-5A4B-37E4-868B-B9584E0AE677}"/>
              </a:ext>
            </a:extLst>
          </p:cNvPr>
          <p:cNvSpPr>
            <a:spLocks noChangeArrowheads="1"/>
          </p:cNvSpPr>
          <p:nvPr/>
        </p:nvSpPr>
        <p:spPr bwMode="auto">
          <a:xfrm>
            <a:off x="152400" y="1406525"/>
            <a:ext cx="88392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Let us define a GF(2</a:t>
            </a:r>
            <a:r>
              <a:rPr lang="en-US" altLang="en-US" sz="2400" i="0" baseline="30000">
                <a:solidFill>
                  <a:srgbClr val="000000"/>
                </a:solidFill>
              </a:rPr>
              <a:t>2</a:t>
            </a:r>
            <a:r>
              <a:rPr lang="en-US" altLang="en-US" sz="2400" i="0">
                <a:solidFill>
                  <a:srgbClr val="000000"/>
                </a:solidFill>
              </a:rPr>
              <a:t>) field in which the set has four 2-bit words: {00, 01, 10, 11}. We can redefine addition and multiplication for this field in such a way that all properties of these operations are satisfied, as shown in Figure 4.8.</a:t>
            </a:r>
          </a:p>
        </p:txBody>
      </p:sp>
      <p:pic>
        <p:nvPicPr>
          <p:cNvPr id="262151" name="Picture 14">
            <a:extLst>
              <a:ext uri="{FF2B5EF4-FFF2-40B4-BE49-F238E27FC236}">
                <a16:creationId xmlns:a16="http://schemas.microsoft.com/office/drawing/2014/main" id="{7317170D-EA1D-ED01-998B-381A4EF39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238625"/>
            <a:ext cx="376555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2152" name="Text Box 15">
            <a:extLst>
              <a:ext uri="{FF2B5EF4-FFF2-40B4-BE49-F238E27FC236}">
                <a16:creationId xmlns:a16="http://schemas.microsoft.com/office/drawing/2014/main" id="{F3D39EF8-422E-E3C4-F532-C947593960F0}"/>
              </a:ext>
            </a:extLst>
          </p:cNvPr>
          <p:cNvSpPr txBox="1">
            <a:spLocks noChangeArrowheads="1"/>
          </p:cNvSpPr>
          <p:nvPr/>
        </p:nvSpPr>
        <p:spPr bwMode="auto">
          <a:xfrm>
            <a:off x="2133600" y="3541713"/>
            <a:ext cx="4500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4.8  </a:t>
            </a:r>
            <a:r>
              <a:rPr lang="en-US" altLang="en-US" sz="2000">
                <a:solidFill>
                  <a:srgbClr val="000000"/>
                </a:solidFill>
              </a:rPr>
              <a:t>An example of GF(2</a:t>
            </a:r>
            <a:r>
              <a:rPr lang="en-US" altLang="en-US" sz="2000" baseline="30000">
                <a:solidFill>
                  <a:srgbClr val="000000"/>
                </a:solidFill>
              </a:rPr>
              <a:t>2</a:t>
            </a:r>
            <a:r>
              <a:rPr lang="en-US" altLang="en-US" sz="2000">
                <a:solidFill>
                  <a:srgbClr val="000000"/>
                </a:solidFill>
              </a:rPr>
              <a:t>) field</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Slide Number Placeholder 1">
            <a:extLst>
              <a:ext uri="{FF2B5EF4-FFF2-40B4-BE49-F238E27FC236}">
                <a16:creationId xmlns:a16="http://schemas.microsoft.com/office/drawing/2014/main" id="{6F6CE403-DDD6-84CC-99EC-A679A7930B4A}"/>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4BD1F2D1-BE17-418B-B111-65AC3D2AE0C5}" type="slidenum">
              <a:rPr lang="en-US" altLang="en-US" i="0">
                <a:solidFill>
                  <a:srgbClr val="1C1C1C"/>
                </a:solidFill>
                <a:latin typeface="Arial" panose="020B0604020202020204" pitchFamily="34" charset="0"/>
              </a:rPr>
              <a:pPr/>
              <a:t>127</a:t>
            </a:fld>
            <a:endParaRPr lang="en-US" altLang="en-US" i="0">
              <a:solidFill>
                <a:srgbClr val="1C1C1C"/>
              </a:solidFill>
              <a:latin typeface="Arial" panose="020B0604020202020204" pitchFamily="34" charset="0"/>
            </a:endParaRPr>
          </a:p>
        </p:txBody>
      </p:sp>
      <p:sp>
        <p:nvSpPr>
          <p:cNvPr id="264195" name="Rectangle 2">
            <a:extLst>
              <a:ext uri="{FF2B5EF4-FFF2-40B4-BE49-F238E27FC236}">
                <a16:creationId xmlns:a16="http://schemas.microsoft.com/office/drawing/2014/main" id="{036A586B-53F6-EB32-213A-43A2A35E8C1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4196" name="Rectangle 3">
            <a:extLst>
              <a:ext uri="{FF2B5EF4-FFF2-40B4-BE49-F238E27FC236}">
                <a16:creationId xmlns:a16="http://schemas.microsoft.com/office/drawing/2014/main" id="{70754559-875F-CAC9-C335-4779C0DA66B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4197" name="Rectangle 4">
            <a:extLst>
              <a:ext uri="{FF2B5EF4-FFF2-40B4-BE49-F238E27FC236}">
                <a16:creationId xmlns:a16="http://schemas.microsoft.com/office/drawing/2014/main" id="{E8217533-12F5-A0BE-C288-3D59EB519674}"/>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4198" name="Rectangle 5">
            <a:extLst>
              <a:ext uri="{FF2B5EF4-FFF2-40B4-BE49-F238E27FC236}">
                <a16:creationId xmlns:a16="http://schemas.microsoft.com/office/drawing/2014/main" id="{CA174113-B59F-9E14-98B6-AD1A7F520AB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4199" name="Rectangle 6">
            <a:extLst>
              <a:ext uri="{FF2B5EF4-FFF2-40B4-BE49-F238E27FC236}">
                <a16:creationId xmlns:a16="http://schemas.microsoft.com/office/drawing/2014/main" id="{31FFACE9-6DE7-A9FC-62FC-D8917A1BD82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4200" name="Rectangle 7">
            <a:extLst>
              <a:ext uri="{FF2B5EF4-FFF2-40B4-BE49-F238E27FC236}">
                <a16:creationId xmlns:a16="http://schemas.microsoft.com/office/drawing/2014/main" id="{2CE79DF8-5905-FDED-1F1C-54CAB4F7EF3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4201" name="Rectangle 8">
            <a:extLst>
              <a:ext uri="{FF2B5EF4-FFF2-40B4-BE49-F238E27FC236}">
                <a16:creationId xmlns:a16="http://schemas.microsoft.com/office/drawing/2014/main" id="{CC346D98-21C4-2CE5-7848-FE5D30F09FC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4202" name="Text Box 9">
            <a:extLst>
              <a:ext uri="{FF2B5EF4-FFF2-40B4-BE49-F238E27FC236}">
                <a16:creationId xmlns:a16="http://schemas.microsoft.com/office/drawing/2014/main" id="{A6BCE45F-7BD1-FD53-E798-88F285C72D93}"/>
              </a:ext>
            </a:extLst>
          </p:cNvPr>
          <p:cNvSpPr txBox="1">
            <a:spLocks noChangeArrowheads="1"/>
          </p:cNvSpPr>
          <p:nvPr/>
        </p:nvSpPr>
        <p:spPr bwMode="auto">
          <a:xfrm>
            <a:off x="1143000" y="0"/>
            <a:ext cx="3581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FF0000"/>
                </a:solidFill>
              </a:rPr>
              <a:t>4.2.1     Polynomials</a:t>
            </a:r>
          </a:p>
        </p:txBody>
      </p:sp>
      <p:sp>
        <p:nvSpPr>
          <p:cNvPr id="264203" name="Rectangle 10">
            <a:extLst>
              <a:ext uri="{FF2B5EF4-FFF2-40B4-BE49-F238E27FC236}">
                <a16:creationId xmlns:a16="http://schemas.microsoft.com/office/drawing/2014/main" id="{3FB0DB2C-EB90-1F32-0117-FD86EC26AF3A}"/>
              </a:ext>
            </a:extLst>
          </p:cNvPr>
          <p:cNvSpPr>
            <a:spLocks noChangeArrowheads="1"/>
          </p:cNvSpPr>
          <p:nvPr/>
        </p:nvSpPr>
        <p:spPr bwMode="auto">
          <a:xfrm>
            <a:off x="152400" y="1066800"/>
            <a:ext cx="883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A polynomial of degree </a:t>
            </a:r>
            <a:r>
              <a:rPr lang="en-US" altLang="en-US" sz="2800">
                <a:solidFill>
                  <a:srgbClr val="000000"/>
                </a:solidFill>
              </a:rPr>
              <a:t>n</a:t>
            </a:r>
            <a:r>
              <a:rPr lang="en-US" altLang="en-US" sz="2800" i="0">
                <a:solidFill>
                  <a:srgbClr val="000000"/>
                </a:solidFill>
              </a:rPr>
              <a:t> − 1 is an expression</a:t>
            </a:r>
          </a:p>
          <a:p>
            <a:pPr algn="just" eaLnBrk="1" hangingPunct="1"/>
            <a:r>
              <a:rPr lang="en-US" altLang="en-US" sz="2800" i="0">
                <a:solidFill>
                  <a:srgbClr val="000000"/>
                </a:solidFill>
              </a:rPr>
              <a:t>of the form</a:t>
            </a:r>
          </a:p>
        </p:txBody>
      </p:sp>
      <p:pic>
        <p:nvPicPr>
          <p:cNvPr id="264204" name="Picture 11">
            <a:extLst>
              <a:ext uri="{FF2B5EF4-FFF2-40B4-BE49-F238E27FC236}">
                <a16:creationId xmlns:a16="http://schemas.microsoft.com/office/drawing/2014/main" id="{D5520CBE-811D-9D40-010F-F77F7C193E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550" y="2133600"/>
            <a:ext cx="621665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4205" name="Rectangle 12">
            <a:extLst>
              <a:ext uri="{FF2B5EF4-FFF2-40B4-BE49-F238E27FC236}">
                <a16:creationId xmlns:a16="http://schemas.microsoft.com/office/drawing/2014/main" id="{306381D5-2EFD-BC86-04CC-B93FE9E6AEFA}"/>
              </a:ext>
            </a:extLst>
          </p:cNvPr>
          <p:cNvSpPr>
            <a:spLocks noChangeArrowheads="1"/>
          </p:cNvSpPr>
          <p:nvPr/>
        </p:nvSpPr>
        <p:spPr bwMode="auto">
          <a:xfrm>
            <a:off x="304800" y="3276600"/>
            <a:ext cx="8839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where </a:t>
            </a:r>
            <a:r>
              <a:rPr lang="en-US" altLang="en-US" sz="2800">
                <a:solidFill>
                  <a:srgbClr val="FF0000"/>
                </a:solidFill>
              </a:rPr>
              <a:t>x</a:t>
            </a:r>
            <a:r>
              <a:rPr lang="en-US" altLang="en-US" sz="2800" baseline="30000">
                <a:solidFill>
                  <a:srgbClr val="FF0000"/>
                </a:solidFill>
              </a:rPr>
              <a:t>i</a:t>
            </a:r>
            <a:r>
              <a:rPr lang="en-US" altLang="en-US" sz="2800" i="0">
                <a:solidFill>
                  <a:srgbClr val="000000"/>
                </a:solidFill>
              </a:rPr>
              <a:t> is called the ith term and </a:t>
            </a:r>
            <a:r>
              <a:rPr lang="en-US" altLang="en-US" sz="2800">
                <a:solidFill>
                  <a:srgbClr val="FF0000"/>
                </a:solidFill>
              </a:rPr>
              <a:t>a</a:t>
            </a:r>
            <a:r>
              <a:rPr lang="en-US" altLang="en-US" sz="2800" baseline="-25000">
                <a:solidFill>
                  <a:srgbClr val="FF0000"/>
                </a:solidFill>
              </a:rPr>
              <a:t>i</a:t>
            </a:r>
            <a:r>
              <a:rPr lang="en-US" altLang="en-US" sz="2800" i="0">
                <a:solidFill>
                  <a:srgbClr val="000000"/>
                </a:solidFill>
              </a:rPr>
              <a:t> is called coefficient of the </a:t>
            </a:r>
            <a:r>
              <a:rPr lang="en-US" altLang="en-US" sz="2800">
                <a:solidFill>
                  <a:srgbClr val="000000"/>
                </a:solidFill>
              </a:rPr>
              <a:t>i</a:t>
            </a:r>
            <a:r>
              <a:rPr lang="en-US" altLang="en-US" sz="2800" i="0">
                <a:solidFill>
                  <a:srgbClr val="000000"/>
                </a:solidFill>
              </a:rPr>
              <a:t>th term.</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Slide Number Placeholder 1">
            <a:extLst>
              <a:ext uri="{FF2B5EF4-FFF2-40B4-BE49-F238E27FC236}">
                <a16:creationId xmlns:a16="http://schemas.microsoft.com/office/drawing/2014/main" id="{131AD935-EFBE-AC36-45E9-A04C46E0BC8A}"/>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EA7F7F0F-A004-4359-8F13-C509F8AC1BF7}" type="slidenum">
              <a:rPr lang="en-US" altLang="en-US" i="0">
                <a:solidFill>
                  <a:srgbClr val="1C1C1C"/>
                </a:solidFill>
                <a:latin typeface="Arial" panose="020B0604020202020204" pitchFamily="34" charset="0"/>
              </a:rPr>
              <a:pPr/>
              <a:t>128</a:t>
            </a:fld>
            <a:endParaRPr lang="en-US" altLang="en-US" i="0">
              <a:solidFill>
                <a:srgbClr val="1C1C1C"/>
              </a:solidFill>
              <a:latin typeface="Arial" panose="020B0604020202020204" pitchFamily="34" charset="0"/>
            </a:endParaRPr>
          </a:p>
        </p:txBody>
      </p:sp>
      <p:sp>
        <p:nvSpPr>
          <p:cNvPr id="266243" name="Rectangle 2">
            <a:extLst>
              <a:ext uri="{FF2B5EF4-FFF2-40B4-BE49-F238E27FC236}">
                <a16:creationId xmlns:a16="http://schemas.microsoft.com/office/drawing/2014/main" id="{51A4B548-F384-12A8-DCD7-6E04737E680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6244" name="Rectangle 3">
            <a:extLst>
              <a:ext uri="{FF2B5EF4-FFF2-40B4-BE49-F238E27FC236}">
                <a16:creationId xmlns:a16="http://schemas.microsoft.com/office/drawing/2014/main" id="{1C12D639-748B-461D-CC59-C17AB09664E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6245" name="Rectangle 4">
            <a:extLst>
              <a:ext uri="{FF2B5EF4-FFF2-40B4-BE49-F238E27FC236}">
                <a16:creationId xmlns:a16="http://schemas.microsoft.com/office/drawing/2014/main" id="{A2A12883-AC7D-4A15-184D-5236400BEF6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6246" name="Rectangle 5">
            <a:extLst>
              <a:ext uri="{FF2B5EF4-FFF2-40B4-BE49-F238E27FC236}">
                <a16:creationId xmlns:a16="http://schemas.microsoft.com/office/drawing/2014/main" id="{9848D14F-32F7-8AC4-979D-74169941113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6247" name="Rectangle 6">
            <a:extLst>
              <a:ext uri="{FF2B5EF4-FFF2-40B4-BE49-F238E27FC236}">
                <a16:creationId xmlns:a16="http://schemas.microsoft.com/office/drawing/2014/main" id="{E881A550-4683-25EB-95A0-D5F7E368899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6248" name="Rectangle 7">
            <a:extLst>
              <a:ext uri="{FF2B5EF4-FFF2-40B4-BE49-F238E27FC236}">
                <a16:creationId xmlns:a16="http://schemas.microsoft.com/office/drawing/2014/main" id="{7D35E458-80FD-713D-F952-9826B26B01B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6249" name="Rectangle 8">
            <a:extLst>
              <a:ext uri="{FF2B5EF4-FFF2-40B4-BE49-F238E27FC236}">
                <a16:creationId xmlns:a16="http://schemas.microsoft.com/office/drawing/2014/main" id="{9538E571-D9F7-C4DA-D146-24C4AF246C7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6250" name="Text Box 9">
            <a:extLst>
              <a:ext uri="{FF2B5EF4-FFF2-40B4-BE49-F238E27FC236}">
                <a16:creationId xmlns:a16="http://schemas.microsoft.com/office/drawing/2014/main" id="{F944A56B-AF59-2D38-5473-D5BF848BD016}"/>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66251" name="Text Box 10">
            <a:extLst>
              <a:ext uri="{FF2B5EF4-FFF2-40B4-BE49-F238E27FC236}">
                <a16:creationId xmlns:a16="http://schemas.microsoft.com/office/drawing/2014/main" id="{966EEC85-D220-6AE8-61FA-A86CECEE918F}"/>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4.15</a:t>
            </a:r>
            <a:endParaRPr lang="en-US" altLang="en-US" sz="2000">
              <a:solidFill>
                <a:srgbClr val="FFFFFF"/>
              </a:solidFill>
            </a:endParaRPr>
          </a:p>
        </p:txBody>
      </p:sp>
      <p:sp>
        <p:nvSpPr>
          <p:cNvPr id="266252" name="Rectangle 11">
            <a:extLst>
              <a:ext uri="{FF2B5EF4-FFF2-40B4-BE49-F238E27FC236}">
                <a16:creationId xmlns:a16="http://schemas.microsoft.com/office/drawing/2014/main" id="{6F6F7862-E897-2131-42D1-426C87D6163F}"/>
              </a:ext>
            </a:extLst>
          </p:cNvPr>
          <p:cNvSpPr>
            <a:spLocks noChangeArrowheads="1"/>
          </p:cNvSpPr>
          <p:nvPr/>
        </p:nvSpPr>
        <p:spPr bwMode="auto">
          <a:xfrm>
            <a:off x="152400" y="1371600"/>
            <a:ext cx="88392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Figure 4.9 show how we can represent the 8-bit word (10011001) using a polynomials.</a:t>
            </a:r>
          </a:p>
        </p:txBody>
      </p:sp>
      <p:pic>
        <p:nvPicPr>
          <p:cNvPr id="266253" name="Picture 14">
            <a:extLst>
              <a:ext uri="{FF2B5EF4-FFF2-40B4-BE49-F238E27FC236}">
                <a16:creationId xmlns:a16="http://schemas.microsoft.com/office/drawing/2014/main" id="{DB487B3A-2E9C-0DE1-41DC-F81DFD3923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3813" y="3252788"/>
            <a:ext cx="6097587" cy="299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54" name="Text Box 15">
            <a:extLst>
              <a:ext uri="{FF2B5EF4-FFF2-40B4-BE49-F238E27FC236}">
                <a16:creationId xmlns:a16="http://schemas.microsoft.com/office/drawing/2014/main" id="{C723A2AA-005E-A1E7-E9BF-9BE5B3F3022A}"/>
              </a:ext>
            </a:extLst>
          </p:cNvPr>
          <p:cNvSpPr txBox="1">
            <a:spLocks noChangeArrowheads="1"/>
          </p:cNvSpPr>
          <p:nvPr/>
        </p:nvSpPr>
        <p:spPr bwMode="auto">
          <a:xfrm>
            <a:off x="1384300" y="2514600"/>
            <a:ext cx="6692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4.9  </a:t>
            </a:r>
            <a:r>
              <a:rPr lang="en-US" altLang="en-US" sz="2000">
                <a:solidFill>
                  <a:srgbClr val="000000"/>
                </a:solidFill>
              </a:rPr>
              <a:t>Representation of an 8-bit word by a polynomial</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Slide Number Placeholder 1">
            <a:extLst>
              <a:ext uri="{FF2B5EF4-FFF2-40B4-BE49-F238E27FC236}">
                <a16:creationId xmlns:a16="http://schemas.microsoft.com/office/drawing/2014/main" id="{CB9D1943-44C0-C87C-BD3F-AE0124867ED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9018C06A-DC00-4056-9A6A-79889244870A}" type="slidenum">
              <a:rPr lang="en-US" altLang="en-US" i="0">
                <a:solidFill>
                  <a:srgbClr val="1C1C1C"/>
                </a:solidFill>
                <a:latin typeface="Arial" panose="020B0604020202020204" pitchFamily="34" charset="0"/>
              </a:rPr>
              <a:pPr/>
              <a:t>129</a:t>
            </a:fld>
            <a:endParaRPr lang="en-US" altLang="en-US" i="0">
              <a:solidFill>
                <a:srgbClr val="1C1C1C"/>
              </a:solidFill>
              <a:latin typeface="Arial" panose="020B0604020202020204" pitchFamily="34" charset="0"/>
            </a:endParaRPr>
          </a:p>
        </p:txBody>
      </p:sp>
      <p:sp>
        <p:nvSpPr>
          <p:cNvPr id="268291" name="Rectangle 2">
            <a:extLst>
              <a:ext uri="{FF2B5EF4-FFF2-40B4-BE49-F238E27FC236}">
                <a16:creationId xmlns:a16="http://schemas.microsoft.com/office/drawing/2014/main" id="{7B947F26-CFDE-9BD2-2BA1-448D50C89DF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8292" name="Rectangle 3">
            <a:extLst>
              <a:ext uri="{FF2B5EF4-FFF2-40B4-BE49-F238E27FC236}">
                <a16:creationId xmlns:a16="http://schemas.microsoft.com/office/drawing/2014/main" id="{C83790AD-DAFD-12CA-6DF5-B31E3AFE0AB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8293" name="Rectangle 4">
            <a:extLst>
              <a:ext uri="{FF2B5EF4-FFF2-40B4-BE49-F238E27FC236}">
                <a16:creationId xmlns:a16="http://schemas.microsoft.com/office/drawing/2014/main" id="{9A7DC1BC-AA33-BA11-706D-152F1FC7DDC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8294" name="Rectangle 5">
            <a:extLst>
              <a:ext uri="{FF2B5EF4-FFF2-40B4-BE49-F238E27FC236}">
                <a16:creationId xmlns:a16="http://schemas.microsoft.com/office/drawing/2014/main" id="{F960CC0D-3D3A-4112-4938-113F18FDB64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8295" name="Rectangle 6">
            <a:extLst>
              <a:ext uri="{FF2B5EF4-FFF2-40B4-BE49-F238E27FC236}">
                <a16:creationId xmlns:a16="http://schemas.microsoft.com/office/drawing/2014/main" id="{7C61FCC3-4DA6-ACF6-B901-1B717192337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8296" name="Rectangle 7">
            <a:extLst>
              <a:ext uri="{FF2B5EF4-FFF2-40B4-BE49-F238E27FC236}">
                <a16:creationId xmlns:a16="http://schemas.microsoft.com/office/drawing/2014/main" id="{0D0BCA56-104C-44E0-F716-A6F78A40E32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8297" name="Rectangle 8">
            <a:extLst>
              <a:ext uri="{FF2B5EF4-FFF2-40B4-BE49-F238E27FC236}">
                <a16:creationId xmlns:a16="http://schemas.microsoft.com/office/drawing/2014/main" id="{378B0473-CCFE-AACB-4BD8-57839755F37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68298" name="Text Box 9">
            <a:extLst>
              <a:ext uri="{FF2B5EF4-FFF2-40B4-BE49-F238E27FC236}">
                <a16:creationId xmlns:a16="http://schemas.microsoft.com/office/drawing/2014/main" id="{9B3D82C7-26B7-4EDD-C549-DF23925D408B}"/>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68299" name="Text Box 10">
            <a:extLst>
              <a:ext uri="{FF2B5EF4-FFF2-40B4-BE49-F238E27FC236}">
                <a16:creationId xmlns:a16="http://schemas.microsoft.com/office/drawing/2014/main" id="{17DA957E-B726-DB38-7CAD-CA4574512BF3}"/>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4.16</a:t>
            </a:r>
            <a:endParaRPr lang="en-US" altLang="en-US" sz="2000">
              <a:solidFill>
                <a:srgbClr val="FFFFFF"/>
              </a:solidFill>
            </a:endParaRPr>
          </a:p>
        </p:txBody>
      </p:sp>
      <p:sp>
        <p:nvSpPr>
          <p:cNvPr id="268300" name="Rectangle 11">
            <a:extLst>
              <a:ext uri="{FF2B5EF4-FFF2-40B4-BE49-F238E27FC236}">
                <a16:creationId xmlns:a16="http://schemas.microsoft.com/office/drawing/2014/main" id="{27D494C1-8C9D-BD1B-7018-AD836D40FE05}"/>
              </a:ext>
            </a:extLst>
          </p:cNvPr>
          <p:cNvSpPr>
            <a:spLocks noChangeArrowheads="1"/>
          </p:cNvSpPr>
          <p:nvPr/>
        </p:nvSpPr>
        <p:spPr bwMode="auto">
          <a:xfrm>
            <a:off x="152400" y="1143000"/>
            <a:ext cx="88392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To find the 8-bit word related to the polynomial </a:t>
            </a:r>
            <a:r>
              <a:rPr lang="en-US" altLang="en-US" sz="2400">
                <a:solidFill>
                  <a:srgbClr val="000000"/>
                </a:solidFill>
              </a:rPr>
              <a:t>x</a:t>
            </a:r>
            <a:r>
              <a:rPr lang="en-US" altLang="en-US" sz="2400" i="0" baseline="30000">
                <a:solidFill>
                  <a:srgbClr val="000000"/>
                </a:solidFill>
              </a:rPr>
              <a:t>5</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2</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we first supply the omitted terms. Since </a:t>
            </a:r>
            <a:r>
              <a:rPr lang="en-US" altLang="en-US" sz="2400">
                <a:solidFill>
                  <a:srgbClr val="000000"/>
                </a:solidFill>
              </a:rPr>
              <a:t>n</a:t>
            </a:r>
            <a:r>
              <a:rPr lang="en-US" altLang="en-US" sz="2400" i="0">
                <a:solidFill>
                  <a:srgbClr val="000000"/>
                </a:solidFill>
              </a:rPr>
              <a:t> = 8, it means the polynomial is of degree 7. The expanded polynomial is</a:t>
            </a:r>
          </a:p>
        </p:txBody>
      </p:sp>
      <p:pic>
        <p:nvPicPr>
          <p:cNvPr id="268301" name="Picture 14">
            <a:extLst>
              <a:ext uri="{FF2B5EF4-FFF2-40B4-BE49-F238E27FC236}">
                <a16:creationId xmlns:a16="http://schemas.microsoft.com/office/drawing/2014/main" id="{42A184C2-66AF-DAEB-F11B-434C454AAB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3181350"/>
            <a:ext cx="61055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8302" name="Rectangle 15">
            <a:extLst>
              <a:ext uri="{FF2B5EF4-FFF2-40B4-BE49-F238E27FC236}">
                <a16:creationId xmlns:a16="http://schemas.microsoft.com/office/drawing/2014/main" id="{77D32CE8-49AC-54A3-FBCA-CDF01AFE39D1}"/>
              </a:ext>
            </a:extLst>
          </p:cNvPr>
          <p:cNvSpPr>
            <a:spLocks noChangeArrowheads="1"/>
          </p:cNvSpPr>
          <p:nvPr/>
        </p:nvSpPr>
        <p:spPr bwMode="auto">
          <a:xfrm>
            <a:off x="152400" y="4419600"/>
            <a:ext cx="8839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This is related to the 8-bit word </a:t>
            </a:r>
            <a:r>
              <a:rPr lang="en-US" altLang="en-US" sz="2400" i="0">
                <a:solidFill>
                  <a:srgbClr val="FF0000"/>
                </a:solidFill>
              </a:rPr>
              <a:t>00100110</a:t>
            </a:r>
            <a:r>
              <a:rPr lang="en-US" altLang="en-US" sz="2400" i="0">
                <a:solidFill>
                  <a:srgbClr val="000000"/>
                </a:solidFill>
              </a:rPr>
              <a:t>.</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Slide Number Placeholder 1">
            <a:extLst>
              <a:ext uri="{FF2B5EF4-FFF2-40B4-BE49-F238E27FC236}">
                <a16:creationId xmlns:a16="http://schemas.microsoft.com/office/drawing/2014/main" id="{80105F58-A920-3BE6-8C87-63A066E08B5B}"/>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92586F38-4B15-484A-A937-DA40C0090B02}" type="slidenum">
              <a:rPr lang="en-US" altLang="en-US" i="0">
                <a:solidFill>
                  <a:srgbClr val="1C1C1C"/>
                </a:solidFill>
                <a:latin typeface="Arial" panose="020B0604020202020204" pitchFamily="34" charset="0"/>
              </a:rPr>
              <a:pPr/>
              <a:t>130</a:t>
            </a:fld>
            <a:endParaRPr lang="en-US" altLang="en-US" i="0">
              <a:solidFill>
                <a:srgbClr val="1C1C1C"/>
              </a:solidFill>
              <a:latin typeface="Arial" panose="020B0604020202020204" pitchFamily="34" charset="0"/>
            </a:endParaRPr>
          </a:p>
        </p:txBody>
      </p:sp>
      <p:sp>
        <p:nvSpPr>
          <p:cNvPr id="270339" name="Rectangle 2">
            <a:extLst>
              <a:ext uri="{FF2B5EF4-FFF2-40B4-BE49-F238E27FC236}">
                <a16:creationId xmlns:a16="http://schemas.microsoft.com/office/drawing/2014/main" id="{B0D5468D-3DC0-C748-523C-2016932FBB2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0340" name="Rectangle 3">
            <a:extLst>
              <a:ext uri="{FF2B5EF4-FFF2-40B4-BE49-F238E27FC236}">
                <a16:creationId xmlns:a16="http://schemas.microsoft.com/office/drawing/2014/main" id="{D7786588-6541-5B34-D9D6-4C0E21C3CE4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0341" name="Rectangle 4">
            <a:extLst>
              <a:ext uri="{FF2B5EF4-FFF2-40B4-BE49-F238E27FC236}">
                <a16:creationId xmlns:a16="http://schemas.microsoft.com/office/drawing/2014/main" id="{A882018F-60E7-73F7-5709-619D106A1D1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0342" name="Rectangle 5">
            <a:extLst>
              <a:ext uri="{FF2B5EF4-FFF2-40B4-BE49-F238E27FC236}">
                <a16:creationId xmlns:a16="http://schemas.microsoft.com/office/drawing/2014/main" id="{0BC9BBCC-8088-F8D4-3F60-B2BA411B20E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0343" name="Rectangle 6">
            <a:extLst>
              <a:ext uri="{FF2B5EF4-FFF2-40B4-BE49-F238E27FC236}">
                <a16:creationId xmlns:a16="http://schemas.microsoft.com/office/drawing/2014/main" id="{D82EFB49-042D-1BDE-98B8-FA2E8B66442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0344" name="Rectangle 7">
            <a:extLst>
              <a:ext uri="{FF2B5EF4-FFF2-40B4-BE49-F238E27FC236}">
                <a16:creationId xmlns:a16="http://schemas.microsoft.com/office/drawing/2014/main" id="{85392B77-D58F-1341-DCE6-3DF26E733D7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0345" name="Rectangle 8">
            <a:extLst>
              <a:ext uri="{FF2B5EF4-FFF2-40B4-BE49-F238E27FC236}">
                <a16:creationId xmlns:a16="http://schemas.microsoft.com/office/drawing/2014/main" id="{0040972C-FE0A-7F9B-78B8-8FF366EDAE2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0346" name="Text Box 9">
            <a:extLst>
              <a:ext uri="{FF2B5EF4-FFF2-40B4-BE49-F238E27FC236}">
                <a16:creationId xmlns:a16="http://schemas.microsoft.com/office/drawing/2014/main" id="{A3909C53-4CB5-99C9-60DD-0351ACE58B27}"/>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70347" name="Text Box 11">
            <a:extLst>
              <a:ext uri="{FF2B5EF4-FFF2-40B4-BE49-F238E27FC236}">
                <a16:creationId xmlns:a16="http://schemas.microsoft.com/office/drawing/2014/main" id="{FC8EEF5B-2901-4FB9-8B85-D60D1C8DBAF6}"/>
              </a:ext>
            </a:extLst>
          </p:cNvPr>
          <p:cNvSpPr txBox="1">
            <a:spLocks noChangeArrowheads="1"/>
          </p:cNvSpPr>
          <p:nvPr/>
        </p:nvSpPr>
        <p:spPr bwMode="auto">
          <a:xfrm>
            <a:off x="1147763" y="533400"/>
            <a:ext cx="1928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GF(</a:t>
            </a:r>
            <a:r>
              <a:rPr lang="en-US" altLang="en-US" sz="2400">
                <a:solidFill>
                  <a:srgbClr val="3333CC"/>
                </a:solidFill>
              </a:rPr>
              <a:t>2</a:t>
            </a:r>
            <a:r>
              <a:rPr lang="en-US" altLang="en-US" sz="2400" baseline="30000">
                <a:solidFill>
                  <a:srgbClr val="3333CC"/>
                </a:solidFill>
              </a:rPr>
              <a:t>n</a:t>
            </a:r>
            <a:r>
              <a:rPr lang="en-US" altLang="en-US" sz="2400" i="0">
                <a:solidFill>
                  <a:srgbClr val="3333CC"/>
                </a:solidFill>
              </a:rPr>
              <a:t>) Fields</a:t>
            </a:r>
          </a:p>
        </p:txBody>
      </p:sp>
      <p:sp>
        <p:nvSpPr>
          <p:cNvPr id="270348" name="Line 12">
            <a:extLst>
              <a:ext uri="{FF2B5EF4-FFF2-40B4-BE49-F238E27FC236}">
                <a16:creationId xmlns:a16="http://schemas.microsoft.com/office/drawing/2014/main" id="{5543725E-A17A-0362-2D98-A628DE9634C0}"/>
              </a:ext>
            </a:extLst>
          </p:cNvPr>
          <p:cNvSpPr>
            <a:spLocks noChangeShapeType="1"/>
          </p:cNvSpPr>
          <p:nvPr/>
        </p:nvSpPr>
        <p:spPr bwMode="auto">
          <a:xfrm>
            <a:off x="457200" y="1981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49" name="Line 13">
            <a:extLst>
              <a:ext uri="{FF2B5EF4-FFF2-40B4-BE49-F238E27FC236}">
                <a16:creationId xmlns:a16="http://schemas.microsoft.com/office/drawing/2014/main" id="{FA8D3A60-510D-37E3-78C8-2BE6481A4953}"/>
              </a:ext>
            </a:extLst>
          </p:cNvPr>
          <p:cNvSpPr>
            <a:spLocks noChangeShapeType="1"/>
          </p:cNvSpPr>
          <p:nvPr/>
        </p:nvSpPr>
        <p:spPr bwMode="auto">
          <a:xfrm>
            <a:off x="458788" y="3200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0350" name="Rectangle 14">
            <a:extLst>
              <a:ext uri="{FF2B5EF4-FFF2-40B4-BE49-F238E27FC236}">
                <a16:creationId xmlns:a16="http://schemas.microsoft.com/office/drawing/2014/main" id="{C4EF5C53-2BB1-AE39-08BE-7DE2C6698B0B}"/>
              </a:ext>
            </a:extLst>
          </p:cNvPr>
          <p:cNvSpPr>
            <a:spLocks noChangeArrowheads="1"/>
          </p:cNvSpPr>
          <p:nvPr/>
        </p:nvSpPr>
        <p:spPr bwMode="auto">
          <a:xfrm>
            <a:off x="495300" y="20732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i="0">
                <a:solidFill>
                  <a:srgbClr val="000000"/>
                </a:solidFill>
                <a:latin typeface="Arial" panose="020B0604020202020204" pitchFamily="34" charset="0"/>
              </a:rPr>
              <a:t>Polynomials representing </a:t>
            </a:r>
            <a:r>
              <a:rPr lang="en-US" altLang="en-US" sz="3200">
                <a:solidFill>
                  <a:srgbClr val="000000"/>
                </a:solidFill>
                <a:latin typeface="Arial" panose="020B0604020202020204" pitchFamily="34" charset="0"/>
              </a:rPr>
              <a:t>n</a:t>
            </a:r>
            <a:r>
              <a:rPr lang="en-US" altLang="en-US" sz="3200" i="0">
                <a:solidFill>
                  <a:srgbClr val="000000"/>
                </a:solidFill>
                <a:latin typeface="Arial" panose="020B0604020202020204" pitchFamily="34" charset="0"/>
              </a:rPr>
              <a:t>-bit words use two fields: GF(2) and GF(2</a:t>
            </a:r>
            <a:r>
              <a:rPr lang="en-US" altLang="en-US" sz="3200" baseline="30000">
                <a:solidFill>
                  <a:srgbClr val="000000"/>
                </a:solidFill>
                <a:latin typeface="Arial" panose="020B0604020202020204" pitchFamily="34" charset="0"/>
              </a:rPr>
              <a:t>n</a:t>
            </a:r>
            <a:r>
              <a:rPr lang="en-US" altLang="en-US" sz="3200" i="0">
                <a:solidFill>
                  <a:srgbClr val="000000"/>
                </a:solidFill>
                <a:latin typeface="Arial" panose="020B0604020202020204" pitchFamily="34" charset="0"/>
              </a:rPr>
              <a:t>).</a:t>
            </a:r>
          </a:p>
        </p:txBody>
      </p:sp>
      <p:grpSp>
        <p:nvGrpSpPr>
          <p:cNvPr id="270351" name="Group 15">
            <a:extLst>
              <a:ext uri="{FF2B5EF4-FFF2-40B4-BE49-F238E27FC236}">
                <a16:creationId xmlns:a16="http://schemas.microsoft.com/office/drawing/2014/main" id="{E747D440-26FB-7EED-6460-99C9E95A4075}"/>
              </a:ext>
            </a:extLst>
          </p:cNvPr>
          <p:cNvGrpSpPr>
            <a:grpSpLocks/>
          </p:cNvGrpSpPr>
          <p:nvPr/>
        </p:nvGrpSpPr>
        <p:grpSpPr bwMode="auto">
          <a:xfrm>
            <a:off x="457200" y="1295400"/>
            <a:ext cx="1143000" cy="566738"/>
            <a:chOff x="1200" y="1248"/>
            <a:chExt cx="720" cy="357"/>
          </a:xfrm>
        </p:grpSpPr>
        <p:pic>
          <p:nvPicPr>
            <p:cNvPr id="270352" name="Picture 16">
              <a:extLst>
                <a:ext uri="{FF2B5EF4-FFF2-40B4-BE49-F238E27FC236}">
                  <a16:creationId xmlns:a16="http://schemas.microsoft.com/office/drawing/2014/main" id="{B539D7B5-FD96-B5F3-FD4C-95EF1CE16F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0353" name="Text Box 17">
              <a:extLst>
                <a:ext uri="{FF2B5EF4-FFF2-40B4-BE49-F238E27FC236}">
                  <a16:creationId xmlns:a16="http://schemas.microsoft.com/office/drawing/2014/main" id="{F57672EA-38C1-AC77-1907-3708B8F5FBC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Slide Number Placeholder 1">
            <a:extLst>
              <a:ext uri="{FF2B5EF4-FFF2-40B4-BE49-F238E27FC236}">
                <a16:creationId xmlns:a16="http://schemas.microsoft.com/office/drawing/2014/main" id="{58E72D49-AA56-5B7A-A306-6D321EAD3BD6}"/>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9DCA74F8-EA33-441A-A66D-D7342A7C6F2F}" type="slidenum">
              <a:rPr lang="en-US" altLang="en-US" i="0">
                <a:solidFill>
                  <a:srgbClr val="1C1C1C"/>
                </a:solidFill>
                <a:latin typeface="Arial" panose="020B0604020202020204" pitchFamily="34" charset="0"/>
              </a:rPr>
              <a:pPr/>
              <a:t>131</a:t>
            </a:fld>
            <a:endParaRPr lang="en-US" altLang="en-US" i="0">
              <a:solidFill>
                <a:srgbClr val="1C1C1C"/>
              </a:solidFill>
              <a:latin typeface="Arial" panose="020B0604020202020204" pitchFamily="34" charset="0"/>
            </a:endParaRPr>
          </a:p>
        </p:txBody>
      </p:sp>
      <p:sp>
        <p:nvSpPr>
          <p:cNvPr id="272387" name="Rectangle 2">
            <a:extLst>
              <a:ext uri="{FF2B5EF4-FFF2-40B4-BE49-F238E27FC236}">
                <a16:creationId xmlns:a16="http://schemas.microsoft.com/office/drawing/2014/main" id="{2847DF33-965C-30A3-0F25-9A071F3720D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2388" name="Rectangle 3">
            <a:extLst>
              <a:ext uri="{FF2B5EF4-FFF2-40B4-BE49-F238E27FC236}">
                <a16:creationId xmlns:a16="http://schemas.microsoft.com/office/drawing/2014/main" id="{F01ABAFF-FB04-9AFF-035C-5413C193AD1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2389" name="Rectangle 4">
            <a:extLst>
              <a:ext uri="{FF2B5EF4-FFF2-40B4-BE49-F238E27FC236}">
                <a16:creationId xmlns:a16="http://schemas.microsoft.com/office/drawing/2014/main" id="{4CD02D41-E766-586E-F496-70E1F4C1F0D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2390" name="Rectangle 5">
            <a:extLst>
              <a:ext uri="{FF2B5EF4-FFF2-40B4-BE49-F238E27FC236}">
                <a16:creationId xmlns:a16="http://schemas.microsoft.com/office/drawing/2014/main" id="{4648B3CB-7BAC-CD52-A530-07F0D12231B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2391" name="Rectangle 6">
            <a:extLst>
              <a:ext uri="{FF2B5EF4-FFF2-40B4-BE49-F238E27FC236}">
                <a16:creationId xmlns:a16="http://schemas.microsoft.com/office/drawing/2014/main" id="{C0B5E7D6-4D19-A2B4-0423-66E4EFD54E5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2392" name="Rectangle 7">
            <a:extLst>
              <a:ext uri="{FF2B5EF4-FFF2-40B4-BE49-F238E27FC236}">
                <a16:creationId xmlns:a16="http://schemas.microsoft.com/office/drawing/2014/main" id="{4F0F1A5A-A124-A730-7AE5-323D0E2954A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2393" name="Rectangle 8">
            <a:extLst>
              <a:ext uri="{FF2B5EF4-FFF2-40B4-BE49-F238E27FC236}">
                <a16:creationId xmlns:a16="http://schemas.microsoft.com/office/drawing/2014/main" id="{88E47B3A-76BF-D3B0-5503-0EF81A087E7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2394" name="Text Box 9">
            <a:extLst>
              <a:ext uri="{FF2B5EF4-FFF2-40B4-BE49-F238E27FC236}">
                <a16:creationId xmlns:a16="http://schemas.microsoft.com/office/drawing/2014/main" id="{67E56F06-BD59-1A57-DFC5-E51C999BD10C}"/>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72395" name="Rectangle 10">
            <a:extLst>
              <a:ext uri="{FF2B5EF4-FFF2-40B4-BE49-F238E27FC236}">
                <a16:creationId xmlns:a16="http://schemas.microsoft.com/office/drawing/2014/main" id="{695B7000-8057-224C-0966-FE01C542DFED}"/>
              </a:ext>
            </a:extLst>
          </p:cNvPr>
          <p:cNvSpPr>
            <a:spLocks noChangeArrowheads="1"/>
          </p:cNvSpPr>
          <p:nvPr/>
        </p:nvSpPr>
        <p:spPr bwMode="auto">
          <a:xfrm>
            <a:off x="152400" y="1066800"/>
            <a:ext cx="8839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000000"/>
                </a:solidFill>
              </a:rPr>
              <a:t>For the sets of polynomials in GF(2</a:t>
            </a:r>
            <a:r>
              <a:rPr lang="en-US" altLang="en-US" sz="2800" baseline="30000">
                <a:solidFill>
                  <a:srgbClr val="000000"/>
                </a:solidFill>
              </a:rPr>
              <a:t>n</a:t>
            </a:r>
            <a:r>
              <a:rPr lang="en-US" altLang="en-US" sz="2800" i="0">
                <a:solidFill>
                  <a:srgbClr val="000000"/>
                </a:solidFill>
              </a:rPr>
              <a:t>), a group of polynomials of degree </a:t>
            </a:r>
            <a:r>
              <a:rPr lang="en-US" altLang="en-US" sz="2800">
                <a:solidFill>
                  <a:srgbClr val="000000"/>
                </a:solidFill>
              </a:rPr>
              <a:t>n</a:t>
            </a:r>
            <a:r>
              <a:rPr lang="en-US" altLang="en-US" sz="2800" i="0">
                <a:solidFill>
                  <a:srgbClr val="000000"/>
                </a:solidFill>
              </a:rPr>
              <a:t> is defined as the modulus. Such polynomials are referred to as </a:t>
            </a:r>
            <a:r>
              <a:rPr lang="en-US" altLang="en-US" sz="2800" i="0">
                <a:solidFill>
                  <a:srgbClr val="FF0000"/>
                </a:solidFill>
              </a:rPr>
              <a:t>irreducible polynomials.</a:t>
            </a:r>
            <a:r>
              <a:rPr lang="en-US" altLang="en-US" sz="2800" i="0">
                <a:solidFill>
                  <a:srgbClr val="000000"/>
                </a:solidFill>
              </a:rPr>
              <a:t> </a:t>
            </a:r>
          </a:p>
        </p:txBody>
      </p:sp>
      <p:sp>
        <p:nvSpPr>
          <p:cNvPr id="272396" name="Text Box 11">
            <a:extLst>
              <a:ext uri="{FF2B5EF4-FFF2-40B4-BE49-F238E27FC236}">
                <a16:creationId xmlns:a16="http://schemas.microsoft.com/office/drawing/2014/main" id="{C8C34EE2-30C3-3E86-4BE7-E5F584D59DB6}"/>
              </a:ext>
            </a:extLst>
          </p:cNvPr>
          <p:cNvSpPr txBox="1">
            <a:spLocks noChangeArrowheads="1"/>
          </p:cNvSpPr>
          <p:nvPr/>
        </p:nvSpPr>
        <p:spPr bwMode="auto">
          <a:xfrm>
            <a:off x="1147763" y="533400"/>
            <a:ext cx="1336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Modulus</a:t>
            </a:r>
          </a:p>
        </p:txBody>
      </p:sp>
      <p:pic>
        <p:nvPicPr>
          <p:cNvPr id="272397" name="Picture 18">
            <a:extLst>
              <a:ext uri="{FF2B5EF4-FFF2-40B4-BE49-F238E27FC236}">
                <a16:creationId xmlns:a16="http://schemas.microsoft.com/office/drawing/2014/main" id="{7C8D880F-3AE6-4EE1-98A8-7EF374750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450" y="3582988"/>
            <a:ext cx="8464550" cy="2513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2398" name="Text Box 19">
            <a:extLst>
              <a:ext uri="{FF2B5EF4-FFF2-40B4-BE49-F238E27FC236}">
                <a16:creationId xmlns:a16="http://schemas.microsoft.com/office/drawing/2014/main" id="{E6ABBB30-3E28-7010-10A3-D831598D2A51}"/>
              </a:ext>
            </a:extLst>
          </p:cNvPr>
          <p:cNvSpPr txBox="1">
            <a:spLocks noChangeArrowheads="1"/>
          </p:cNvSpPr>
          <p:nvPr/>
        </p:nvSpPr>
        <p:spPr bwMode="auto">
          <a:xfrm>
            <a:off x="1965325" y="3048000"/>
            <a:ext cx="4740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Table 4.9  </a:t>
            </a:r>
            <a:r>
              <a:rPr lang="en-US" altLang="en-US" sz="2000">
                <a:solidFill>
                  <a:srgbClr val="000000"/>
                </a:solidFill>
              </a:rPr>
              <a:t>List of irreducible polynomials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Slide Number Placeholder 1">
            <a:extLst>
              <a:ext uri="{FF2B5EF4-FFF2-40B4-BE49-F238E27FC236}">
                <a16:creationId xmlns:a16="http://schemas.microsoft.com/office/drawing/2014/main" id="{B00FAB72-7BDE-3015-5F40-1A43875E3307}"/>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DB779958-D984-4CA0-9709-AB14CB834F5B}" type="slidenum">
              <a:rPr lang="en-US" altLang="en-US" i="0">
                <a:solidFill>
                  <a:srgbClr val="1C1C1C"/>
                </a:solidFill>
                <a:latin typeface="Arial" panose="020B0604020202020204" pitchFamily="34" charset="0"/>
              </a:rPr>
              <a:pPr/>
              <a:t>132</a:t>
            </a:fld>
            <a:endParaRPr lang="en-US" altLang="en-US" i="0">
              <a:solidFill>
                <a:srgbClr val="1C1C1C"/>
              </a:solidFill>
              <a:latin typeface="Arial" panose="020B0604020202020204" pitchFamily="34" charset="0"/>
            </a:endParaRPr>
          </a:p>
        </p:txBody>
      </p:sp>
      <p:sp>
        <p:nvSpPr>
          <p:cNvPr id="274435" name="Rectangle 2">
            <a:extLst>
              <a:ext uri="{FF2B5EF4-FFF2-40B4-BE49-F238E27FC236}">
                <a16:creationId xmlns:a16="http://schemas.microsoft.com/office/drawing/2014/main" id="{F6B97E6F-DB68-C9D4-294B-61CFF082BF3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4436" name="Rectangle 3">
            <a:extLst>
              <a:ext uri="{FF2B5EF4-FFF2-40B4-BE49-F238E27FC236}">
                <a16:creationId xmlns:a16="http://schemas.microsoft.com/office/drawing/2014/main" id="{76130205-F874-AB38-CD33-E9C427CAFC0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4437" name="Rectangle 4">
            <a:extLst>
              <a:ext uri="{FF2B5EF4-FFF2-40B4-BE49-F238E27FC236}">
                <a16:creationId xmlns:a16="http://schemas.microsoft.com/office/drawing/2014/main" id="{915B6D96-5480-CB93-481B-0A3CA0278BC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4438" name="Rectangle 5">
            <a:extLst>
              <a:ext uri="{FF2B5EF4-FFF2-40B4-BE49-F238E27FC236}">
                <a16:creationId xmlns:a16="http://schemas.microsoft.com/office/drawing/2014/main" id="{027C6401-BB42-1331-D270-15C4AF2C5D0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4439" name="Rectangle 6">
            <a:extLst>
              <a:ext uri="{FF2B5EF4-FFF2-40B4-BE49-F238E27FC236}">
                <a16:creationId xmlns:a16="http://schemas.microsoft.com/office/drawing/2014/main" id="{86C5EEE4-19CF-C552-B970-A6323A972C0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4440" name="Rectangle 7">
            <a:extLst>
              <a:ext uri="{FF2B5EF4-FFF2-40B4-BE49-F238E27FC236}">
                <a16:creationId xmlns:a16="http://schemas.microsoft.com/office/drawing/2014/main" id="{7DA1C71D-A2D1-C774-BF5C-5B56E62DC5E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4441" name="Rectangle 8">
            <a:extLst>
              <a:ext uri="{FF2B5EF4-FFF2-40B4-BE49-F238E27FC236}">
                <a16:creationId xmlns:a16="http://schemas.microsoft.com/office/drawing/2014/main" id="{D4EF3AE3-839A-A645-B0C9-39AAE535885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4442" name="Text Box 9">
            <a:extLst>
              <a:ext uri="{FF2B5EF4-FFF2-40B4-BE49-F238E27FC236}">
                <a16:creationId xmlns:a16="http://schemas.microsoft.com/office/drawing/2014/main" id="{CF6D5F22-5661-61C6-748D-46B9720E7F5D}"/>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 </a:t>
            </a:r>
            <a:r>
              <a:rPr lang="en-US" altLang="en-US" sz="3200">
                <a:solidFill>
                  <a:srgbClr val="FF0000"/>
                </a:solidFill>
              </a:rPr>
              <a:t>    </a:t>
            </a:r>
            <a:r>
              <a:rPr lang="en-US" altLang="en-US" sz="3200">
                <a:solidFill>
                  <a:srgbClr val="000000"/>
                </a:solidFill>
              </a:rPr>
              <a:t>Continued</a:t>
            </a:r>
          </a:p>
        </p:txBody>
      </p:sp>
      <p:sp>
        <p:nvSpPr>
          <p:cNvPr id="274443" name="Text Box 11">
            <a:extLst>
              <a:ext uri="{FF2B5EF4-FFF2-40B4-BE49-F238E27FC236}">
                <a16:creationId xmlns:a16="http://schemas.microsoft.com/office/drawing/2014/main" id="{B70D3701-CE20-5989-B71B-0762B39831EE}"/>
              </a:ext>
            </a:extLst>
          </p:cNvPr>
          <p:cNvSpPr txBox="1">
            <a:spLocks noChangeArrowheads="1"/>
          </p:cNvSpPr>
          <p:nvPr/>
        </p:nvSpPr>
        <p:spPr bwMode="auto">
          <a:xfrm>
            <a:off x="1147763" y="533400"/>
            <a:ext cx="1336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Addition</a:t>
            </a:r>
          </a:p>
        </p:txBody>
      </p:sp>
      <p:sp>
        <p:nvSpPr>
          <p:cNvPr id="274444" name="Line 12">
            <a:extLst>
              <a:ext uri="{FF2B5EF4-FFF2-40B4-BE49-F238E27FC236}">
                <a16:creationId xmlns:a16="http://schemas.microsoft.com/office/drawing/2014/main" id="{E0C66C16-5873-24B5-E275-1C574CD933BC}"/>
              </a:ext>
            </a:extLst>
          </p:cNvPr>
          <p:cNvSpPr>
            <a:spLocks noChangeShapeType="1"/>
          </p:cNvSpPr>
          <p:nvPr/>
        </p:nvSpPr>
        <p:spPr bwMode="auto">
          <a:xfrm>
            <a:off x="457200" y="2057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445" name="Line 13">
            <a:extLst>
              <a:ext uri="{FF2B5EF4-FFF2-40B4-BE49-F238E27FC236}">
                <a16:creationId xmlns:a16="http://schemas.microsoft.com/office/drawing/2014/main" id="{D14A1F28-0A71-533A-F22C-BDE17395D392}"/>
              </a:ext>
            </a:extLst>
          </p:cNvPr>
          <p:cNvSpPr>
            <a:spLocks noChangeShapeType="1"/>
          </p:cNvSpPr>
          <p:nvPr/>
        </p:nvSpPr>
        <p:spPr bwMode="auto">
          <a:xfrm>
            <a:off x="458788" y="3276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4446" name="Rectangle 14">
            <a:extLst>
              <a:ext uri="{FF2B5EF4-FFF2-40B4-BE49-F238E27FC236}">
                <a16:creationId xmlns:a16="http://schemas.microsoft.com/office/drawing/2014/main" id="{D50C28D4-5AA6-E61D-6F29-296244A666C8}"/>
              </a:ext>
            </a:extLst>
          </p:cNvPr>
          <p:cNvSpPr>
            <a:spLocks noChangeArrowheads="1"/>
          </p:cNvSpPr>
          <p:nvPr/>
        </p:nvSpPr>
        <p:spPr bwMode="auto">
          <a:xfrm>
            <a:off x="495300" y="21494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a:r>
              <a:rPr lang="en-US" altLang="en-US" sz="3200" i="0">
                <a:solidFill>
                  <a:srgbClr val="000000"/>
                </a:solidFill>
                <a:latin typeface="Arial" panose="020B0604020202020204" pitchFamily="34" charset="0"/>
              </a:rPr>
              <a:t>Addition and subtraction operations on polynomials are the same operation.</a:t>
            </a:r>
          </a:p>
        </p:txBody>
      </p:sp>
      <p:grpSp>
        <p:nvGrpSpPr>
          <p:cNvPr id="274447" name="Group 15">
            <a:extLst>
              <a:ext uri="{FF2B5EF4-FFF2-40B4-BE49-F238E27FC236}">
                <a16:creationId xmlns:a16="http://schemas.microsoft.com/office/drawing/2014/main" id="{0365BB07-F740-514E-9D19-D688AB41CB93}"/>
              </a:ext>
            </a:extLst>
          </p:cNvPr>
          <p:cNvGrpSpPr>
            <a:grpSpLocks/>
          </p:cNvGrpSpPr>
          <p:nvPr/>
        </p:nvGrpSpPr>
        <p:grpSpPr bwMode="auto">
          <a:xfrm>
            <a:off x="457200" y="1371600"/>
            <a:ext cx="1143000" cy="566738"/>
            <a:chOff x="1200" y="1248"/>
            <a:chExt cx="720" cy="357"/>
          </a:xfrm>
        </p:grpSpPr>
        <p:pic>
          <p:nvPicPr>
            <p:cNvPr id="274448" name="Picture 16">
              <a:extLst>
                <a:ext uri="{FF2B5EF4-FFF2-40B4-BE49-F238E27FC236}">
                  <a16:creationId xmlns:a16="http://schemas.microsoft.com/office/drawing/2014/main" id="{050DCC59-CBA1-8DC3-7468-49C67340FD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4449" name="Text Box 17">
              <a:extLst>
                <a:ext uri="{FF2B5EF4-FFF2-40B4-BE49-F238E27FC236}">
                  <a16:creationId xmlns:a16="http://schemas.microsoft.com/office/drawing/2014/main" id="{69599B5E-C0F4-3F8C-884A-D9274291218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800">
                  <a:solidFill>
                    <a:srgbClr val="FF0000"/>
                  </a:solidFill>
                </a:rPr>
                <a:t>Note</a:t>
              </a:r>
            </a:p>
          </p:txBody>
        </p:sp>
      </p:gr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Slide Number Placeholder 1">
            <a:extLst>
              <a:ext uri="{FF2B5EF4-FFF2-40B4-BE49-F238E27FC236}">
                <a16:creationId xmlns:a16="http://schemas.microsoft.com/office/drawing/2014/main" id="{0A0610D6-D067-34BB-5263-3A6FD0868C80}"/>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FEB568D1-413B-46DA-B0A5-506FEE5ECF86}" type="slidenum">
              <a:rPr lang="en-US" altLang="en-US" i="0">
                <a:solidFill>
                  <a:srgbClr val="1C1C1C"/>
                </a:solidFill>
                <a:latin typeface="Arial" panose="020B0604020202020204" pitchFamily="34" charset="0"/>
              </a:rPr>
              <a:pPr/>
              <a:t>133</a:t>
            </a:fld>
            <a:endParaRPr lang="en-US" altLang="en-US" i="0">
              <a:solidFill>
                <a:srgbClr val="1C1C1C"/>
              </a:solidFill>
              <a:latin typeface="Arial" panose="020B0604020202020204" pitchFamily="34" charset="0"/>
            </a:endParaRPr>
          </a:p>
        </p:txBody>
      </p:sp>
      <p:sp>
        <p:nvSpPr>
          <p:cNvPr id="276483" name="Rectangle 2">
            <a:extLst>
              <a:ext uri="{FF2B5EF4-FFF2-40B4-BE49-F238E27FC236}">
                <a16:creationId xmlns:a16="http://schemas.microsoft.com/office/drawing/2014/main" id="{43EE9961-2243-FE71-2B84-42A650EAE45B}"/>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6484" name="Rectangle 3">
            <a:extLst>
              <a:ext uri="{FF2B5EF4-FFF2-40B4-BE49-F238E27FC236}">
                <a16:creationId xmlns:a16="http://schemas.microsoft.com/office/drawing/2014/main" id="{9F9348FA-C50E-25A6-6973-4E59D2702A9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6485" name="Rectangle 4">
            <a:extLst>
              <a:ext uri="{FF2B5EF4-FFF2-40B4-BE49-F238E27FC236}">
                <a16:creationId xmlns:a16="http://schemas.microsoft.com/office/drawing/2014/main" id="{C2AFCA73-64E8-AD11-B3E9-DCA27464FFD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6486" name="Rectangle 5">
            <a:extLst>
              <a:ext uri="{FF2B5EF4-FFF2-40B4-BE49-F238E27FC236}">
                <a16:creationId xmlns:a16="http://schemas.microsoft.com/office/drawing/2014/main" id="{D99ED3B3-C2E9-A258-FCDA-9731E3774BF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6487" name="Rectangle 6">
            <a:extLst>
              <a:ext uri="{FF2B5EF4-FFF2-40B4-BE49-F238E27FC236}">
                <a16:creationId xmlns:a16="http://schemas.microsoft.com/office/drawing/2014/main" id="{0898E238-134B-D726-D550-4323D7BCF74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6488" name="Rectangle 7">
            <a:extLst>
              <a:ext uri="{FF2B5EF4-FFF2-40B4-BE49-F238E27FC236}">
                <a16:creationId xmlns:a16="http://schemas.microsoft.com/office/drawing/2014/main" id="{B9641ADF-7B38-6010-6602-0FC2DE8D50D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6489" name="Rectangle 8">
            <a:extLst>
              <a:ext uri="{FF2B5EF4-FFF2-40B4-BE49-F238E27FC236}">
                <a16:creationId xmlns:a16="http://schemas.microsoft.com/office/drawing/2014/main" id="{09319FF7-89EF-CC81-A158-7A490C420B7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6490" name="Text Box 9">
            <a:extLst>
              <a:ext uri="{FF2B5EF4-FFF2-40B4-BE49-F238E27FC236}">
                <a16:creationId xmlns:a16="http://schemas.microsoft.com/office/drawing/2014/main" id="{FEB1B551-ADE9-E6BB-59D7-43A541F6CC48}"/>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76491" name="Text Box 10">
            <a:extLst>
              <a:ext uri="{FF2B5EF4-FFF2-40B4-BE49-F238E27FC236}">
                <a16:creationId xmlns:a16="http://schemas.microsoft.com/office/drawing/2014/main" id="{30A61A7F-E8F1-AC54-02B7-C3D047E62424}"/>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4.17</a:t>
            </a:r>
            <a:endParaRPr lang="en-US" altLang="en-US" sz="2000">
              <a:solidFill>
                <a:srgbClr val="FFFFFF"/>
              </a:solidFill>
            </a:endParaRPr>
          </a:p>
        </p:txBody>
      </p:sp>
      <p:sp>
        <p:nvSpPr>
          <p:cNvPr id="276492" name="Rectangle 11">
            <a:extLst>
              <a:ext uri="{FF2B5EF4-FFF2-40B4-BE49-F238E27FC236}">
                <a16:creationId xmlns:a16="http://schemas.microsoft.com/office/drawing/2014/main" id="{2D58789D-2333-A662-9BDF-D61ADE0462CB}"/>
              </a:ext>
            </a:extLst>
          </p:cNvPr>
          <p:cNvSpPr>
            <a:spLocks noChangeArrowheads="1"/>
          </p:cNvSpPr>
          <p:nvPr/>
        </p:nvSpPr>
        <p:spPr bwMode="auto">
          <a:xfrm>
            <a:off x="152400" y="1143000"/>
            <a:ext cx="88392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Let us do (x</a:t>
            </a:r>
            <a:r>
              <a:rPr lang="en-US" altLang="en-US" sz="2400" i="0" baseline="30000">
                <a:solidFill>
                  <a:srgbClr val="000000"/>
                </a:solidFill>
              </a:rPr>
              <a:t>5</a:t>
            </a:r>
            <a:r>
              <a:rPr lang="en-US" altLang="en-US" sz="2400" i="0">
                <a:solidFill>
                  <a:srgbClr val="000000"/>
                </a:solidFill>
              </a:rPr>
              <a:t> + x</a:t>
            </a:r>
            <a:r>
              <a:rPr lang="en-US" altLang="en-US" sz="2400" i="0" baseline="30000">
                <a:solidFill>
                  <a:srgbClr val="000000"/>
                </a:solidFill>
              </a:rPr>
              <a:t>2</a:t>
            </a:r>
            <a:r>
              <a:rPr lang="en-US" altLang="en-US" sz="2400" i="0">
                <a:solidFill>
                  <a:srgbClr val="000000"/>
                </a:solidFill>
              </a:rPr>
              <a:t> + x) </a:t>
            </a:r>
            <a:r>
              <a:rPr lang="en-US" altLang="en-US" sz="2400" i="0">
                <a:solidFill>
                  <a:srgbClr val="000000"/>
                </a:solidFill>
                <a:latin typeface="Symbol" panose="05050102010706020507" pitchFamily="18" charset="2"/>
              </a:rPr>
              <a:t>Å</a:t>
            </a:r>
            <a:r>
              <a:rPr lang="en-US" altLang="en-US" sz="2400" i="0">
                <a:solidFill>
                  <a:srgbClr val="000000"/>
                </a:solidFill>
              </a:rPr>
              <a:t> (x</a:t>
            </a:r>
            <a:r>
              <a:rPr lang="en-US" altLang="en-US" sz="2400" i="0" baseline="30000">
                <a:solidFill>
                  <a:srgbClr val="000000"/>
                </a:solidFill>
              </a:rPr>
              <a:t>3</a:t>
            </a:r>
            <a:r>
              <a:rPr lang="en-US" altLang="en-US" sz="2400" i="0">
                <a:solidFill>
                  <a:srgbClr val="000000"/>
                </a:solidFill>
              </a:rPr>
              <a:t> + x</a:t>
            </a:r>
            <a:r>
              <a:rPr lang="en-US" altLang="en-US" sz="2400" i="0" baseline="30000">
                <a:solidFill>
                  <a:srgbClr val="000000"/>
                </a:solidFill>
              </a:rPr>
              <a:t>2</a:t>
            </a:r>
            <a:r>
              <a:rPr lang="en-US" altLang="en-US" sz="2400" i="0">
                <a:solidFill>
                  <a:srgbClr val="000000"/>
                </a:solidFill>
              </a:rPr>
              <a:t> + 1) in GF(2</a:t>
            </a:r>
            <a:r>
              <a:rPr lang="en-US" altLang="en-US" sz="2400" i="0" baseline="30000">
                <a:solidFill>
                  <a:srgbClr val="000000"/>
                </a:solidFill>
              </a:rPr>
              <a:t>8</a:t>
            </a:r>
            <a:r>
              <a:rPr lang="en-US" altLang="en-US" sz="2400" i="0">
                <a:solidFill>
                  <a:srgbClr val="000000"/>
                </a:solidFill>
              </a:rPr>
              <a:t>). We use the symbol </a:t>
            </a:r>
            <a:r>
              <a:rPr lang="en-US" altLang="en-US" sz="2400" i="0">
                <a:solidFill>
                  <a:srgbClr val="000000"/>
                </a:solidFill>
                <a:latin typeface="Symbol" panose="05050102010706020507" pitchFamily="18" charset="2"/>
              </a:rPr>
              <a:t>Å</a:t>
            </a:r>
            <a:r>
              <a:rPr lang="en-US" altLang="en-US" sz="2400" i="0">
                <a:solidFill>
                  <a:srgbClr val="000000"/>
                </a:solidFill>
              </a:rPr>
              <a:t> to show that we mean polynomial addition. The following shows the procedure:</a:t>
            </a:r>
          </a:p>
        </p:txBody>
      </p:sp>
      <p:pic>
        <p:nvPicPr>
          <p:cNvPr id="276493" name="Picture 14">
            <a:extLst>
              <a:ext uri="{FF2B5EF4-FFF2-40B4-BE49-F238E27FC236}">
                <a16:creationId xmlns:a16="http://schemas.microsoft.com/office/drawing/2014/main" id="{863BDF8B-5ACB-724B-3B88-94A9BD1C8E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781425"/>
            <a:ext cx="7596188"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Slide Number Placeholder 1">
            <a:extLst>
              <a:ext uri="{FF2B5EF4-FFF2-40B4-BE49-F238E27FC236}">
                <a16:creationId xmlns:a16="http://schemas.microsoft.com/office/drawing/2014/main" id="{F85F48F7-8F8C-3418-1121-2DE3DB3FAA6F}"/>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583EF6BC-7949-4363-B4AC-3A7DA749EBAE}" type="slidenum">
              <a:rPr lang="en-US" altLang="en-US" i="0">
                <a:solidFill>
                  <a:srgbClr val="1C1C1C"/>
                </a:solidFill>
                <a:latin typeface="Arial" panose="020B0604020202020204" pitchFamily="34" charset="0"/>
              </a:rPr>
              <a:pPr/>
              <a:t>134</a:t>
            </a:fld>
            <a:endParaRPr lang="en-US" altLang="en-US" i="0">
              <a:solidFill>
                <a:srgbClr val="1C1C1C"/>
              </a:solidFill>
              <a:latin typeface="Arial" panose="020B0604020202020204" pitchFamily="34" charset="0"/>
            </a:endParaRPr>
          </a:p>
        </p:txBody>
      </p:sp>
      <p:sp>
        <p:nvSpPr>
          <p:cNvPr id="278531" name="Rectangle 2">
            <a:extLst>
              <a:ext uri="{FF2B5EF4-FFF2-40B4-BE49-F238E27FC236}">
                <a16:creationId xmlns:a16="http://schemas.microsoft.com/office/drawing/2014/main" id="{400EDA69-6884-655E-080A-9C96C32E3C7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8532" name="Rectangle 3">
            <a:extLst>
              <a:ext uri="{FF2B5EF4-FFF2-40B4-BE49-F238E27FC236}">
                <a16:creationId xmlns:a16="http://schemas.microsoft.com/office/drawing/2014/main" id="{7EA4DD22-9FCB-1566-3EAC-9D957D4FDB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8533" name="Rectangle 4">
            <a:extLst>
              <a:ext uri="{FF2B5EF4-FFF2-40B4-BE49-F238E27FC236}">
                <a16:creationId xmlns:a16="http://schemas.microsoft.com/office/drawing/2014/main" id="{88554315-602D-3596-60BF-0AF0E3FFC02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8534" name="Rectangle 5">
            <a:extLst>
              <a:ext uri="{FF2B5EF4-FFF2-40B4-BE49-F238E27FC236}">
                <a16:creationId xmlns:a16="http://schemas.microsoft.com/office/drawing/2014/main" id="{024141DE-8FE4-44D7-43E4-A7ED184F034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8535" name="Rectangle 6">
            <a:extLst>
              <a:ext uri="{FF2B5EF4-FFF2-40B4-BE49-F238E27FC236}">
                <a16:creationId xmlns:a16="http://schemas.microsoft.com/office/drawing/2014/main" id="{8EFFE9C2-29A1-C3C1-89C6-A67628208B0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8536" name="Rectangle 7">
            <a:extLst>
              <a:ext uri="{FF2B5EF4-FFF2-40B4-BE49-F238E27FC236}">
                <a16:creationId xmlns:a16="http://schemas.microsoft.com/office/drawing/2014/main" id="{0C501E56-9A20-1FB2-457F-B9F6EF29EB9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8537" name="Rectangle 8">
            <a:extLst>
              <a:ext uri="{FF2B5EF4-FFF2-40B4-BE49-F238E27FC236}">
                <a16:creationId xmlns:a16="http://schemas.microsoft.com/office/drawing/2014/main" id="{5A7BE6FE-B564-5ECE-E73C-5C8DDD1DB77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78538" name="Text Box 9">
            <a:extLst>
              <a:ext uri="{FF2B5EF4-FFF2-40B4-BE49-F238E27FC236}">
                <a16:creationId xmlns:a16="http://schemas.microsoft.com/office/drawing/2014/main" id="{1A9C3CAF-3FD2-4C5E-08E9-C6303AB9AC4C}"/>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78539" name="Text Box 10">
            <a:extLst>
              <a:ext uri="{FF2B5EF4-FFF2-40B4-BE49-F238E27FC236}">
                <a16:creationId xmlns:a16="http://schemas.microsoft.com/office/drawing/2014/main" id="{EF22EE79-F29D-5488-978B-492E42DD40F6}"/>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4.18</a:t>
            </a:r>
            <a:endParaRPr lang="en-US" altLang="en-US" sz="2000">
              <a:solidFill>
                <a:srgbClr val="FFFFFF"/>
              </a:solidFill>
            </a:endParaRPr>
          </a:p>
        </p:txBody>
      </p:sp>
      <p:sp>
        <p:nvSpPr>
          <p:cNvPr id="278540" name="Rectangle 11">
            <a:extLst>
              <a:ext uri="{FF2B5EF4-FFF2-40B4-BE49-F238E27FC236}">
                <a16:creationId xmlns:a16="http://schemas.microsoft.com/office/drawing/2014/main" id="{32E418A0-DFAA-C29E-5C5B-912D5EEE5DA7}"/>
              </a:ext>
            </a:extLst>
          </p:cNvPr>
          <p:cNvSpPr>
            <a:spLocks noChangeArrowheads="1"/>
          </p:cNvSpPr>
          <p:nvPr/>
        </p:nvSpPr>
        <p:spPr bwMode="auto">
          <a:xfrm>
            <a:off x="152400" y="1203325"/>
            <a:ext cx="8839200" cy="237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There is also another short cut. Because the addition in GF(2) means the exclusive-or (XOR) operation. So we can exclusive-or the two words, bits by bits, to get the result. In the previous example, </a:t>
            </a:r>
            <a:r>
              <a:rPr lang="en-US" altLang="en-US" sz="2400">
                <a:solidFill>
                  <a:srgbClr val="000000"/>
                </a:solidFill>
              </a:rPr>
              <a:t>x</a:t>
            </a:r>
            <a:r>
              <a:rPr lang="en-US" altLang="en-US" sz="2400" i="0" baseline="30000">
                <a:solidFill>
                  <a:srgbClr val="000000"/>
                </a:solidFill>
              </a:rPr>
              <a:t>5</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2</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is 00100110 and </a:t>
            </a:r>
            <a:r>
              <a:rPr lang="en-US" altLang="en-US" sz="2400">
                <a:solidFill>
                  <a:srgbClr val="000000"/>
                </a:solidFill>
              </a:rPr>
              <a:t>x</a:t>
            </a:r>
            <a:r>
              <a:rPr lang="en-US" altLang="en-US" sz="2400" i="0" baseline="30000">
                <a:solidFill>
                  <a:srgbClr val="000000"/>
                </a:solidFill>
              </a:rPr>
              <a:t>3</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2</a:t>
            </a:r>
            <a:r>
              <a:rPr lang="en-US" altLang="en-US" sz="2400" i="0">
                <a:solidFill>
                  <a:srgbClr val="000000"/>
                </a:solidFill>
              </a:rPr>
              <a:t> + 1 is 00001101. The result is 00101011 or in polynomial notation </a:t>
            </a:r>
            <a:r>
              <a:rPr lang="en-US" altLang="en-US" sz="2400">
                <a:solidFill>
                  <a:srgbClr val="000000"/>
                </a:solidFill>
              </a:rPr>
              <a:t>x</a:t>
            </a:r>
            <a:r>
              <a:rPr lang="en-US" altLang="en-US" sz="2400" i="0" baseline="30000">
                <a:solidFill>
                  <a:srgbClr val="000000"/>
                </a:solidFill>
              </a:rPr>
              <a:t>5</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3</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+ 1.</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Slide Number Placeholder 1">
            <a:extLst>
              <a:ext uri="{FF2B5EF4-FFF2-40B4-BE49-F238E27FC236}">
                <a16:creationId xmlns:a16="http://schemas.microsoft.com/office/drawing/2014/main" id="{3DF2A492-1DAE-6B8C-4307-EF774C55CCAA}"/>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B9B67A89-0AAB-4CA9-899B-FD4310E60887}" type="slidenum">
              <a:rPr lang="en-US" altLang="en-US" i="0">
                <a:solidFill>
                  <a:srgbClr val="1C1C1C"/>
                </a:solidFill>
                <a:latin typeface="Arial" panose="020B0604020202020204" pitchFamily="34" charset="0"/>
              </a:rPr>
              <a:pPr/>
              <a:t>135</a:t>
            </a:fld>
            <a:endParaRPr lang="en-US" altLang="en-US" i="0">
              <a:solidFill>
                <a:srgbClr val="1C1C1C"/>
              </a:solidFill>
              <a:latin typeface="Arial" panose="020B0604020202020204" pitchFamily="34" charset="0"/>
            </a:endParaRPr>
          </a:p>
        </p:txBody>
      </p:sp>
      <p:sp>
        <p:nvSpPr>
          <p:cNvPr id="280579" name="Rectangle 2">
            <a:extLst>
              <a:ext uri="{FF2B5EF4-FFF2-40B4-BE49-F238E27FC236}">
                <a16:creationId xmlns:a16="http://schemas.microsoft.com/office/drawing/2014/main" id="{C3D18AB2-4909-72C3-04CD-8317A9234D4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0580" name="Rectangle 3">
            <a:extLst>
              <a:ext uri="{FF2B5EF4-FFF2-40B4-BE49-F238E27FC236}">
                <a16:creationId xmlns:a16="http://schemas.microsoft.com/office/drawing/2014/main" id="{EFD8CDD3-AD92-8D41-27B9-6B34F4AECFD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0581" name="Rectangle 4">
            <a:extLst>
              <a:ext uri="{FF2B5EF4-FFF2-40B4-BE49-F238E27FC236}">
                <a16:creationId xmlns:a16="http://schemas.microsoft.com/office/drawing/2014/main" id="{82694C81-4537-ACFF-194E-980CC38598E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0582" name="Rectangle 5">
            <a:extLst>
              <a:ext uri="{FF2B5EF4-FFF2-40B4-BE49-F238E27FC236}">
                <a16:creationId xmlns:a16="http://schemas.microsoft.com/office/drawing/2014/main" id="{855E3CBF-245F-105A-9D91-70196A340ED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0583" name="Rectangle 6">
            <a:extLst>
              <a:ext uri="{FF2B5EF4-FFF2-40B4-BE49-F238E27FC236}">
                <a16:creationId xmlns:a16="http://schemas.microsoft.com/office/drawing/2014/main" id="{5D8B0374-244A-4A3E-61FD-850C146CACC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0584" name="Rectangle 7">
            <a:extLst>
              <a:ext uri="{FF2B5EF4-FFF2-40B4-BE49-F238E27FC236}">
                <a16:creationId xmlns:a16="http://schemas.microsoft.com/office/drawing/2014/main" id="{0172622B-F9F6-1879-2844-D54ECE6029F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0585" name="Rectangle 8">
            <a:extLst>
              <a:ext uri="{FF2B5EF4-FFF2-40B4-BE49-F238E27FC236}">
                <a16:creationId xmlns:a16="http://schemas.microsoft.com/office/drawing/2014/main" id="{35FD9525-E7E7-F022-D623-746C4000731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0586" name="Text Box 9">
            <a:extLst>
              <a:ext uri="{FF2B5EF4-FFF2-40B4-BE49-F238E27FC236}">
                <a16:creationId xmlns:a16="http://schemas.microsoft.com/office/drawing/2014/main" id="{9291CF85-1501-8483-75EC-D2A1569A714C}"/>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80587" name="Rectangle 10">
            <a:extLst>
              <a:ext uri="{FF2B5EF4-FFF2-40B4-BE49-F238E27FC236}">
                <a16:creationId xmlns:a16="http://schemas.microsoft.com/office/drawing/2014/main" id="{8116CC04-0868-31DE-9746-47DB86A644BC}"/>
              </a:ext>
            </a:extLst>
          </p:cNvPr>
          <p:cNvSpPr>
            <a:spLocks noChangeArrowheads="1"/>
          </p:cNvSpPr>
          <p:nvPr/>
        </p:nvSpPr>
        <p:spPr bwMode="auto">
          <a:xfrm>
            <a:off x="304800" y="1219200"/>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FF0000"/>
                </a:solidFill>
              </a:rPr>
              <a:t>1.</a:t>
            </a:r>
            <a:r>
              <a:rPr lang="en-US" altLang="en-US" sz="2800" i="0">
                <a:solidFill>
                  <a:srgbClr val="000000"/>
                </a:solidFill>
              </a:rPr>
              <a:t> The coefficient multiplication is done in GF(2). </a:t>
            </a:r>
          </a:p>
        </p:txBody>
      </p:sp>
      <p:sp>
        <p:nvSpPr>
          <p:cNvPr id="280588" name="Text Box 11">
            <a:extLst>
              <a:ext uri="{FF2B5EF4-FFF2-40B4-BE49-F238E27FC236}">
                <a16:creationId xmlns:a16="http://schemas.microsoft.com/office/drawing/2014/main" id="{E4392037-6AEB-1176-41CE-E5CC319B2B67}"/>
              </a:ext>
            </a:extLst>
          </p:cNvPr>
          <p:cNvSpPr txBox="1">
            <a:spLocks noChangeArrowheads="1"/>
          </p:cNvSpPr>
          <p:nvPr/>
        </p:nvSpPr>
        <p:spPr bwMode="auto">
          <a:xfrm>
            <a:off x="1147763" y="533400"/>
            <a:ext cx="2128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Multliplication</a:t>
            </a:r>
          </a:p>
        </p:txBody>
      </p:sp>
      <p:sp>
        <p:nvSpPr>
          <p:cNvPr id="280589" name="Rectangle 18">
            <a:extLst>
              <a:ext uri="{FF2B5EF4-FFF2-40B4-BE49-F238E27FC236}">
                <a16:creationId xmlns:a16="http://schemas.microsoft.com/office/drawing/2014/main" id="{4F7CA867-DB32-E3E4-FD32-F70F076F3DB7}"/>
              </a:ext>
            </a:extLst>
          </p:cNvPr>
          <p:cNvSpPr>
            <a:spLocks noChangeArrowheads="1"/>
          </p:cNvSpPr>
          <p:nvPr/>
        </p:nvSpPr>
        <p:spPr bwMode="auto">
          <a:xfrm>
            <a:off x="304800" y="2895600"/>
            <a:ext cx="88392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FF0000"/>
                </a:solidFill>
              </a:rPr>
              <a:t>3.</a:t>
            </a:r>
            <a:r>
              <a:rPr lang="en-US" altLang="en-US" sz="2800" i="0">
                <a:solidFill>
                  <a:srgbClr val="000000"/>
                </a:solidFill>
              </a:rPr>
              <a:t> The multiplication may create terms with degree more than </a:t>
            </a:r>
            <a:r>
              <a:rPr lang="en-US" altLang="en-US" sz="2800">
                <a:solidFill>
                  <a:srgbClr val="000000"/>
                </a:solidFill>
              </a:rPr>
              <a:t>n</a:t>
            </a:r>
            <a:r>
              <a:rPr lang="en-US" altLang="en-US" sz="2800" i="0">
                <a:solidFill>
                  <a:srgbClr val="000000"/>
                </a:solidFill>
              </a:rPr>
              <a:t> − 1, which means the result needs to be reduced using a modulus polynomial.</a:t>
            </a:r>
          </a:p>
        </p:txBody>
      </p:sp>
      <p:sp>
        <p:nvSpPr>
          <p:cNvPr id="280590" name="Rectangle 19">
            <a:extLst>
              <a:ext uri="{FF2B5EF4-FFF2-40B4-BE49-F238E27FC236}">
                <a16:creationId xmlns:a16="http://schemas.microsoft.com/office/drawing/2014/main" id="{D4AD98BF-ABE2-7863-FBCB-6784EAE5EBAD}"/>
              </a:ext>
            </a:extLst>
          </p:cNvPr>
          <p:cNvSpPr>
            <a:spLocks noChangeArrowheads="1"/>
          </p:cNvSpPr>
          <p:nvPr/>
        </p:nvSpPr>
        <p:spPr bwMode="auto">
          <a:xfrm>
            <a:off x="304800" y="1905000"/>
            <a:ext cx="883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r>
              <a:rPr lang="en-US" altLang="en-US" sz="2800" i="0">
                <a:solidFill>
                  <a:srgbClr val="FF0000"/>
                </a:solidFill>
              </a:rPr>
              <a:t>2.</a:t>
            </a:r>
            <a:r>
              <a:rPr lang="en-US" altLang="en-US" sz="2800" i="0">
                <a:solidFill>
                  <a:srgbClr val="000000"/>
                </a:solidFill>
              </a:rPr>
              <a:t> The multiplying </a:t>
            </a:r>
            <a:r>
              <a:rPr lang="en-US" altLang="en-US" sz="2800">
                <a:solidFill>
                  <a:srgbClr val="000000"/>
                </a:solidFill>
              </a:rPr>
              <a:t>x</a:t>
            </a:r>
            <a:r>
              <a:rPr lang="en-US" altLang="en-US" sz="2800" baseline="30000">
                <a:solidFill>
                  <a:srgbClr val="000000"/>
                </a:solidFill>
              </a:rPr>
              <a:t>i</a:t>
            </a:r>
            <a:r>
              <a:rPr lang="en-US" altLang="en-US" sz="2800" i="0">
                <a:solidFill>
                  <a:srgbClr val="000000"/>
                </a:solidFill>
              </a:rPr>
              <a:t> by </a:t>
            </a:r>
            <a:r>
              <a:rPr lang="en-US" altLang="en-US" sz="2800">
                <a:solidFill>
                  <a:srgbClr val="000000"/>
                </a:solidFill>
              </a:rPr>
              <a:t>x</a:t>
            </a:r>
            <a:r>
              <a:rPr lang="en-US" altLang="en-US" sz="2800" baseline="30000">
                <a:solidFill>
                  <a:srgbClr val="000000"/>
                </a:solidFill>
              </a:rPr>
              <a:t>j</a:t>
            </a:r>
            <a:r>
              <a:rPr lang="en-US" altLang="en-US" sz="2800" i="0">
                <a:solidFill>
                  <a:srgbClr val="000000"/>
                </a:solidFill>
              </a:rPr>
              <a:t> results in </a:t>
            </a:r>
            <a:r>
              <a:rPr lang="en-US" altLang="en-US" sz="2800">
                <a:solidFill>
                  <a:srgbClr val="000000"/>
                </a:solidFill>
              </a:rPr>
              <a:t>x</a:t>
            </a:r>
            <a:r>
              <a:rPr lang="en-US" altLang="en-US" sz="2800" baseline="30000">
                <a:solidFill>
                  <a:srgbClr val="000000"/>
                </a:solidFill>
              </a:rPr>
              <a:t>i</a:t>
            </a:r>
            <a:r>
              <a:rPr lang="en-US" altLang="en-US" sz="2800" i="0" baseline="30000">
                <a:solidFill>
                  <a:srgbClr val="000000"/>
                </a:solidFill>
              </a:rPr>
              <a:t>+</a:t>
            </a:r>
            <a:r>
              <a:rPr lang="en-US" altLang="en-US" sz="2800" baseline="30000">
                <a:solidFill>
                  <a:srgbClr val="000000"/>
                </a:solidFill>
              </a:rPr>
              <a:t>j</a:t>
            </a:r>
            <a:r>
              <a:rPr lang="en-US" altLang="en-US" sz="2800" i="0">
                <a:solidFill>
                  <a:srgbClr val="000000"/>
                </a:solidFill>
              </a:rPr>
              <a:t>.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Slide Number Placeholder 1">
            <a:extLst>
              <a:ext uri="{FF2B5EF4-FFF2-40B4-BE49-F238E27FC236}">
                <a16:creationId xmlns:a16="http://schemas.microsoft.com/office/drawing/2014/main" id="{B3FAE7A9-579C-19A2-8D18-221EE444C8FE}"/>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E717A579-1944-4476-AF34-94C8972A6A93}" type="slidenum">
              <a:rPr lang="en-US" altLang="en-US" i="0">
                <a:solidFill>
                  <a:srgbClr val="1C1C1C"/>
                </a:solidFill>
                <a:latin typeface="Arial" panose="020B0604020202020204" pitchFamily="34" charset="0"/>
              </a:rPr>
              <a:pPr/>
              <a:t>136</a:t>
            </a:fld>
            <a:endParaRPr lang="en-US" altLang="en-US" i="0">
              <a:solidFill>
                <a:srgbClr val="1C1C1C"/>
              </a:solidFill>
              <a:latin typeface="Arial" panose="020B0604020202020204" pitchFamily="34" charset="0"/>
            </a:endParaRPr>
          </a:p>
        </p:txBody>
      </p:sp>
      <p:sp>
        <p:nvSpPr>
          <p:cNvPr id="282627" name="Rectangle 2">
            <a:extLst>
              <a:ext uri="{FF2B5EF4-FFF2-40B4-BE49-F238E27FC236}">
                <a16:creationId xmlns:a16="http://schemas.microsoft.com/office/drawing/2014/main" id="{0593AF63-FB32-22FC-477B-85982559052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2628" name="Rectangle 3">
            <a:extLst>
              <a:ext uri="{FF2B5EF4-FFF2-40B4-BE49-F238E27FC236}">
                <a16:creationId xmlns:a16="http://schemas.microsoft.com/office/drawing/2014/main" id="{29C0EEB4-9C87-8275-302F-619537A84E8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2629" name="Rectangle 4">
            <a:extLst>
              <a:ext uri="{FF2B5EF4-FFF2-40B4-BE49-F238E27FC236}">
                <a16:creationId xmlns:a16="http://schemas.microsoft.com/office/drawing/2014/main" id="{895F5FE8-2A56-2664-A12C-F45DE6BBBC2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2630" name="Rectangle 5">
            <a:extLst>
              <a:ext uri="{FF2B5EF4-FFF2-40B4-BE49-F238E27FC236}">
                <a16:creationId xmlns:a16="http://schemas.microsoft.com/office/drawing/2014/main" id="{FFDF5DD7-3996-2EB0-2F8E-A136E189D0B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2631" name="Rectangle 6">
            <a:extLst>
              <a:ext uri="{FF2B5EF4-FFF2-40B4-BE49-F238E27FC236}">
                <a16:creationId xmlns:a16="http://schemas.microsoft.com/office/drawing/2014/main" id="{A42B720F-D32B-F15D-A684-93311D6B433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2632" name="Rectangle 7">
            <a:extLst>
              <a:ext uri="{FF2B5EF4-FFF2-40B4-BE49-F238E27FC236}">
                <a16:creationId xmlns:a16="http://schemas.microsoft.com/office/drawing/2014/main" id="{2513F368-CA5E-B9F2-B8AA-9B24E02B832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2633" name="Rectangle 8">
            <a:extLst>
              <a:ext uri="{FF2B5EF4-FFF2-40B4-BE49-F238E27FC236}">
                <a16:creationId xmlns:a16="http://schemas.microsoft.com/office/drawing/2014/main" id="{BD05AB57-C60F-D323-C4A8-6D09EB0811F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2634" name="Text Box 9">
            <a:extLst>
              <a:ext uri="{FF2B5EF4-FFF2-40B4-BE49-F238E27FC236}">
                <a16:creationId xmlns:a16="http://schemas.microsoft.com/office/drawing/2014/main" id="{2CF1DD1A-AB56-5BF9-A3AD-B1F654DE8AF5}"/>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82635" name="Text Box 10">
            <a:extLst>
              <a:ext uri="{FF2B5EF4-FFF2-40B4-BE49-F238E27FC236}">
                <a16:creationId xmlns:a16="http://schemas.microsoft.com/office/drawing/2014/main" id="{0F366C11-2110-C8C3-1C24-F2A7DA7FC60F}"/>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4.19</a:t>
            </a:r>
            <a:endParaRPr lang="en-US" altLang="en-US" sz="2000">
              <a:solidFill>
                <a:srgbClr val="FFFFFF"/>
              </a:solidFill>
            </a:endParaRPr>
          </a:p>
        </p:txBody>
      </p:sp>
      <p:sp>
        <p:nvSpPr>
          <p:cNvPr id="282636" name="Rectangle 11">
            <a:extLst>
              <a:ext uri="{FF2B5EF4-FFF2-40B4-BE49-F238E27FC236}">
                <a16:creationId xmlns:a16="http://schemas.microsoft.com/office/drawing/2014/main" id="{EC03460B-4526-4E61-9CF3-D7E7CBCFCBB3}"/>
              </a:ext>
            </a:extLst>
          </p:cNvPr>
          <p:cNvSpPr>
            <a:spLocks noChangeArrowheads="1"/>
          </p:cNvSpPr>
          <p:nvPr/>
        </p:nvSpPr>
        <p:spPr bwMode="auto">
          <a:xfrm>
            <a:off x="152400" y="1219200"/>
            <a:ext cx="88392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Find the result of (</a:t>
            </a:r>
            <a:r>
              <a:rPr lang="en-US" altLang="en-US" sz="2400">
                <a:solidFill>
                  <a:srgbClr val="000000"/>
                </a:solidFill>
              </a:rPr>
              <a:t>x</a:t>
            </a:r>
            <a:r>
              <a:rPr lang="en-US" altLang="en-US" sz="2400" i="0" baseline="30000">
                <a:solidFill>
                  <a:srgbClr val="000000"/>
                </a:solidFill>
              </a:rPr>
              <a:t>5</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2</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7</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4</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3</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2</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in GF(2</a:t>
            </a:r>
            <a:r>
              <a:rPr lang="en-US" altLang="en-US" sz="2400" i="0" baseline="30000">
                <a:solidFill>
                  <a:srgbClr val="000000"/>
                </a:solidFill>
              </a:rPr>
              <a:t>8</a:t>
            </a:r>
            <a:r>
              <a:rPr lang="en-US" altLang="en-US" sz="2400" i="0">
                <a:solidFill>
                  <a:srgbClr val="000000"/>
                </a:solidFill>
              </a:rPr>
              <a:t>) with irreducible polynomial (</a:t>
            </a:r>
            <a:r>
              <a:rPr lang="en-US" altLang="en-US" sz="2400">
                <a:solidFill>
                  <a:srgbClr val="000000"/>
                </a:solidFill>
              </a:rPr>
              <a:t>x</a:t>
            </a:r>
            <a:r>
              <a:rPr lang="en-US" altLang="en-US" sz="2400" i="0" baseline="30000">
                <a:solidFill>
                  <a:srgbClr val="000000"/>
                </a:solidFill>
              </a:rPr>
              <a:t>8</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4</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3</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+ 1). Note that we use the symbol ⊗ to show the multiplication of two polynomials.</a:t>
            </a:r>
          </a:p>
        </p:txBody>
      </p:sp>
      <p:sp>
        <p:nvSpPr>
          <p:cNvPr id="282637" name="Text Box 12">
            <a:extLst>
              <a:ext uri="{FF2B5EF4-FFF2-40B4-BE49-F238E27FC236}">
                <a16:creationId xmlns:a16="http://schemas.microsoft.com/office/drawing/2014/main" id="{0C8E15A3-D14F-F3FD-C4A9-EDE068C610AB}"/>
              </a:ext>
            </a:extLst>
          </p:cNvPr>
          <p:cNvSpPr txBox="1">
            <a:spLocks noChangeArrowheads="1"/>
          </p:cNvSpPr>
          <p:nvPr/>
        </p:nvSpPr>
        <p:spPr bwMode="auto">
          <a:xfrm>
            <a:off x="304800" y="2819400"/>
            <a:ext cx="1268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0000"/>
                </a:solidFill>
              </a:rPr>
              <a:t>Solution</a:t>
            </a:r>
          </a:p>
        </p:txBody>
      </p:sp>
      <p:pic>
        <p:nvPicPr>
          <p:cNvPr id="282638" name="Picture 13">
            <a:extLst>
              <a:ext uri="{FF2B5EF4-FFF2-40B4-BE49-F238E27FC236}">
                <a16:creationId xmlns:a16="http://schemas.microsoft.com/office/drawing/2014/main" id="{7CC3F466-2872-E749-60D9-4E7EE9A078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429000"/>
            <a:ext cx="8564562" cy="114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2639" name="Rectangle 14">
            <a:extLst>
              <a:ext uri="{FF2B5EF4-FFF2-40B4-BE49-F238E27FC236}">
                <a16:creationId xmlns:a16="http://schemas.microsoft.com/office/drawing/2014/main" id="{59DE0124-5F48-1D51-10C1-D9EA01060EF6}"/>
              </a:ext>
            </a:extLst>
          </p:cNvPr>
          <p:cNvSpPr>
            <a:spLocks noChangeArrowheads="1"/>
          </p:cNvSpPr>
          <p:nvPr/>
        </p:nvSpPr>
        <p:spPr bwMode="auto">
          <a:xfrm>
            <a:off x="152400" y="4859338"/>
            <a:ext cx="88392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To find the final result, divide the polynomial of degree 12 by the polynomial of degree 8 (the modulus) and keep only the remainder. Figure 4.10 shows the process of division.</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Slide Number Placeholder 1">
            <a:extLst>
              <a:ext uri="{FF2B5EF4-FFF2-40B4-BE49-F238E27FC236}">
                <a16:creationId xmlns:a16="http://schemas.microsoft.com/office/drawing/2014/main" id="{7FB31566-9627-508F-69FC-AD74865D013C}"/>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07E12A3F-D1BD-415C-BDCF-752795C6B9A7}" type="slidenum">
              <a:rPr lang="en-US" altLang="en-US" i="0">
                <a:solidFill>
                  <a:srgbClr val="1C1C1C"/>
                </a:solidFill>
                <a:latin typeface="Arial" panose="020B0604020202020204" pitchFamily="34" charset="0"/>
              </a:rPr>
              <a:pPr/>
              <a:t>137</a:t>
            </a:fld>
            <a:endParaRPr lang="en-US" altLang="en-US" i="0">
              <a:solidFill>
                <a:srgbClr val="1C1C1C"/>
              </a:solidFill>
              <a:latin typeface="Arial" panose="020B0604020202020204" pitchFamily="34" charset="0"/>
            </a:endParaRPr>
          </a:p>
        </p:txBody>
      </p:sp>
      <p:sp>
        <p:nvSpPr>
          <p:cNvPr id="284675" name="Rectangle 2">
            <a:extLst>
              <a:ext uri="{FF2B5EF4-FFF2-40B4-BE49-F238E27FC236}">
                <a16:creationId xmlns:a16="http://schemas.microsoft.com/office/drawing/2014/main" id="{5A6E5EA7-FDB8-69BC-5780-A5FAC073043A}"/>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4676" name="Rectangle 3">
            <a:extLst>
              <a:ext uri="{FF2B5EF4-FFF2-40B4-BE49-F238E27FC236}">
                <a16:creationId xmlns:a16="http://schemas.microsoft.com/office/drawing/2014/main" id="{905ACDCF-8900-DDED-9B01-EAAD85BAAEA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4677" name="Rectangle 4">
            <a:extLst>
              <a:ext uri="{FF2B5EF4-FFF2-40B4-BE49-F238E27FC236}">
                <a16:creationId xmlns:a16="http://schemas.microsoft.com/office/drawing/2014/main" id="{A1E9B3A3-E9F6-C19F-9215-C60D73E5445F}"/>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4678" name="Rectangle 5">
            <a:extLst>
              <a:ext uri="{FF2B5EF4-FFF2-40B4-BE49-F238E27FC236}">
                <a16:creationId xmlns:a16="http://schemas.microsoft.com/office/drawing/2014/main" id="{BC287F61-B9F4-8751-9B6E-256608F2E7C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4679" name="Rectangle 6">
            <a:extLst>
              <a:ext uri="{FF2B5EF4-FFF2-40B4-BE49-F238E27FC236}">
                <a16:creationId xmlns:a16="http://schemas.microsoft.com/office/drawing/2014/main" id="{F1617976-92EF-CE92-7FFD-537246AC790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4680" name="Rectangle 7">
            <a:extLst>
              <a:ext uri="{FF2B5EF4-FFF2-40B4-BE49-F238E27FC236}">
                <a16:creationId xmlns:a16="http://schemas.microsoft.com/office/drawing/2014/main" id="{8F703E04-86C5-0464-DD51-A2B39AB7BE6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4681" name="Rectangle 8">
            <a:extLst>
              <a:ext uri="{FF2B5EF4-FFF2-40B4-BE49-F238E27FC236}">
                <a16:creationId xmlns:a16="http://schemas.microsoft.com/office/drawing/2014/main" id="{440513B9-BB81-B098-23E6-25BF782A608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4682" name="Text Box 9">
            <a:extLst>
              <a:ext uri="{FF2B5EF4-FFF2-40B4-BE49-F238E27FC236}">
                <a16:creationId xmlns:a16="http://schemas.microsoft.com/office/drawing/2014/main" id="{2A772262-D13E-5E67-2409-D8C5FC93728B}"/>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pic>
        <p:nvPicPr>
          <p:cNvPr id="284683" name="Picture 15">
            <a:extLst>
              <a:ext uri="{FF2B5EF4-FFF2-40B4-BE49-F238E27FC236}">
                <a16:creationId xmlns:a16="http://schemas.microsoft.com/office/drawing/2014/main" id="{E3329281-5E87-177A-BD35-56E711B66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063" y="1462088"/>
            <a:ext cx="7127875" cy="393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4684" name="Text Box 16">
            <a:extLst>
              <a:ext uri="{FF2B5EF4-FFF2-40B4-BE49-F238E27FC236}">
                <a16:creationId xmlns:a16="http://schemas.microsoft.com/office/drawing/2014/main" id="{E4F9A58D-021B-919A-16D1-C33F0CBB2A7C}"/>
              </a:ext>
            </a:extLst>
          </p:cNvPr>
          <p:cNvSpPr txBox="1">
            <a:spLocks noChangeArrowheads="1"/>
          </p:cNvSpPr>
          <p:nvPr/>
        </p:nvSpPr>
        <p:spPr bwMode="auto">
          <a:xfrm>
            <a:off x="1066800" y="609600"/>
            <a:ext cx="6645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Figure 4.10  </a:t>
            </a:r>
            <a:r>
              <a:rPr lang="en-US" altLang="en-US" sz="2000">
                <a:solidFill>
                  <a:srgbClr val="000000"/>
                </a:solidFill>
              </a:rPr>
              <a:t>Polynomial division with coefficients in GF(2)</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Slide Number Placeholder 1">
            <a:extLst>
              <a:ext uri="{FF2B5EF4-FFF2-40B4-BE49-F238E27FC236}">
                <a16:creationId xmlns:a16="http://schemas.microsoft.com/office/drawing/2014/main" id="{F7EBFBD5-C7EE-8C46-A875-197EC6BC04F4}"/>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CA7C05E4-A46F-4C98-B112-96E3BB75484A}" type="slidenum">
              <a:rPr lang="en-US" altLang="en-US" i="0">
                <a:solidFill>
                  <a:srgbClr val="1C1C1C"/>
                </a:solidFill>
                <a:latin typeface="Arial" panose="020B0604020202020204" pitchFamily="34" charset="0"/>
              </a:rPr>
              <a:pPr/>
              <a:t>138</a:t>
            </a:fld>
            <a:endParaRPr lang="en-US" altLang="en-US" i="0">
              <a:solidFill>
                <a:srgbClr val="1C1C1C"/>
              </a:solidFill>
              <a:latin typeface="Arial" panose="020B0604020202020204" pitchFamily="34" charset="0"/>
            </a:endParaRPr>
          </a:p>
        </p:txBody>
      </p:sp>
      <p:sp>
        <p:nvSpPr>
          <p:cNvPr id="286723" name="Rectangle 2">
            <a:extLst>
              <a:ext uri="{FF2B5EF4-FFF2-40B4-BE49-F238E27FC236}">
                <a16:creationId xmlns:a16="http://schemas.microsoft.com/office/drawing/2014/main" id="{894A5BF3-D21E-6FAA-EECD-8B9EDD7ABA0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6724" name="Rectangle 3">
            <a:extLst>
              <a:ext uri="{FF2B5EF4-FFF2-40B4-BE49-F238E27FC236}">
                <a16:creationId xmlns:a16="http://schemas.microsoft.com/office/drawing/2014/main" id="{89442959-8F2B-91C0-9D21-48B9A0C205F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6725" name="Rectangle 4">
            <a:extLst>
              <a:ext uri="{FF2B5EF4-FFF2-40B4-BE49-F238E27FC236}">
                <a16:creationId xmlns:a16="http://schemas.microsoft.com/office/drawing/2014/main" id="{68CCDC3D-4193-C8A8-919B-F4101929305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6726" name="Rectangle 5">
            <a:extLst>
              <a:ext uri="{FF2B5EF4-FFF2-40B4-BE49-F238E27FC236}">
                <a16:creationId xmlns:a16="http://schemas.microsoft.com/office/drawing/2014/main" id="{831417C7-06B2-08DF-0946-19B41F08B05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6727" name="Rectangle 6">
            <a:extLst>
              <a:ext uri="{FF2B5EF4-FFF2-40B4-BE49-F238E27FC236}">
                <a16:creationId xmlns:a16="http://schemas.microsoft.com/office/drawing/2014/main" id="{5D7A708E-CCAB-D2F6-A45B-160DD3A8EDA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6728" name="Rectangle 7">
            <a:extLst>
              <a:ext uri="{FF2B5EF4-FFF2-40B4-BE49-F238E27FC236}">
                <a16:creationId xmlns:a16="http://schemas.microsoft.com/office/drawing/2014/main" id="{9D08EA19-7D20-F954-DC29-66F42206225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6729" name="Rectangle 8">
            <a:extLst>
              <a:ext uri="{FF2B5EF4-FFF2-40B4-BE49-F238E27FC236}">
                <a16:creationId xmlns:a16="http://schemas.microsoft.com/office/drawing/2014/main" id="{0EFA2BFD-2CF4-160F-148D-9FC6E4F8B75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6730" name="Text Box 9">
            <a:extLst>
              <a:ext uri="{FF2B5EF4-FFF2-40B4-BE49-F238E27FC236}">
                <a16:creationId xmlns:a16="http://schemas.microsoft.com/office/drawing/2014/main" id="{A74019D1-0B20-9560-4838-744CC954718E}"/>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86731" name="Text Box 10">
            <a:extLst>
              <a:ext uri="{FF2B5EF4-FFF2-40B4-BE49-F238E27FC236}">
                <a16:creationId xmlns:a16="http://schemas.microsoft.com/office/drawing/2014/main" id="{D49261CB-A470-35B2-FD24-FD6FED3FC243}"/>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4.20</a:t>
            </a:r>
            <a:endParaRPr lang="en-US" altLang="en-US" sz="2000">
              <a:solidFill>
                <a:srgbClr val="FFFFFF"/>
              </a:solidFill>
            </a:endParaRPr>
          </a:p>
        </p:txBody>
      </p:sp>
      <p:sp>
        <p:nvSpPr>
          <p:cNvPr id="286732" name="Rectangle 11">
            <a:extLst>
              <a:ext uri="{FF2B5EF4-FFF2-40B4-BE49-F238E27FC236}">
                <a16:creationId xmlns:a16="http://schemas.microsoft.com/office/drawing/2014/main" id="{13648C42-ABD3-88C5-D554-E19032AAB4DC}"/>
              </a:ext>
            </a:extLst>
          </p:cNvPr>
          <p:cNvSpPr>
            <a:spLocks noChangeArrowheads="1"/>
          </p:cNvSpPr>
          <p:nvPr/>
        </p:nvSpPr>
        <p:spPr bwMode="auto">
          <a:xfrm>
            <a:off x="152400" y="1066800"/>
            <a:ext cx="8839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In GF (2</a:t>
            </a:r>
            <a:r>
              <a:rPr lang="en-US" altLang="en-US" sz="2400" i="0" baseline="30000">
                <a:solidFill>
                  <a:srgbClr val="000000"/>
                </a:solidFill>
              </a:rPr>
              <a:t>4</a:t>
            </a:r>
            <a:r>
              <a:rPr lang="en-US" altLang="en-US" sz="2400" i="0">
                <a:solidFill>
                  <a:srgbClr val="000000"/>
                </a:solidFill>
              </a:rPr>
              <a:t>), find the inverse of (</a:t>
            </a:r>
            <a:r>
              <a:rPr lang="en-US" altLang="en-US" sz="2400">
                <a:solidFill>
                  <a:srgbClr val="000000"/>
                </a:solidFill>
              </a:rPr>
              <a:t>x</a:t>
            </a:r>
            <a:r>
              <a:rPr lang="en-US" altLang="en-US" sz="2400" i="0" baseline="30000">
                <a:solidFill>
                  <a:srgbClr val="000000"/>
                </a:solidFill>
              </a:rPr>
              <a:t>2</a:t>
            </a:r>
            <a:r>
              <a:rPr lang="en-US" altLang="en-US" sz="2400" i="0">
                <a:solidFill>
                  <a:srgbClr val="000000"/>
                </a:solidFill>
              </a:rPr>
              <a:t> + 1) modulo (</a:t>
            </a:r>
            <a:r>
              <a:rPr lang="en-US" altLang="en-US" sz="2400">
                <a:solidFill>
                  <a:srgbClr val="000000"/>
                </a:solidFill>
              </a:rPr>
              <a:t>x</a:t>
            </a:r>
            <a:r>
              <a:rPr lang="en-US" altLang="en-US" sz="2400" i="0" baseline="30000">
                <a:solidFill>
                  <a:srgbClr val="000000"/>
                </a:solidFill>
              </a:rPr>
              <a:t>4</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+ 1).</a:t>
            </a:r>
          </a:p>
        </p:txBody>
      </p:sp>
      <p:sp>
        <p:nvSpPr>
          <p:cNvPr id="286733" name="Text Box 12">
            <a:extLst>
              <a:ext uri="{FF2B5EF4-FFF2-40B4-BE49-F238E27FC236}">
                <a16:creationId xmlns:a16="http://schemas.microsoft.com/office/drawing/2014/main" id="{306E25EC-7FA2-78AA-E4BA-D8BC77429AC4}"/>
              </a:ext>
            </a:extLst>
          </p:cNvPr>
          <p:cNvSpPr txBox="1">
            <a:spLocks noChangeArrowheads="1"/>
          </p:cNvSpPr>
          <p:nvPr/>
        </p:nvSpPr>
        <p:spPr bwMode="auto">
          <a:xfrm>
            <a:off x="228600" y="2057400"/>
            <a:ext cx="1268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0000"/>
                </a:solidFill>
              </a:rPr>
              <a:t>Solution</a:t>
            </a:r>
          </a:p>
        </p:txBody>
      </p:sp>
      <p:pic>
        <p:nvPicPr>
          <p:cNvPr id="286734" name="Picture 15">
            <a:extLst>
              <a:ext uri="{FF2B5EF4-FFF2-40B4-BE49-F238E27FC236}">
                <a16:creationId xmlns:a16="http://schemas.microsoft.com/office/drawing/2014/main" id="{60CF549C-8346-5249-630A-C00E58B06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 y="3973513"/>
            <a:ext cx="8455025" cy="189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35" name="Text Box 16">
            <a:extLst>
              <a:ext uri="{FF2B5EF4-FFF2-40B4-BE49-F238E27FC236}">
                <a16:creationId xmlns:a16="http://schemas.microsoft.com/office/drawing/2014/main" id="{1E7F839B-65C2-0855-C017-56C8DD4AA5E8}"/>
              </a:ext>
            </a:extLst>
          </p:cNvPr>
          <p:cNvSpPr txBox="1">
            <a:spLocks noChangeArrowheads="1"/>
          </p:cNvSpPr>
          <p:nvPr/>
        </p:nvSpPr>
        <p:spPr bwMode="auto">
          <a:xfrm>
            <a:off x="1616075" y="3276600"/>
            <a:ext cx="5546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Table 4.5  </a:t>
            </a:r>
            <a:r>
              <a:rPr lang="en-US" altLang="en-US" sz="2000">
                <a:solidFill>
                  <a:srgbClr val="000000"/>
                </a:solidFill>
              </a:rPr>
              <a:t>Euclidean algorithm for Exercise 4.20</a:t>
            </a:r>
          </a:p>
        </p:txBody>
      </p:sp>
      <p:sp>
        <p:nvSpPr>
          <p:cNvPr id="286736" name="Rectangle 18">
            <a:extLst>
              <a:ext uri="{FF2B5EF4-FFF2-40B4-BE49-F238E27FC236}">
                <a16:creationId xmlns:a16="http://schemas.microsoft.com/office/drawing/2014/main" id="{9F0942B3-137E-C642-752A-C27A434536AD}"/>
              </a:ext>
            </a:extLst>
          </p:cNvPr>
          <p:cNvSpPr>
            <a:spLocks noChangeArrowheads="1"/>
          </p:cNvSpPr>
          <p:nvPr/>
        </p:nvSpPr>
        <p:spPr bwMode="auto">
          <a:xfrm>
            <a:off x="152400" y="2422525"/>
            <a:ext cx="8839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The answer is (</a:t>
            </a:r>
            <a:r>
              <a:rPr lang="en-US" altLang="en-US" sz="2400">
                <a:solidFill>
                  <a:srgbClr val="000000"/>
                </a:solidFill>
              </a:rPr>
              <a:t>x</a:t>
            </a:r>
            <a:r>
              <a:rPr lang="en-US" altLang="en-US" sz="2400" i="0" baseline="30000">
                <a:solidFill>
                  <a:srgbClr val="000000"/>
                </a:solidFill>
              </a:rPr>
              <a:t>3</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+ 1) as shown in Table 4.5.</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Number Placeholder 1">
            <a:extLst>
              <a:ext uri="{FF2B5EF4-FFF2-40B4-BE49-F238E27FC236}">
                <a16:creationId xmlns:a16="http://schemas.microsoft.com/office/drawing/2014/main" id="{EBB80084-ED1B-D63C-4D2A-6E24400CA5DA}"/>
              </a:ext>
            </a:extLst>
          </p:cNvPr>
          <p:cNvSpPr>
            <a:spLocks noGrp="1"/>
          </p:cNvSpPr>
          <p:nvPr>
            <p:ph type="sldNum" sz="quarter" idx="10"/>
          </p:nvPr>
        </p:nvSpPr>
        <p:spPr>
          <a:noFill/>
        </p:spPr>
        <p:txBody>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i="0">
                <a:solidFill>
                  <a:srgbClr val="1C1C1C"/>
                </a:solidFill>
                <a:latin typeface="Arial" panose="020B0604020202020204" pitchFamily="34" charset="0"/>
              </a:rPr>
              <a:t>4.</a:t>
            </a:r>
            <a:fld id="{59978B02-C77C-4483-A767-E95B0EED41C6}" type="slidenum">
              <a:rPr lang="en-US" altLang="en-US" i="0">
                <a:solidFill>
                  <a:srgbClr val="1C1C1C"/>
                </a:solidFill>
                <a:latin typeface="Arial" panose="020B0604020202020204" pitchFamily="34" charset="0"/>
              </a:rPr>
              <a:pPr/>
              <a:t>139</a:t>
            </a:fld>
            <a:endParaRPr lang="en-US" altLang="en-US" i="0">
              <a:solidFill>
                <a:srgbClr val="1C1C1C"/>
              </a:solidFill>
              <a:latin typeface="Arial" panose="020B0604020202020204" pitchFamily="34" charset="0"/>
            </a:endParaRPr>
          </a:p>
        </p:txBody>
      </p:sp>
      <p:sp>
        <p:nvSpPr>
          <p:cNvPr id="288771" name="Rectangle 2">
            <a:extLst>
              <a:ext uri="{FF2B5EF4-FFF2-40B4-BE49-F238E27FC236}">
                <a16:creationId xmlns:a16="http://schemas.microsoft.com/office/drawing/2014/main" id="{D67E5460-7972-2D46-CE8D-45A5BDC667F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8772" name="Rectangle 3">
            <a:extLst>
              <a:ext uri="{FF2B5EF4-FFF2-40B4-BE49-F238E27FC236}">
                <a16:creationId xmlns:a16="http://schemas.microsoft.com/office/drawing/2014/main" id="{34DD96BC-39E0-908B-401C-764C8360A16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8773" name="Rectangle 4">
            <a:extLst>
              <a:ext uri="{FF2B5EF4-FFF2-40B4-BE49-F238E27FC236}">
                <a16:creationId xmlns:a16="http://schemas.microsoft.com/office/drawing/2014/main" id="{C3559CB5-0A92-93F8-9AB3-08F76A438D5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8774" name="Rectangle 5">
            <a:extLst>
              <a:ext uri="{FF2B5EF4-FFF2-40B4-BE49-F238E27FC236}">
                <a16:creationId xmlns:a16="http://schemas.microsoft.com/office/drawing/2014/main" id="{B6C97367-F580-F274-6C47-FA16D7C1757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8775" name="Rectangle 6">
            <a:extLst>
              <a:ext uri="{FF2B5EF4-FFF2-40B4-BE49-F238E27FC236}">
                <a16:creationId xmlns:a16="http://schemas.microsoft.com/office/drawing/2014/main" id="{FC9DDE1E-3856-7670-ABD7-6927980CB48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8776" name="Rectangle 7">
            <a:extLst>
              <a:ext uri="{FF2B5EF4-FFF2-40B4-BE49-F238E27FC236}">
                <a16:creationId xmlns:a16="http://schemas.microsoft.com/office/drawing/2014/main" id="{8EA45AE7-F76F-66F1-31E8-8D3D0CB0519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8777" name="Rectangle 8">
            <a:extLst>
              <a:ext uri="{FF2B5EF4-FFF2-40B4-BE49-F238E27FC236}">
                <a16:creationId xmlns:a16="http://schemas.microsoft.com/office/drawing/2014/main" id="{FCADDEF5-84A3-F6E3-EE2A-A9FA7BB4919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ctr" eaLnBrk="1" hangingPunct="1"/>
            <a:endParaRPr kumimoji="1" lang="en-US" altLang="en-US" sz="2400" b="0" i="0">
              <a:solidFill>
                <a:srgbClr val="000000"/>
              </a:solidFill>
              <a:latin typeface="Tahoma" panose="020B0604030504040204" pitchFamily="34" charset="0"/>
            </a:endParaRPr>
          </a:p>
        </p:txBody>
      </p:sp>
      <p:sp>
        <p:nvSpPr>
          <p:cNvPr id="288778" name="Text Box 9">
            <a:extLst>
              <a:ext uri="{FF2B5EF4-FFF2-40B4-BE49-F238E27FC236}">
                <a16:creationId xmlns:a16="http://schemas.microsoft.com/office/drawing/2014/main" id="{3D9AC427-89F7-8547-610E-65A8B3874343}"/>
              </a:ext>
            </a:extLst>
          </p:cNvPr>
          <p:cNvSpPr txBox="1">
            <a:spLocks noChangeArrowheads="1"/>
          </p:cNvSpPr>
          <p:nvPr/>
        </p:nvSpPr>
        <p:spPr bwMode="auto">
          <a:xfrm>
            <a:off x="1143000" y="0"/>
            <a:ext cx="32654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3200">
                <a:solidFill>
                  <a:srgbClr val="000000"/>
                </a:solidFill>
              </a:rPr>
              <a:t>4.2.1</a:t>
            </a:r>
            <a:r>
              <a:rPr lang="en-US" altLang="en-US" sz="3200">
                <a:solidFill>
                  <a:srgbClr val="FF0000"/>
                </a:solidFill>
              </a:rPr>
              <a:t>     </a:t>
            </a:r>
            <a:r>
              <a:rPr lang="en-US" altLang="en-US" sz="3200">
                <a:solidFill>
                  <a:srgbClr val="000000"/>
                </a:solidFill>
              </a:rPr>
              <a:t>Continued</a:t>
            </a:r>
          </a:p>
        </p:txBody>
      </p:sp>
      <p:sp>
        <p:nvSpPr>
          <p:cNvPr id="288779" name="Text Box 10">
            <a:extLst>
              <a:ext uri="{FF2B5EF4-FFF2-40B4-BE49-F238E27FC236}">
                <a16:creationId xmlns:a16="http://schemas.microsoft.com/office/drawing/2014/main" id="{215DC206-CC2B-6350-D28E-BCE0DA27ABD6}"/>
              </a:ext>
            </a:extLst>
          </p:cNvPr>
          <p:cNvSpPr txBox="1">
            <a:spLocks noChangeArrowheads="1"/>
          </p:cNvSpPr>
          <p:nvPr/>
        </p:nvSpPr>
        <p:spPr bwMode="auto">
          <a:xfrm>
            <a:off x="1066800" y="533400"/>
            <a:ext cx="1944688" cy="45720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FFFF"/>
                </a:solidFill>
              </a:rPr>
              <a:t>Example 4.21</a:t>
            </a:r>
            <a:endParaRPr lang="en-US" altLang="en-US" sz="2000">
              <a:solidFill>
                <a:srgbClr val="FFFFFF"/>
              </a:solidFill>
            </a:endParaRPr>
          </a:p>
        </p:txBody>
      </p:sp>
      <p:sp>
        <p:nvSpPr>
          <p:cNvPr id="288780" name="Rectangle 11">
            <a:extLst>
              <a:ext uri="{FF2B5EF4-FFF2-40B4-BE49-F238E27FC236}">
                <a16:creationId xmlns:a16="http://schemas.microsoft.com/office/drawing/2014/main" id="{85EE5E39-2F26-974D-1969-4DB3857389C6}"/>
              </a:ext>
            </a:extLst>
          </p:cNvPr>
          <p:cNvSpPr>
            <a:spLocks noChangeArrowheads="1"/>
          </p:cNvSpPr>
          <p:nvPr/>
        </p:nvSpPr>
        <p:spPr bwMode="auto">
          <a:xfrm>
            <a:off x="152400" y="1054100"/>
            <a:ext cx="8839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In GF(2</a:t>
            </a:r>
            <a:r>
              <a:rPr lang="en-US" altLang="en-US" sz="2400" i="0" baseline="30000">
                <a:solidFill>
                  <a:srgbClr val="000000"/>
                </a:solidFill>
              </a:rPr>
              <a:t>8</a:t>
            </a:r>
            <a:r>
              <a:rPr lang="en-US" altLang="en-US" sz="2400" i="0">
                <a:solidFill>
                  <a:srgbClr val="000000"/>
                </a:solidFill>
              </a:rPr>
              <a:t>), find the inverse of (x</a:t>
            </a:r>
            <a:r>
              <a:rPr lang="en-US" altLang="en-US" sz="2400" i="0" baseline="30000">
                <a:solidFill>
                  <a:srgbClr val="000000"/>
                </a:solidFill>
              </a:rPr>
              <a:t>5</a:t>
            </a:r>
            <a:r>
              <a:rPr lang="en-US" altLang="en-US" sz="2400" i="0">
                <a:solidFill>
                  <a:srgbClr val="000000"/>
                </a:solidFill>
              </a:rPr>
              <a:t>) modulo (</a:t>
            </a:r>
            <a:r>
              <a:rPr lang="en-US" altLang="en-US" sz="2400">
                <a:solidFill>
                  <a:srgbClr val="000000"/>
                </a:solidFill>
              </a:rPr>
              <a:t>x</a:t>
            </a:r>
            <a:r>
              <a:rPr lang="en-US" altLang="en-US" sz="2400" i="0" baseline="30000">
                <a:solidFill>
                  <a:srgbClr val="000000"/>
                </a:solidFill>
              </a:rPr>
              <a:t>8 </a:t>
            </a:r>
            <a:r>
              <a:rPr lang="en-US" altLang="en-US" sz="2400" i="0">
                <a:solidFill>
                  <a:srgbClr val="000000"/>
                </a:solidFill>
              </a:rPr>
              <a:t>+ </a:t>
            </a:r>
            <a:r>
              <a:rPr lang="en-US" altLang="en-US" sz="2400">
                <a:solidFill>
                  <a:srgbClr val="000000"/>
                </a:solidFill>
              </a:rPr>
              <a:t>x</a:t>
            </a:r>
            <a:r>
              <a:rPr lang="en-US" altLang="en-US" sz="2400" i="0" baseline="30000">
                <a:solidFill>
                  <a:srgbClr val="000000"/>
                </a:solidFill>
              </a:rPr>
              <a:t>4 </a:t>
            </a:r>
            <a:r>
              <a:rPr lang="en-US" altLang="en-US" sz="2400" i="0">
                <a:solidFill>
                  <a:srgbClr val="000000"/>
                </a:solidFill>
              </a:rPr>
              <a:t>+ </a:t>
            </a:r>
            <a:r>
              <a:rPr lang="en-US" altLang="en-US" sz="2400">
                <a:solidFill>
                  <a:srgbClr val="000000"/>
                </a:solidFill>
              </a:rPr>
              <a:t>x</a:t>
            </a:r>
            <a:r>
              <a:rPr lang="en-US" altLang="en-US" sz="2400" i="0" baseline="30000">
                <a:solidFill>
                  <a:srgbClr val="000000"/>
                </a:solidFill>
              </a:rPr>
              <a:t>3 </a:t>
            </a:r>
            <a:r>
              <a:rPr lang="en-US" altLang="en-US" sz="2400" i="0">
                <a:solidFill>
                  <a:srgbClr val="000000"/>
                </a:solidFill>
              </a:rPr>
              <a:t>+ </a:t>
            </a:r>
            <a:r>
              <a:rPr lang="en-US" altLang="en-US" sz="2400">
                <a:solidFill>
                  <a:srgbClr val="000000"/>
                </a:solidFill>
              </a:rPr>
              <a:t>x </a:t>
            </a:r>
            <a:r>
              <a:rPr lang="en-US" altLang="en-US" sz="2400" i="0">
                <a:solidFill>
                  <a:srgbClr val="000000"/>
                </a:solidFill>
              </a:rPr>
              <a:t>+ 1).</a:t>
            </a:r>
          </a:p>
        </p:txBody>
      </p:sp>
      <p:sp>
        <p:nvSpPr>
          <p:cNvPr id="288781" name="Text Box 12">
            <a:extLst>
              <a:ext uri="{FF2B5EF4-FFF2-40B4-BE49-F238E27FC236}">
                <a16:creationId xmlns:a16="http://schemas.microsoft.com/office/drawing/2014/main" id="{CC7B3EDD-41C8-E9EA-30C4-44B16ED1DE90}"/>
              </a:ext>
            </a:extLst>
          </p:cNvPr>
          <p:cNvSpPr txBox="1">
            <a:spLocks noChangeArrowheads="1"/>
          </p:cNvSpPr>
          <p:nvPr/>
        </p:nvSpPr>
        <p:spPr bwMode="auto">
          <a:xfrm>
            <a:off x="228600" y="1752600"/>
            <a:ext cx="1268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FF0000"/>
                </a:solidFill>
              </a:rPr>
              <a:t>Solution</a:t>
            </a:r>
          </a:p>
        </p:txBody>
      </p:sp>
      <p:sp>
        <p:nvSpPr>
          <p:cNvPr id="288782" name="Text Box 15">
            <a:extLst>
              <a:ext uri="{FF2B5EF4-FFF2-40B4-BE49-F238E27FC236}">
                <a16:creationId xmlns:a16="http://schemas.microsoft.com/office/drawing/2014/main" id="{5848F160-B51C-D2CB-39BD-0498DA8D070B}"/>
              </a:ext>
            </a:extLst>
          </p:cNvPr>
          <p:cNvSpPr txBox="1">
            <a:spLocks noChangeArrowheads="1"/>
          </p:cNvSpPr>
          <p:nvPr/>
        </p:nvSpPr>
        <p:spPr bwMode="auto">
          <a:xfrm>
            <a:off x="1387475" y="3657600"/>
            <a:ext cx="5546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r>
              <a:rPr lang="en-US" altLang="en-US" sz="2400" i="0">
                <a:solidFill>
                  <a:srgbClr val="3333CC"/>
                </a:solidFill>
              </a:rPr>
              <a:t>Table 4.6  </a:t>
            </a:r>
            <a:r>
              <a:rPr lang="en-US" altLang="en-US" sz="2000">
                <a:solidFill>
                  <a:srgbClr val="000000"/>
                </a:solidFill>
              </a:rPr>
              <a:t>Euclidean algorithm for Exercise 4.21</a:t>
            </a:r>
          </a:p>
        </p:txBody>
      </p:sp>
      <p:pic>
        <p:nvPicPr>
          <p:cNvPr id="288783" name="Picture 16">
            <a:extLst>
              <a:ext uri="{FF2B5EF4-FFF2-40B4-BE49-F238E27FC236}">
                <a16:creationId xmlns:a16="http://schemas.microsoft.com/office/drawing/2014/main" id="{618D3E81-BDC8-13FD-CFF8-BD5DA76AC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 y="4294188"/>
            <a:ext cx="8537575" cy="203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8784" name="Rectangle 17">
            <a:extLst>
              <a:ext uri="{FF2B5EF4-FFF2-40B4-BE49-F238E27FC236}">
                <a16:creationId xmlns:a16="http://schemas.microsoft.com/office/drawing/2014/main" id="{DC748FCB-6911-99F1-B0BA-50F0445F0420}"/>
              </a:ext>
            </a:extLst>
          </p:cNvPr>
          <p:cNvSpPr>
            <a:spLocks noChangeArrowheads="1"/>
          </p:cNvSpPr>
          <p:nvPr/>
        </p:nvSpPr>
        <p:spPr bwMode="auto">
          <a:xfrm>
            <a:off x="152400" y="2262188"/>
            <a:ext cx="8839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i="1">
                <a:solidFill>
                  <a:schemeClr val="tx1"/>
                </a:solidFill>
                <a:latin typeface="Times New Roman" panose="02020603050405020304" pitchFamily="18" charset="0"/>
              </a:defRPr>
            </a:lvl1pPr>
            <a:lvl2pPr marL="742950" indent="-285750">
              <a:defRPr b="1" i="1">
                <a:solidFill>
                  <a:schemeClr val="tx1"/>
                </a:solidFill>
                <a:latin typeface="Times New Roman" panose="02020603050405020304" pitchFamily="18" charset="0"/>
              </a:defRPr>
            </a:lvl2pPr>
            <a:lvl3pPr marL="1143000" indent="-228600">
              <a:defRPr b="1" i="1">
                <a:solidFill>
                  <a:schemeClr val="tx1"/>
                </a:solidFill>
                <a:latin typeface="Times New Roman" panose="02020603050405020304" pitchFamily="18" charset="0"/>
              </a:defRPr>
            </a:lvl3pPr>
            <a:lvl4pPr marL="1600200" indent="-228600">
              <a:defRPr b="1" i="1">
                <a:solidFill>
                  <a:schemeClr val="tx1"/>
                </a:solidFill>
                <a:latin typeface="Times New Roman" panose="02020603050405020304" pitchFamily="18" charset="0"/>
              </a:defRPr>
            </a:lvl4pPr>
            <a:lvl5pPr marL="2057400" indent="-228600">
              <a:defRPr b="1" i="1">
                <a:solidFill>
                  <a:schemeClr val="tx1"/>
                </a:solidFill>
                <a:latin typeface="Times New Roman" panose="02020603050405020304" pitchFamily="18" charset="0"/>
              </a:defRPr>
            </a:lvl5pPr>
            <a:lvl6pPr marL="2514600" indent="-228600" eaLnBrk="0" fontAlgn="base" hangingPunct="0">
              <a:spcBef>
                <a:spcPct val="0"/>
              </a:spcBef>
              <a:spcAft>
                <a:spcPct val="0"/>
              </a:spcAft>
              <a:defRPr b="1" i="1">
                <a:solidFill>
                  <a:schemeClr val="tx1"/>
                </a:solidFill>
                <a:latin typeface="Times New Roman" panose="02020603050405020304" pitchFamily="18" charset="0"/>
              </a:defRPr>
            </a:lvl6pPr>
            <a:lvl7pPr marL="2971800" indent="-228600" eaLnBrk="0" fontAlgn="base" hangingPunct="0">
              <a:spcBef>
                <a:spcPct val="0"/>
              </a:spcBef>
              <a:spcAft>
                <a:spcPct val="0"/>
              </a:spcAft>
              <a:defRPr b="1" i="1">
                <a:solidFill>
                  <a:schemeClr val="tx1"/>
                </a:solidFill>
                <a:latin typeface="Times New Roman" panose="02020603050405020304" pitchFamily="18" charset="0"/>
              </a:defRPr>
            </a:lvl7pPr>
            <a:lvl8pPr marL="3429000" indent="-228600" eaLnBrk="0" fontAlgn="base" hangingPunct="0">
              <a:spcBef>
                <a:spcPct val="0"/>
              </a:spcBef>
              <a:spcAft>
                <a:spcPct val="0"/>
              </a:spcAft>
              <a:defRPr b="1" i="1">
                <a:solidFill>
                  <a:schemeClr val="tx1"/>
                </a:solidFill>
                <a:latin typeface="Times New Roman" panose="02020603050405020304" pitchFamily="18" charset="0"/>
              </a:defRPr>
            </a:lvl8pPr>
            <a:lvl9pPr marL="3886200" indent="-228600" eaLnBrk="0" fontAlgn="base" hangingPunct="0">
              <a:spcBef>
                <a:spcPct val="0"/>
              </a:spcBef>
              <a:spcAft>
                <a:spcPct val="0"/>
              </a:spcAft>
              <a:defRPr b="1" i="1">
                <a:solidFill>
                  <a:schemeClr val="tx1"/>
                </a:solidFill>
                <a:latin typeface="Times New Roman" panose="02020603050405020304" pitchFamily="18" charset="0"/>
              </a:defRPr>
            </a:lvl9pPr>
          </a:lstStyle>
          <a:p>
            <a:pPr algn="just" eaLnBrk="1" hangingPunct="1">
              <a:lnSpc>
                <a:spcPct val="125000"/>
              </a:lnSpc>
              <a:spcAft>
                <a:spcPct val="70000"/>
              </a:spcAft>
            </a:pPr>
            <a:r>
              <a:rPr lang="en-US" altLang="en-US" sz="2400" i="0">
                <a:solidFill>
                  <a:srgbClr val="000000"/>
                </a:solidFill>
              </a:rPr>
              <a:t>The answer is (</a:t>
            </a:r>
            <a:r>
              <a:rPr lang="en-US" altLang="en-US" sz="2400">
                <a:solidFill>
                  <a:srgbClr val="000000"/>
                </a:solidFill>
              </a:rPr>
              <a:t>x</a:t>
            </a:r>
            <a:r>
              <a:rPr lang="en-US" altLang="en-US" sz="2400" i="0" baseline="30000">
                <a:solidFill>
                  <a:srgbClr val="000000"/>
                </a:solidFill>
              </a:rPr>
              <a:t>5</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4</a:t>
            </a:r>
            <a:r>
              <a:rPr lang="en-US" altLang="en-US" sz="2400" i="0">
                <a:solidFill>
                  <a:srgbClr val="000000"/>
                </a:solidFill>
              </a:rPr>
              <a:t> + </a:t>
            </a:r>
            <a:r>
              <a:rPr lang="en-US" altLang="en-US" sz="2400">
                <a:solidFill>
                  <a:srgbClr val="000000"/>
                </a:solidFill>
              </a:rPr>
              <a:t>x</a:t>
            </a:r>
            <a:r>
              <a:rPr lang="en-US" altLang="en-US" sz="2400" i="0" baseline="30000">
                <a:solidFill>
                  <a:srgbClr val="000000"/>
                </a:solidFill>
              </a:rPr>
              <a:t>3</a:t>
            </a:r>
            <a:r>
              <a:rPr lang="en-US" altLang="en-US" sz="2400" i="0">
                <a:solidFill>
                  <a:srgbClr val="000000"/>
                </a:solidFill>
              </a:rPr>
              <a:t> + </a:t>
            </a:r>
            <a:r>
              <a:rPr lang="en-US" altLang="en-US" sz="2400">
                <a:solidFill>
                  <a:srgbClr val="000000"/>
                </a:solidFill>
              </a:rPr>
              <a:t>x</a:t>
            </a:r>
            <a:r>
              <a:rPr lang="en-US" altLang="en-US" sz="2400" i="0">
                <a:solidFill>
                  <a:srgbClr val="000000"/>
                </a:solidFill>
              </a:rPr>
              <a:t>) as shown in Table 4.6.</a:t>
            </a:r>
          </a:p>
        </p:txBody>
      </p:sp>
    </p:spTree>
  </p:cSld>
  <p:clrMapOvr>
    <a:masterClrMapping/>
  </p:clrMapOvr>
</p:sld>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1"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1"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mputerSecurity">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66CC"/>
      </a:hlink>
      <a:folHlink>
        <a:srgbClr val="B2B2B2"/>
      </a:folHlink>
    </a:clrScheme>
    <a:fontScheme name="ComputerSecurity.po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omputerSecurity.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mputerSecurity.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mputerSecurity.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mputerSecurity.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mputerSecurity.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mputerSecurity.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mputerSecurity.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omputerSecurity">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66CC"/>
      </a:hlink>
      <a:folHlink>
        <a:srgbClr val="B2B2B2"/>
      </a:folHlink>
    </a:clrScheme>
    <a:fontScheme name="ComputerSecurity.po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omputerSecurity.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mputerSecurity.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mputerSecurity.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mputerSecurity.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mputerSecurity.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mputerSecurity.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mputerSecurity.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TS103460637">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Presentation on brainstorming" id="{C229246F-E851-40FB-8E1D-535DCA6AFD71}" vid="{8D346C02-FE09-4A8E-BC58-EB73E373F09D}"/>
    </a:ext>
  </a:extLst>
</a:theme>
</file>

<file path=ppt/theme/theme9.xml><?xml version="1.0" encoding="utf-8"?>
<a:theme xmlns:a="http://schemas.openxmlformats.org/drawingml/2006/main" name="1_TS103460637">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Presentation on brainstorming" id="{C229246F-E851-40FB-8E1D-535DCA6AFD71}" vid="{8D346C02-FE09-4A8E-BC58-EB73E373F09D}"/>
    </a:ext>
  </a:extLst>
</a:theme>
</file>

<file path=ppt/theme/theme10.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3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1" i="0" u="none" strike="noStrike" cap="none" normalizeH="0" baseline="-2000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1" i="0" u="none" strike="noStrike" cap="none" normalizeH="0" baseline="-20000" smtClean="0">
            <a:ln>
              <a:noFill/>
            </a:ln>
            <a:solidFill>
              <a:schemeClr val="tx1"/>
            </a:solidFill>
            <a:effectLst/>
            <a:latin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9F4FA4516B3C48A434FF33AF272B41" ma:contentTypeVersion="4" ma:contentTypeDescription="Create a new document." ma:contentTypeScope="" ma:versionID="00f4258489e3e02d6dfe00a314c83cc5">
  <xsd:schema xmlns:xsd="http://www.w3.org/2001/XMLSchema" xmlns:xs="http://www.w3.org/2001/XMLSchema" xmlns:p="http://schemas.microsoft.com/office/2006/metadata/properties" xmlns:ns2="d0fa5b76-02b6-4934-8af7-c518b561090d" targetNamespace="http://schemas.microsoft.com/office/2006/metadata/properties" ma:root="true" ma:fieldsID="deb245d08f06661a073f8958d7aff7a4" ns2:_="">
    <xsd:import namespace="d0fa5b76-02b6-4934-8af7-c518b56109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fa5b76-02b6-4934-8af7-c518b56109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166B302-87FF-44D7-8DA9-A974FF36FB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fa5b76-02b6-4934-8af7-c518b56109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B9963EC-500D-4806-A100-552CEC9973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Blends</Template>
  <TotalTime>10044</TotalTime>
  <Words>5710</Words>
  <Application>Microsoft Office PowerPoint</Application>
  <PresentationFormat>On-screen Show (4:3)</PresentationFormat>
  <Paragraphs>908</Paragraphs>
  <Slides>139</Slides>
  <Notes>124</Notes>
  <HiddenSlides>0</HiddenSlides>
  <MMClips>0</MMClips>
  <ScaleCrop>false</ScaleCrop>
  <HeadingPairs>
    <vt:vector size="8" baseType="variant">
      <vt:variant>
        <vt:lpstr>Fonts Used</vt:lpstr>
      </vt:variant>
      <vt:variant>
        <vt:i4>12</vt:i4>
      </vt:variant>
      <vt:variant>
        <vt:lpstr>Theme</vt:lpstr>
      </vt:variant>
      <vt:variant>
        <vt:i4>11</vt:i4>
      </vt:variant>
      <vt:variant>
        <vt:lpstr>Embedded OLE Servers</vt:lpstr>
      </vt:variant>
      <vt:variant>
        <vt:i4>1</vt:i4>
      </vt:variant>
      <vt:variant>
        <vt:lpstr>Slide Titles</vt:lpstr>
      </vt:variant>
      <vt:variant>
        <vt:i4>139</vt:i4>
      </vt:variant>
    </vt:vector>
  </HeadingPairs>
  <TitlesOfParts>
    <vt:vector size="163" baseType="lpstr">
      <vt:lpstr>Arial</vt:lpstr>
      <vt:lpstr>Arial Unicode MS</vt:lpstr>
      <vt:lpstr>Calibri</vt:lpstr>
      <vt:lpstr>Century Gothic</vt:lpstr>
      <vt:lpstr>McGrawHill-Italic</vt:lpstr>
      <vt:lpstr>Palatino Linotype</vt:lpstr>
      <vt:lpstr>Symbol</vt:lpstr>
      <vt:lpstr>Tahoma</vt:lpstr>
      <vt:lpstr>Times</vt:lpstr>
      <vt:lpstr>Times New Roman</vt:lpstr>
      <vt:lpstr>Wingdings</vt:lpstr>
      <vt:lpstr>Wingdings 2</vt:lpstr>
      <vt:lpstr>Blends</vt:lpstr>
      <vt:lpstr>ComputerSecurity</vt:lpstr>
      <vt:lpstr>1_ComputerSecurity</vt:lpstr>
      <vt:lpstr>Office Theme</vt:lpstr>
      <vt:lpstr>1_Office Theme</vt:lpstr>
      <vt:lpstr>2_Office Theme</vt:lpstr>
      <vt:lpstr>1_Blends</vt:lpstr>
      <vt:lpstr>TS103460637</vt:lpstr>
      <vt:lpstr>1_TS103460637</vt:lpstr>
      <vt:lpstr>2_Blends</vt:lpstr>
      <vt:lpstr>3_Blends</vt:lpstr>
      <vt:lpstr>Equation</vt:lpstr>
      <vt:lpstr>PowerPoint Presentation</vt:lpstr>
      <vt:lpstr>PowerPoint Presentation</vt:lpstr>
      <vt:lpstr>Number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Divisibility and Divisors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 of Least residue modulo 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One-way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Exponentiation and Logarithm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Jayavignesh</cp:lastModifiedBy>
  <cp:revision>204</cp:revision>
  <dcterms:created xsi:type="dcterms:W3CDTF">2000-01-15T04:50:39Z</dcterms:created>
  <dcterms:modified xsi:type="dcterms:W3CDTF">2025-01-22T11:11:48Z</dcterms:modified>
</cp:coreProperties>
</file>